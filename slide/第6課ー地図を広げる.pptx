
<file path=[Content_Types].xml><?xml version="1.0" encoding="utf-8"?>
<Types xmlns="http://schemas.openxmlformats.org/package/2006/content-types">
  <Default Extension="fntdata" ContentType="application/x-fontdata"/>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6" r:id="rId2"/>
    <p:sldMasterId id="2147483685" r:id="rId3"/>
  </p:sldMasterIdLst>
  <p:notesMasterIdLst>
    <p:notesMasterId r:id="rId71"/>
  </p:notesMasterIdLst>
  <p:sldIdLst>
    <p:sldId id="256" r:id="rId4"/>
    <p:sldId id="683" r:id="rId5"/>
    <p:sldId id="684" r:id="rId6"/>
    <p:sldId id="507" r:id="rId7"/>
    <p:sldId id="531" r:id="rId8"/>
    <p:sldId id="506" r:id="rId9"/>
    <p:sldId id="514" r:id="rId10"/>
    <p:sldId id="664" r:id="rId11"/>
    <p:sldId id="665" r:id="rId12"/>
    <p:sldId id="666" r:id="rId13"/>
    <p:sldId id="297" r:id="rId14"/>
    <p:sldId id="509" r:id="rId15"/>
    <p:sldId id="510" r:id="rId16"/>
    <p:sldId id="511" r:id="rId17"/>
    <p:sldId id="512" r:id="rId18"/>
    <p:sldId id="520" r:id="rId19"/>
    <p:sldId id="513" r:id="rId20"/>
    <p:sldId id="651" r:id="rId21"/>
    <p:sldId id="652" r:id="rId22"/>
    <p:sldId id="653" r:id="rId23"/>
    <p:sldId id="532" r:id="rId24"/>
    <p:sldId id="667" r:id="rId25"/>
    <p:sldId id="523" r:id="rId26"/>
    <p:sldId id="519" r:id="rId27"/>
    <p:sldId id="521" r:id="rId28"/>
    <p:sldId id="522" r:id="rId29"/>
    <p:sldId id="668" r:id="rId30"/>
    <p:sldId id="685" r:id="rId31"/>
    <p:sldId id="524" r:id="rId32"/>
    <p:sldId id="654" r:id="rId33"/>
    <p:sldId id="551" r:id="rId34"/>
    <p:sldId id="529" r:id="rId35"/>
    <p:sldId id="526" r:id="rId36"/>
    <p:sldId id="525" r:id="rId37"/>
    <p:sldId id="527" r:id="rId38"/>
    <p:sldId id="669" r:id="rId39"/>
    <p:sldId id="528" r:id="rId40"/>
    <p:sldId id="530" r:id="rId41"/>
    <p:sldId id="662" r:id="rId42"/>
    <p:sldId id="533" r:id="rId43"/>
    <p:sldId id="656" r:id="rId44"/>
    <p:sldId id="657" r:id="rId45"/>
    <p:sldId id="658" r:id="rId46"/>
    <p:sldId id="659" r:id="rId47"/>
    <p:sldId id="534" r:id="rId48"/>
    <p:sldId id="540" r:id="rId49"/>
    <p:sldId id="538" r:id="rId50"/>
    <p:sldId id="535" r:id="rId51"/>
    <p:sldId id="554" r:id="rId52"/>
    <p:sldId id="541" r:id="rId53"/>
    <p:sldId id="544" r:id="rId54"/>
    <p:sldId id="545" r:id="rId55"/>
    <p:sldId id="516" r:id="rId56"/>
    <p:sldId id="517" r:id="rId57"/>
    <p:sldId id="661" r:id="rId58"/>
    <p:sldId id="670" r:id="rId59"/>
    <p:sldId id="552" r:id="rId60"/>
    <p:sldId id="660" r:id="rId61"/>
    <p:sldId id="542" r:id="rId62"/>
    <p:sldId id="555" r:id="rId63"/>
    <p:sldId id="663" r:id="rId64"/>
    <p:sldId id="655" r:id="rId65"/>
    <p:sldId id="671" r:id="rId66"/>
    <p:sldId id="672" r:id="rId67"/>
    <p:sldId id="547" r:id="rId68"/>
    <p:sldId id="548" r:id="rId69"/>
    <p:sldId id="681" r:id="rId70"/>
  </p:sldIdLst>
  <p:sldSz cx="12192000" cy="6858000"/>
  <p:notesSz cx="6858000" cy="9144000"/>
  <p:embeddedFontLst>
    <p:embeddedFont>
      <p:font typeface="EPSON 太明朝体Ｂ" panose="020B0604020202020204" charset="-128"/>
      <p:regular r:id="rId72"/>
    </p:embeddedFont>
    <p:embeddedFont>
      <p:font typeface="HGGyoshotai" panose="020B0604020202020204" charset="-128"/>
      <p:regular r:id="rId73"/>
    </p:embeddedFont>
    <p:embeddedFont>
      <p:font typeface="HGPSoeiKakupoptai" panose="020B0604020202020204" charset="-128"/>
      <p:regular r:id="rId74"/>
    </p:embeddedFont>
    <p:embeddedFont>
      <p:font typeface="HGPSoeiPresenceEB" panose="020B0604020202020204" charset="-128"/>
      <p:regular r:id="rId75"/>
    </p:embeddedFont>
    <p:embeddedFont>
      <p:font typeface="HGSoeiPresenceEB" panose="020B0604020202020204" charset="-128"/>
      <p:regular r:id="rId76"/>
    </p:embeddedFont>
    <p:embeddedFont>
      <p:font typeface="DM Sans" panose="020B0604020202020204" charset="0"/>
      <p:regular r:id="rId77"/>
      <p:bold r:id="rId78"/>
      <p:italic r:id="rId79"/>
      <p:boldItalic r:id="rId80"/>
    </p:embeddedFont>
    <p:embeddedFont>
      <p:font typeface="Georgia" panose="02040502050405020303" pitchFamily="18" charset="0"/>
      <p:regular r:id="rId81"/>
      <p:bold r:id="rId82"/>
      <p:italic r:id="rId83"/>
      <p:boldItalic r:id="rId84"/>
    </p:embeddedFont>
    <p:embeddedFont>
      <p:font typeface="Outfit" panose="020B0604020202020204" charset="0"/>
      <p:regular r:id="rId85"/>
      <p:bold r:id="rId86"/>
    </p:embeddedFont>
    <p:embeddedFont>
      <p:font typeface="Snap ITC" panose="04040A07060A02020202" pitchFamily="82" charset="0"/>
      <p:regular r:id="rId87"/>
    </p:embeddedFont>
    <p:embeddedFont>
      <p:font typeface="UD Digi Kyokasho N-B" panose="02020700000000000000" pitchFamily="17" charset="-128"/>
      <p:bold r:id="rId88"/>
    </p:embeddedFont>
    <p:embeddedFont>
      <p:font typeface="UD Digi Kyokasho NK-R" panose="02020400000000000000" pitchFamily="18" charset="-128"/>
      <p:regular r:id="rId89"/>
    </p:embeddedFont>
    <p:embeddedFont>
      <p:font typeface="UD Digi Kyokasho NP-R" panose="02020400000000000000" pitchFamily="18" charset="-128"/>
      <p:regular r:id="rId90"/>
    </p:embeddedFont>
    <p:embeddedFont>
      <p:font typeface="Wingdings 2" panose="05020102010507070707" pitchFamily="18" charset="2"/>
      <p:regular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4A0463-F5DA-450D-A8B0-6D7978B9EF86}">
  <a:tblStyle styleId="{484A0463-F5DA-450D-A8B0-6D7978B9EF8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A9CA5B-5AF2-4E5C-9F69-4E84EEC1648B}"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p:normalViewPr>
  <p:slideViewPr>
    <p:cSldViewPr snapToGrid="0">
      <p:cViewPr varScale="1">
        <p:scale>
          <a:sx n="62" d="100"/>
          <a:sy n="62" d="100"/>
        </p:scale>
        <p:origin x="80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font" Target="fonts/font5.fntdata"/><Relationship Id="rId84" Type="http://schemas.openxmlformats.org/officeDocument/2006/relationships/font" Target="fonts/font13.fntdata"/><Relationship Id="rId89" Type="http://schemas.openxmlformats.org/officeDocument/2006/relationships/font" Target="fonts/font18.fntdata"/><Relationship Id="rId7" Type="http://schemas.openxmlformats.org/officeDocument/2006/relationships/slide" Target="slides/slide4.xml"/><Relationship Id="rId71" Type="http://schemas.openxmlformats.org/officeDocument/2006/relationships/notesMaster" Target="notesMasters/notesMaster1.xml"/><Relationship Id="rId92"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font" Target="fonts/font3.fntdata"/><Relationship Id="rId79" Type="http://schemas.openxmlformats.org/officeDocument/2006/relationships/font" Target="fonts/font8.fntdata"/><Relationship Id="rId87" Type="http://schemas.openxmlformats.org/officeDocument/2006/relationships/font" Target="fonts/font16.fntdata"/><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font" Target="fonts/font11.fntdata"/><Relationship Id="rId90" Type="http://schemas.openxmlformats.org/officeDocument/2006/relationships/font" Target="fonts/font19.fntdata"/><Relationship Id="rId95"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font" Target="fonts/font6.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fntdata"/><Relationship Id="rId80" Type="http://schemas.openxmlformats.org/officeDocument/2006/relationships/font" Target="fonts/font9.fntdata"/><Relationship Id="rId85" Type="http://schemas.openxmlformats.org/officeDocument/2006/relationships/font" Target="fonts/font14.fntdata"/><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font" Target="fonts/font4.fntdata"/><Relationship Id="rId83" Type="http://schemas.openxmlformats.org/officeDocument/2006/relationships/font" Target="fonts/font12.fntdata"/><Relationship Id="rId88" Type="http://schemas.openxmlformats.org/officeDocument/2006/relationships/font" Target="fonts/font17.fntdata"/><Relationship Id="rId91"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2.fntdata"/><Relationship Id="rId78" Type="http://schemas.openxmlformats.org/officeDocument/2006/relationships/font" Target="fonts/font7.fntdata"/><Relationship Id="rId81" Type="http://schemas.openxmlformats.org/officeDocument/2006/relationships/font" Target="fonts/font10.fntdata"/><Relationship Id="rId86" Type="http://schemas.openxmlformats.org/officeDocument/2006/relationships/font" Target="fonts/font15.fntdata"/><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5501158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792"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8979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3506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7317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2084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6974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04915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5928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3506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9849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5238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0010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30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6899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782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2463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0105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4804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299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40209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6305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71698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66537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04551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07631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67097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0274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76252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4257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98752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3316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1734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7557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2108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65580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82636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5017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155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84425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32407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09427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75151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53857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66003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61220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c6f4ba1a4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c6f4ba1a4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11250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15001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35107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1de3499e687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1de3499e687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4759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 y="18"/>
            <a:ext cx="12201339" cy="6857986"/>
            <a:chOff x="0" y="11"/>
            <a:chExt cx="9151004" cy="5143489"/>
          </a:xfrm>
        </p:grpSpPr>
        <p:sp>
          <p:nvSpPr>
            <p:cNvPr id="10" name="Google Shape;10;p2"/>
            <p:cNvSpPr/>
            <p:nvPr/>
          </p:nvSpPr>
          <p:spPr>
            <a:xfrm rot="10800000">
              <a:off x="0" y="1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11" name="Google Shape;11;p2"/>
            <p:cNvSpPr/>
            <p:nvPr/>
          </p:nvSpPr>
          <p:spPr>
            <a:xfrm rot="10800000">
              <a:off x="7317389" y="3920459"/>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12" name="Google Shape;12;p2"/>
          <p:cNvGrpSpPr/>
          <p:nvPr/>
        </p:nvGrpSpPr>
        <p:grpSpPr>
          <a:xfrm>
            <a:off x="2005108" y="-2700159"/>
            <a:ext cx="9880052" cy="12570313"/>
            <a:chOff x="1503828" y="-2025120"/>
            <a:chExt cx="7410038" cy="9427735"/>
          </a:xfrm>
        </p:grpSpPr>
        <p:sp>
          <p:nvSpPr>
            <p:cNvPr id="13" name="Google Shape;13;p2"/>
            <p:cNvSpPr/>
            <p:nvPr/>
          </p:nvSpPr>
          <p:spPr>
            <a:xfrm rot="2203802">
              <a:off x="1738683" y="4600168"/>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14" name="Google Shape;14;p2"/>
            <p:cNvSpPr/>
            <p:nvPr/>
          </p:nvSpPr>
          <p:spPr>
            <a:xfrm rot="-1048249">
              <a:off x="5198820" y="-1544172"/>
              <a:ext cx="3503360" cy="194850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
        <p:nvSpPr>
          <p:cNvPr id="15" name="Google Shape;15;p2"/>
          <p:cNvSpPr txBox="1">
            <a:spLocks noGrp="1"/>
          </p:cNvSpPr>
          <p:nvPr>
            <p:ph type="ctrTitle"/>
          </p:nvPr>
        </p:nvSpPr>
        <p:spPr>
          <a:xfrm>
            <a:off x="962535" y="1481366"/>
            <a:ext cx="5039600" cy="28188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6015" b="0">
                <a:latin typeface="Outfit"/>
                <a:ea typeface="Outfit"/>
                <a:cs typeface="Outfit"/>
                <a:sym typeface="Outfit"/>
              </a:defRPr>
            </a:lvl1pPr>
            <a:lvl2pPr lvl="1" algn="ctr">
              <a:spcBef>
                <a:spcPts val="0"/>
              </a:spcBef>
              <a:spcAft>
                <a:spcPts val="0"/>
              </a:spcAft>
              <a:buSzPts val="5200"/>
              <a:buNone/>
              <a:defRPr sz="6951"/>
            </a:lvl2pPr>
            <a:lvl3pPr lvl="2" algn="ctr">
              <a:spcBef>
                <a:spcPts val="0"/>
              </a:spcBef>
              <a:spcAft>
                <a:spcPts val="0"/>
              </a:spcAft>
              <a:buSzPts val="5200"/>
              <a:buNone/>
              <a:defRPr sz="6951"/>
            </a:lvl3pPr>
            <a:lvl4pPr lvl="3" algn="ctr">
              <a:spcBef>
                <a:spcPts val="0"/>
              </a:spcBef>
              <a:spcAft>
                <a:spcPts val="0"/>
              </a:spcAft>
              <a:buSzPts val="5200"/>
              <a:buNone/>
              <a:defRPr sz="6951"/>
            </a:lvl4pPr>
            <a:lvl5pPr lvl="4" algn="ctr">
              <a:spcBef>
                <a:spcPts val="0"/>
              </a:spcBef>
              <a:spcAft>
                <a:spcPts val="0"/>
              </a:spcAft>
              <a:buSzPts val="5200"/>
              <a:buNone/>
              <a:defRPr sz="6951"/>
            </a:lvl5pPr>
            <a:lvl6pPr lvl="5" algn="ctr">
              <a:spcBef>
                <a:spcPts val="0"/>
              </a:spcBef>
              <a:spcAft>
                <a:spcPts val="0"/>
              </a:spcAft>
              <a:buSzPts val="5200"/>
              <a:buNone/>
              <a:defRPr sz="6951"/>
            </a:lvl6pPr>
            <a:lvl7pPr lvl="6" algn="ctr">
              <a:spcBef>
                <a:spcPts val="0"/>
              </a:spcBef>
              <a:spcAft>
                <a:spcPts val="0"/>
              </a:spcAft>
              <a:buSzPts val="5200"/>
              <a:buNone/>
              <a:defRPr sz="6951"/>
            </a:lvl7pPr>
            <a:lvl8pPr lvl="7" algn="ctr">
              <a:spcBef>
                <a:spcPts val="0"/>
              </a:spcBef>
              <a:spcAft>
                <a:spcPts val="0"/>
              </a:spcAft>
              <a:buSzPts val="5200"/>
              <a:buNone/>
              <a:defRPr sz="6951"/>
            </a:lvl8pPr>
            <a:lvl9pPr lvl="8" algn="ctr">
              <a:spcBef>
                <a:spcPts val="0"/>
              </a:spcBef>
              <a:spcAft>
                <a:spcPts val="0"/>
              </a:spcAft>
              <a:buSzPts val="5200"/>
              <a:buNone/>
              <a:defRPr sz="6951"/>
            </a:lvl9pPr>
          </a:lstStyle>
          <a:p>
            <a:endParaRPr/>
          </a:p>
        </p:txBody>
      </p:sp>
      <p:sp>
        <p:nvSpPr>
          <p:cNvPr id="16" name="Google Shape;16;p2"/>
          <p:cNvSpPr txBox="1">
            <a:spLocks noGrp="1"/>
          </p:cNvSpPr>
          <p:nvPr>
            <p:ph type="subTitle" idx="1"/>
          </p:nvPr>
        </p:nvSpPr>
        <p:spPr>
          <a:xfrm>
            <a:off x="962533" y="4538634"/>
            <a:ext cx="3520800" cy="838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005">
                <a:latin typeface="DM Sans"/>
                <a:ea typeface="DM Sans"/>
                <a:cs typeface="DM Sans"/>
                <a:sym typeface="DM Sans"/>
              </a:defRPr>
            </a:lvl1pPr>
            <a:lvl2pPr lvl="1" algn="ctr">
              <a:lnSpc>
                <a:spcPct val="100000"/>
              </a:lnSpc>
              <a:spcBef>
                <a:spcPts val="0"/>
              </a:spcBef>
              <a:spcAft>
                <a:spcPts val="0"/>
              </a:spcAft>
              <a:buSzPts val="2800"/>
              <a:buNone/>
              <a:defRPr sz="3742"/>
            </a:lvl2pPr>
            <a:lvl3pPr lvl="2" algn="ctr">
              <a:lnSpc>
                <a:spcPct val="100000"/>
              </a:lnSpc>
              <a:spcBef>
                <a:spcPts val="0"/>
              </a:spcBef>
              <a:spcAft>
                <a:spcPts val="0"/>
              </a:spcAft>
              <a:buSzPts val="2800"/>
              <a:buNone/>
              <a:defRPr sz="3742"/>
            </a:lvl3pPr>
            <a:lvl4pPr lvl="3" algn="ctr">
              <a:lnSpc>
                <a:spcPct val="100000"/>
              </a:lnSpc>
              <a:spcBef>
                <a:spcPts val="0"/>
              </a:spcBef>
              <a:spcAft>
                <a:spcPts val="0"/>
              </a:spcAft>
              <a:buSzPts val="2800"/>
              <a:buNone/>
              <a:defRPr sz="3742"/>
            </a:lvl4pPr>
            <a:lvl5pPr lvl="4" algn="ctr">
              <a:lnSpc>
                <a:spcPct val="100000"/>
              </a:lnSpc>
              <a:spcBef>
                <a:spcPts val="0"/>
              </a:spcBef>
              <a:spcAft>
                <a:spcPts val="0"/>
              </a:spcAft>
              <a:buSzPts val="2800"/>
              <a:buNone/>
              <a:defRPr sz="3742"/>
            </a:lvl5pPr>
            <a:lvl6pPr lvl="5" algn="ctr">
              <a:lnSpc>
                <a:spcPct val="100000"/>
              </a:lnSpc>
              <a:spcBef>
                <a:spcPts val="0"/>
              </a:spcBef>
              <a:spcAft>
                <a:spcPts val="0"/>
              </a:spcAft>
              <a:buSzPts val="2800"/>
              <a:buNone/>
              <a:defRPr sz="3742"/>
            </a:lvl6pPr>
            <a:lvl7pPr lvl="6" algn="ctr">
              <a:lnSpc>
                <a:spcPct val="100000"/>
              </a:lnSpc>
              <a:spcBef>
                <a:spcPts val="0"/>
              </a:spcBef>
              <a:spcAft>
                <a:spcPts val="0"/>
              </a:spcAft>
              <a:buSzPts val="2800"/>
              <a:buNone/>
              <a:defRPr sz="3742"/>
            </a:lvl7pPr>
            <a:lvl8pPr lvl="7" algn="ctr">
              <a:lnSpc>
                <a:spcPct val="100000"/>
              </a:lnSpc>
              <a:spcBef>
                <a:spcPts val="0"/>
              </a:spcBef>
              <a:spcAft>
                <a:spcPts val="0"/>
              </a:spcAft>
              <a:buSzPts val="2800"/>
              <a:buNone/>
              <a:defRPr sz="3742"/>
            </a:lvl8pPr>
            <a:lvl9pPr lvl="8" algn="ctr">
              <a:lnSpc>
                <a:spcPct val="100000"/>
              </a:lnSpc>
              <a:spcBef>
                <a:spcPts val="0"/>
              </a:spcBef>
              <a:spcAft>
                <a:spcPts val="0"/>
              </a:spcAft>
              <a:buSzPts val="2800"/>
              <a:buNone/>
              <a:defRPr sz="3742"/>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grpSp>
        <p:nvGrpSpPr>
          <p:cNvPr id="27" name="Google Shape;27;p4"/>
          <p:cNvGrpSpPr/>
          <p:nvPr/>
        </p:nvGrpSpPr>
        <p:grpSpPr>
          <a:xfrm>
            <a:off x="2" y="-8288"/>
            <a:ext cx="12218830" cy="6866288"/>
            <a:chOff x="0" y="-6216"/>
            <a:chExt cx="9164122" cy="5149716"/>
          </a:xfrm>
        </p:grpSpPr>
        <p:sp>
          <p:nvSpPr>
            <p:cNvPr id="28" name="Google Shape;28;p4"/>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29" name="Google Shape;29;p4"/>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grpSp>
        <p:nvGrpSpPr>
          <p:cNvPr id="30" name="Google Shape;30;p4"/>
          <p:cNvGrpSpPr/>
          <p:nvPr/>
        </p:nvGrpSpPr>
        <p:grpSpPr>
          <a:xfrm>
            <a:off x="3158985" y="-3684999"/>
            <a:ext cx="7547851" cy="13601353"/>
            <a:chOff x="2242539" y="-2772200"/>
            <a:chExt cx="5660888" cy="10201015"/>
          </a:xfrm>
        </p:grpSpPr>
        <p:sp>
          <p:nvSpPr>
            <p:cNvPr id="31" name="Google Shape;31;p4"/>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32" name="Google Shape;32;p4"/>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sp>
        <p:nvSpPr>
          <p:cNvPr id="33" name="Google Shape;33;p4"/>
          <p:cNvSpPr txBox="1">
            <a:spLocks noGrp="1"/>
          </p:cNvSpPr>
          <p:nvPr>
            <p:ph type="title"/>
          </p:nvPr>
        </p:nvSpPr>
        <p:spPr>
          <a:xfrm>
            <a:off x="962535" y="603367"/>
            <a:ext cx="10266800" cy="7532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sz="4679"/>
            </a:lvl1pPr>
            <a:lvl2pPr lvl="1">
              <a:spcBef>
                <a:spcPts val="0"/>
              </a:spcBef>
              <a:spcAft>
                <a:spcPts val="0"/>
              </a:spcAft>
              <a:buSzPts val="3500"/>
              <a:buNone/>
              <a:defRPr sz="4679"/>
            </a:lvl2pPr>
            <a:lvl3pPr lvl="2">
              <a:spcBef>
                <a:spcPts val="0"/>
              </a:spcBef>
              <a:spcAft>
                <a:spcPts val="0"/>
              </a:spcAft>
              <a:buSzPts val="3500"/>
              <a:buNone/>
              <a:defRPr sz="4679"/>
            </a:lvl3pPr>
            <a:lvl4pPr lvl="3">
              <a:spcBef>
                <a:spcPts val="0"/>
              </a:spcBef>
              <a:spcAft>
                <a:spcPts val="0"/>
              </a:spcAft>
              <a:buSzPts val="3500"/>
              <a:buNone/>
              <a:defRPr sz="4679"/>
            </a:lvl4pPr>
            <a:lvl5pPr lvl="4">
              <a:spcBef>
                <a:spcPts val="0"/>
              </a:spcBef>
              <a:spcAft>
                <a:spcPts val="0"/>
              </a:spcAft>
              <a:buSzPts val="3500"/>
              <a:buNone/>
              <a:defRPr sz="4679"/>
            </a:lvl5pPr>
            <a:lvl6pPr lvl="5">
              <a:spcBef>
                <a:spcPts val="0"/>
              </a:spcBef>
              <a:spcAft>
                <a:spcPts val="0"/>
              </a:spcAft>
              <a:buSzPts val="3500"/>
              <a:buNone/>
              <a:defRPr sz="4679"/>
            </a:lvl6pPr>
            <a:lvl7pPr lvl="6">
              <a:spcBef>
                <a:spcPts val="0"/>
              </a:spcBef>
              <a:spcAft>
                <a:spcPts val="0"/>
              </a:spcAft>
              <a:buSzPts val="3500"/>
              <a:buNone/>
              <a:defRPr sz="4679"/>
            </a:lvl7pPr>
            <a:lvl8pPr lvl="7">
              <a:spcBef>
                <a:spcPts val="0"/>
              </a:spcBef>
              <a:spcAft>
                <a:spcPts val="0"/>
              </a:spcAft>
              <a:buSzPts val="3500"/>
              <a:buNone/>
              <a:defRPr sz="4679"/>
            </a:lvl8pPr>
            <a:lvl9pPr lvl="8">
              <a:spcBef>
                <a:spcPts val="0"/>
              </a:spcBef>
              <a:spcAft>
                <a:spcPts val="0"/>
              </a:spcAft>
              <a:buSzPts val="3500"/>
              <a:buNone/>
              <a:defRPr sz="4679"/>
            </a:lvl9pPr>
          </a:lstStyle>
          <a:p>
            <a:endParaRPr/>
          </a:p>
        </p:txBody>
      </p:sp>
      <p:sp>
        <p:nvSpPr>
          <p:cNvPr id="34" name="Google Shape;34;p4"/>
          <p:cNvSpPr txBox="1">
            <a:spLocks noGrp="1"/>
          </p:cNvSpPr>
          <p:nvPr>
            <p:ph type="body" idx="1"/>
          </p:nvPr>
        </p:nvSpPr>
        <p:spPr>
          <a:xfrm>
            <a:off x="962535" y="1435167"/>
            <a:ext cx="8713200" cy="1169600"/>
          </a:xfrm>
          <a:prstGeom prst="rect">
            <a:avLst/>
          </a:prstGeom>
        </p:spPr>
        <p:txBody>
          <a:bodyPr spcFirstLastPara="1" wrap="square" lIns="91425" tIns="91425" rIns="91425" bIns="91425" anchor="t" anchorCtr="0">
            <a:noAutofit/>
          </a:bodyPr>
          <a:lstStyle>
            <a:lvl1pPr marL="611118" lvl="0" indent="-407412">
              <a:spcBef>
                <a:spcPts val="0"/>
              </a:spcBef>
              <a:spcAft>
                <a:spcPts val="0"/>
              </a:spcAft>
              <a:buClr>
                <a:schemeClr val="lt2"/>
              </a:buClr>
              <a:buSzPts val="1200"/>
              <a:buChar char="●"/>
              <a:defRPr/>
            </a:lvl1pPr>
            <a:lvl2pPr marL="1222236" lvl="1" indent="-407412">
              <a:spcBef>
                <a:spcPts val="0"/>
              </a:spcBef>
              <a:spcAft>
                <a:spcPts val="0"/>
              </a:spcAft>
              <a:buSzPts val="1200"/>
              <a:buChar char="○"/>
              <a:defRPr/>
            </a:lvl2pPr>
            <a:lvl3pPr marL="1833354" lvl="2" indent="-407412">
              <a:spcBef>
                <a:spcPts val="0"/>
              </a:spcBef>
              <a:spcAft>
                <a:spcPts val="0"/>
              </a:spcAft>
              <a:buSzPts val="1200"/>
              <a:buChar char="■"/>
              <a:defRPr/>
            </a:lvl3pPr>
            <a:lvl4pPr marL="2444472" lvl="3" indent="-407412">
              <a:spcBef>
                <a:spcPts val="0"/>
              </a:spcBef>
              <a:spcAft>
                <a:spcPts val="0"/>
              </a:spcAft>
              <a:buSzPts val="1200"/>
              <a:buChar char="●"/>
              <a:defRPr/>
            </a:lvl4pPr>
            <a:lvl5pPr marL="3055590" lvl="4" indent="-407412">
              <a:spcBef>
                <a:spcPts val="0"/>
              </a:spcBef>
              <a:spcAft>
                <a:spcPts val="0"/>
              </a:spcAft>
              <a:buSzPts val="1200"/>
              <a:buChar char="○"/>
              <a:defRPr/>
            </a:lvl5pPr>
            <a:lvl6pPr marL="3666708" lvl="5" indent="-407412">
              <a:spcBef>
                <a:spcPts val="0"/>
              </a:spcBef>
              <a:spcAft>
                <a:spcPts val="0"/>
              </a:spcAft>
              <a:buSzPts val="1200"/>
              <a:buChar char="■"/>
              <a:defRPr/>
            </a:lvl6pPr>
            <a:lvl7pPr marL="4277825" lvl="6" indent="-407412">
              <a:spcBef>
                <a:spcPts val="0"/>
              </a:spcBef>
              <a:spcAft>
                <a:spcPts val="0"/>
              </a:spcAft>
              <a:buSzPts val="1200"/>
              <a:buChar char="●"/>
              <a:defRPr/>
            </a:lvl7pPr>
            <a:lvl8pPr marL="4888943" lvl="7" indent="-407412">
              <a:spcBef>
                <a:spcPts val="0"/>
              </a:spcBef>
              <a:spcAft>
                <a:spcPts val="0"/>
              </a:spcAft>
              <a:buSzPts val="1200"/>
              <a:buChar char="○"/>
              <a:defRPr/>
            </a:lvl8pPr>
            <a:lvl9pPr marL="5500061" lvl="8" indent="-407412">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1850801" y="600201"/>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16"/>
            </a:lvl1pPr>
            <a:lvl2pPr lvl="1">
              <a:spcBef>
                <a:spcPts val="0"/>
              </a:spcBef>
              <a:spcAft>
                <a:spcPts val="0"/>
              </a:spcAft>
              <a:buSzPts val="4800"/>
              <a:buNone/>
              <a:defRPr sz="6416"/>
            </a:lvl2pPr>
            <a:lvl3pPr lvl="2">
              <a:spcBef>
                <a:spcPts val="0"/>
              </a:spcBef>
              <a:spcAft>
                <a:spcPts val="0"/>
              </a:spcAft>
              <a:buSzPts val="4800"/>
              <a:buNone/>
              <a:defRPr sz="6416"/>
            </a:lvl3pPr>
            <a:lvl4pPr lvl="3">
              <a:spcBef>
                <a:spcPts val="0"/>
              </a:spcBef>
              <a:spcAft>
                <a:spcPts val="0"/>
              </a:spcAft>
              <a:buSzPts val="4800"/>
              <a:buNone/>
              <a:defRPr sz="6416"/>
            </a:lvl4pPr>
            <a:lvl5pPr lvl="4">
              <a:spcBef>
                <a:spcPts val="0"/>
              </a:spcBef>
              <a:spcAft>
                <a:spcPts val="0"/>
              </a:spcAft>
              <a:buSzPts val="4800"/>
              <a:buNone/>
              <a:defRPr sz="6416"/>
            </a:lvl5pPr>
            <a:lvl6pPr lvl="5">
              <a:spcBef>
                <a:spcPts val="0"/>
              </a:spcBef>
              <a:spcAft>
                <a:spcPts val="0"/>
              </a:spcAft>
              <a:buSzPts val="4800"/>
              <a:buNone/>
              <a:defRPr sz="6416"/>
            </a:lvl6pPr>
            <a:lvl7pPr lvl="6">
              <a:spcBef>
                <a:spcPts val="0"/>
              </a:spcBef>
              <a:spcAft>
                <a:spcPts val="0"/>
              </a:spcAft>
              <a:buSzPts val="4800"/>
              <a:buNone/>
              <a:defRPr sz="6416"/>
            </a:lvl7pPr>
            <a:lvl8pPr lvl="7">
              <a:spcBef>
                <a:spcPts val="0"/>
              </a:spcBef>
              <a:spcAft>
                <a:spcPts val="0"/>
              </a:spcAft>
              <a:buSzPts val="4800"/>
              <a:buNone/>
              <a:defRPr sz="6416"/>
            </a:lvl8pPr>
            <a:lvl9pPr lvl="8">
              <a:spcBef>
                <a:spcPts val="0"/>
              </a:spcBef>
              <a:spcAft>
                <a:spcPts val="0"/>
              </a:spcAft>
              <a:buSzPts val="4800"/>
              <a:buNone/>
              <a:defRPr sz="6416"/>
            </a:lvl9pPr>
          </a:lstStyle>
          <a:p>
            <a:endParaRPr/>
          </a:p>
        </p:txBody>
      </p:sp>
      <p:grpSp>
        <p:nvGrpSpPr>
          <p:cNvPr id="67" name="Google Shape;67;p8"/>
          <p:cNvGrpSpPr/>
          <p:nvPr/>
        </p:nvGrpSpPr>
        <p:grpSpPr>
          <a:xfrm>
            <a:off x="-15" y="-8448"/>
            <a:ext cx="12200468" cy="6869159"/>
            <a:chOff x="-11" y="-6336"/>
            <a:chExt cx="9150350" cy="5151869"/>
          </a:xfrm>
        </p:grpSpPr>
        <p:sp>
          <p:nvSpPr>
            <p:cNvPr id="68" name="Google Shape;68;p8"/>
            <p:cNvSpPr/>
            <p:nvPr/>
          </p:nvSpPr>
          <p:spPr>
            <a:xfrm>
              <a:off x="7510431" y="394520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69" name="Google Shape;69;p8"/>
            <p:cNvSpPr/>
            <p:nvPr/>
          </p:nvSpPr>
          <p:spPr>
            <a:xfrm>
              <a:off x="-11" y="-633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70" name="Google Shape;70;p8"/>
          <p:cNvGrpSpPr/>
          <p:nvPr/>
        </p:nvGrpSpPr>
        <p:grpSpPr>
          <a:xfrm>
            <a:off x="-2893828" y="142549"/>
            <a:ext cx="19025870" cy="6715438"/>
            <a:chOff x="-2170371" y="106912"/>
            <a:chExt cx="14269402" cy="5036578"/>
          </a:xfrm>
        </p:grpSpPr>
        <p:sp>
          <p:nvSpPr>
            <p:cNvPr id="71" name="Google Shape;71;p8"/>
            <p:cNvSpPr/>
            <p:nvPr/>
          </p:nvSpPr>
          <p:spPr>
            <a:xfrm rot="7368651">
              <a:off x="-2154049" y="2169134"/>
              <a:ext cx="3503317" cy="1948481"/>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72" name="Google Shape;72;p8"/>
            <p:cNvSpPr/>
            <p:nvPr/>
          </p:nvSpPr>
          <p:spPr>
            <a:xfrm rot="8545850">
              <a:off x="8364938" y="972896"/>
              <a:ext cx="3503341" cy="1948494"/>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grpSp>
        <p:nvGrpSpPr>
          <p:cNvPr id="74" name="Google Shape;74;p9"/>
          <p:cNvGrpSpPr/>
          <p:nvPr/>
        </p:nvGrpSpPr>
        <p:grpSpPr>
          <a:xfrm>
            <a:off x="1082905" y="-3677334"/>
            <a:ext cx="8731951" cy="13506587"/>
            <a:chOff x="812178" y="-2758000"/>
            <a:chExt cx="6548962" cy="10129940"/>
          </a:xfrm>
        </p:grpSpPr>
        <p:sp>
          <p:nvSpPr>
            <p:cNvPr id="75" name="Google Shape;75;p9"/>
            <p:cNvSpPr/>
            <p:nvPr/>
          </p:nvSpPr>
          <p:spPr>
            <a:xfrm rot="2203802">
              <a:off x="1047033" y="-19039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76" name="Google Shape;76;p9"/>
            <p:cNvSpPr/>
            <p:nvPr/>
          </p:nvSpPr>
          <p:spPr>
            <a:xfrm rot="-9653394">
              <a:off x="3635243" y="4903577"/>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77" name="Google Shape;77;p9"/>
          <p:cNvGrpSpPr/>
          <p:nvPr/>
        </p:nvGrpSpPr>
        <p:grpSpPr>
          <a:xfrm>
            <a:off x="-4670" y="-4654"/>
            <a:ext cx="12201339" cy="6867324"/>
            <a:chOff x="-3502" y="-3491"/>
            <a:chExt cx="9151004" cy="5150493"/>
          </a:xfrm>
        </p:grpSpPr>
        <p:sp>
          <p:nvSpPr>
            <p:cNvPr id="78" name="Google Shape;78;p9"/>
            <p:cNvSpPr/>
            <p:nvPr/>
          </p:nvSpPr>
          <p:spPr>
            <a:xfrm rot="10800000" flipH="1">
              <a:off x="7364652" y="-349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79" name="Google Shape;79;p9"/>
            <p:cNvSpPr/>
            <p:nvPr/>
          </p:nvSpPr>
          <p:spPr>
            <a:xfrm rot="10800000" flipH="1">
              <a:off x="-3502" y="3923961"/>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
        <p:nvSpPr>
          <p:cNvPr id="80" name="Google Shape;80;p9"/>
          <p:cNvSpPr txBox="1">
            <a:spLocks noGrp="1"/>
          </p:cNvSpPr>
          <p:nvPr>
            <p:ph type="title"/>
          </p:nvPr>
        </p:nvSpPr>
        <p:spPr>
          <a:xfrm>
            <a:off x="3399201"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14"/>
            </a:lvl1pPr>
            <a:lvl2pPr lvl="1" algn="ctr">
              <a:spcBef>
                <a:spcPts val="0"/>
              </a:spcBef>
              <a:spcAft>
                <a:spcPts val="0"/>
              </a:spcAft>
              <a:buSzPts val="4200"/>
              <a:buNone/>
              <a:defRPr sz="5614"/>
            </a:lvl2pPr>
            <a:lvl3pPr lvl="2" algn="ctr">
              <a:spcBef>
                <a:spcPts val="0"/>
              </a:spcBef>
              <a:spcAft>
                <a:spcPts val="0"/>
              </a:spcAft>
              <a:buSzPts val="4200"/>
              <a:buNone/>
              <a:defRPr sz="5614"/>
            </a:lvl3pPr>
            <a:lvl4pPr lvl="3" algn="ctr">
              <a:spcBef>
                <a:spcPts val="0"/>
              </a:spcBef>
              <a:spcAft>
                <a:spcPts val="0"/>
              </a:spcAft>
              <a:buSzPts val="4200"/>
              <a:buNone/>
              <a:defRPr sz="5614"/>
            </a:lvl4pPr>
            <a:lvl5pPr lvl="4" algn="ctr">
              <a:spcBef>
                <a:spcPts val="0"/>
              </a:spcBef>
              <a:spcAft>
                <a:spcPts val="0"/>
              </a:spcAft>
              <a:buSzPts val="4200"/>
              <a:buNone/>
              <a:defRPr sz="5614"/>
            </a:lvl5pPr>
            <a:lvl6pPr lvl="5" algn="ctr">
              <a:spcBef>
                <a:spcPts val="0"/>
              </a:spcBef>
              <a:spcAft>
                <a:spcPts val="0"/>
              </a:spcAft>
              <a:buSzPts val="4200"/>
              <a:buNone/>
              <a:defRPr sz="5614"/>
            </a:lvl6pPr>
            <a:lvl7pPr lvl="6" algn="ctr">
              <a:spcBef>
                <a:spcPts val="0"/>
              </a:spcBef>
              <a:spcAft>
                <a:spcPts val="0"/>
              </a:spcAft>
              <a:buSzPts val="4200"/>
              <a:buNone/>
              <a:defRPr sz="5614"/>
            </a:lvl7pPr>
            <a:lvl8pPr lvl="7" algn="ctr">
              <a:spcBef>
                <a:spcPts val="0"/>
              </a:spcBef>
              <a:spcAft>
                <a:spcPts val="0"/>
              </a:spcAft>
              <a:buSzPts val="4200"/>
              <a:buNone/>
              <a:defRPr sz="5614"/>
            </a:lvl8pPr>
            <a:lvl9pPr lvl="8" algn="ctr">
              <a:spcBef>
                <a:spcPts val="0"/>
              </a:spcBef>
              <a:spcAft>
                <a:spcPts val="0"/>
              </a:spcAft>
              <a:buSzPts val="4200"/>
              <a:buNone/>
              <a:defRPr sz="5614"/>
            </a:lvl9pPr>
          </a:lstStyle>
          <a:p>
            <a:endParaRPr/>
          </a:p>
        </p:txBody>
      </p:sp>
      <p:sp>
        <p:nvSpPr>
          <p:cNvPr id="81" name="Google Shape;81;p9"/>
          <p:cNvSpPr txBox="1">
            <a:spLocks noGrp="1"/>
          </p:cNvSpPr>
          <p:nvPr>
            <p:ph type="subTitle" idx="1"/>
          </p:nvPr>
        </p:nvSpPr>
        <p:spPr>
          <a:xfrm>
            <a:off x="3399201" y="3737434"/>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7"/>
            </a:lvl1pPr>
            <a:lvl2pPr lvl="1" algn="ctr">
              <a:lnSpc>
                <a:spcPct val="100000"/>
              </a:lnSpc>
              <a:spcBef>
                <a:spcPts val="0"/>
              </a:spcBef>
              <a:spcAft>
                <a:spcPts val="0"/>
              </a:spcAft>
              <a:buSzPts val="2100"/>
              <a:buNone/>
              <a:defRPr sz="2807"/>
            </a:lvl2pPr>
            <a:lvl3pPr lvl="2" algn="ctr">
              <a:lnSpc>
                <a:spcPct val="100000"/>
              </a:lnSpc>
              <a:spcBef>
                <a:spcPts val="0"/>
              </a:spcBef>
              <a:spcAft>
                <a:spcPts val="0"/>
              </a:spcAft>
              <a:buSzPts val="2100"/>
              <a:buNone/>
              <a:defRPr sz="2807"/>
            </a:lvl3pPr>
            <a:lvl4pPr lvl="3" algn="ctr">
              <a:lnSpc>
                <a:spcPct val="100000"/>
              </a:lnSpc>
              <a:spcBef>
                <a:spcPts val="0"/>
              </a:spcBef>
              <a:spcAft>
                <a:spcPts val="0"/>
              </a:spcAft>
              <a:buSzPts val="2100"/>
              <a:buNone/>
              <a:defRPr sz="2807"/>
            </a:lvl4pPr>
            <a:lvl5pPr lvl="4" algn="ctr">
              <a:lnSpc>
                <a:spcPct val="100000"/>
              </a:lnSpc>
              <a:spcBef>
                <a:spcPts val="0"/>
              </a:spcBef>
              <a:spcAft>
                <a:spcPts val="0"/>
              </a:spcAft>
              <a:buSzPts val="2100"/>
              <a:buNone/>
              <a:defRPr sz="2807"/>
            </a:lvl5pPr>
            <a:lvl6pPr lvl="5" algn="ctr">
              <a:lnSpc>
                <a:spcPct val="100000"/>
              </a:lnSpc>
              <a:spcBef>
                <a:spcPts val="0"/>
              </a:spcBef>
              <a:spcAft>
                <a:spcPts val="0"/>
              </a:spcAft>
              <a:buSzPts val="2100"/>
              <a:buNone/>
              <a:defRPr sz="2807"/>
            </a:lvl6pPr>
            <a:lvl7pPr lvl="6" algn="ctr">
              <a:lnSpc>
                <a:spcPct val="100000"/>
              </a:lnSpc>
              <a:spcBef>
                <a:spcPts val="0"/>
              </a:spcBef>
              <a:spcAft>
                <a:spcPts val="0"/>
              </a:spcAft>
              <a:buSzPts val="2100"/>
              <a:buNone/>
              <a:defRPr sz="2807"/>
            </a:lvl7pPr>
            <a:lvl8pPr lvl="7" algn="ctr">
              <a:lnSpc>
                <a:spcPct val="100000"/>
              </a:lnSpc>
              <a:spcBef>
                <a:spcPts val="0"/>
              </a:spcBef>
              <a:spcAft>
                <a:spcPts val="0"/>
              </a:spcAft>
              <a:buSzPts val="2100"/>
              <a:buNone/>
              <a:defRPr sz="2807"/>
            </a:lvl8pPr>
            <a:lvl9pPr lvl="8" algn="ctr">
              <a:lnSpc>
                <a:spcPct val="100000"/>
              </a:lnSpc>
              <a:spcBef>
                <a:spcPts val="0"/>
              </a:spcBef>
              <a:spcAft>
                <a:spcPts val="0"/>
              </a:spcAft>
              <a:buSzPts val="2100"/>
              <a:buNone/>
              <a:defRPr sz="2807"/>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1_2">
    <p:spTree>
      <p:nvGrpSpPr>
        <p:cNvPr id="1" name="Shape 235"/>
        <p:cNvGrpSpPr/>
        <p:nvPr/>
      </p:nvGrpSpPr>
      <p:grpSpPr>
        <a:xfrm>
          <a:off x="0" y="0"/>
          <a:ext cx="0" cy="0"/>
          <a:chOff x="0" y="0"/>
          <a:chExt cx="0" cy="0"/>
        </a:xfrm>
      </p:grpSpPr>
      <p:grpSp>
        <p:nvGrpSpPr>
          <p:cNvPr id="236" name="Google Shape;236;p24"/>
          <p:cNvGrpSpPr/>
          <p:nvPr/>
        </p:nvGrpSpPr>
        <p:grpSpPr>
          <a:xfrm>
            <a:off x="1" y="18"/>
            <a:ext cx="12201339" cy="6857986"/>
            <a:chOff x="0" y="11"/>
            <a:chExt cx="9151004" cy="5143489"/>
          </a:xfrm>
        </p:grpSpPr>
        <p:sp>
          <p:nvSpPr>
            <p:cNvPr id="237" name="Google Shape;237;p24"/>
            <p:cNvSpPr/>
            <p:nvPr/>
          </p:nvSpPr>
          <p:spPr>
            <a:xfrm rot="10800000">
              <a:off x="0" y="1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238" name="Google Shape;238;p24"/>
            <p:cNvSpPr/>
            <p:nvPr/>
          </p:nvSpPr>
          <p:spPr>
            <a:xfrm rot="10800000">
              <a:off x="7317389" y="3920459"/>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grpSp>
        <p:nvGrpSpPr>
          <p:cNvPr id="239" name="Google Shape;239;p24"/>
          <p:cNvGrpSpPr/>
          <p:nvPr/>
        </p:nvGrpSpPr>
        <p:grpSpPr>
          <a:xfrm>
            <a:off x="2005108" y="-2700159"/>
            <a:ext cx="9880052" cy="12570313"/>
            <a:chOff x="1503828" y="-2025120"/>
            <a:chExt cx="7410038" cy="9427735"/>
          </a:xfrm>
        </p:grpSpPr>
        <p:sp>
          <p:nvSpPr>
            <p:cNvPr id="240" name="Google Shape;240;p24"/>
            <p:cNvSpPr/>
            <p:nvPr/>
          </p:nvSpPr>
          <p:spPr>
            <a:xfrm rot="2203802">
              <a:off x="1738683" y="4600168"/>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sp>
          <p:nvSpPr>
            <p:cNvPr id="241" name="Google Shape;241;p24"/>
            <p:cNvSpPr/>
            <p:nvPr/>
          </p:nvSpPr>
          <p:spPr>
            <a:xfrm rot="-1048249">
              <a:off x="5198820" y="-1544172"/>
              <a:ext cx="3503360" cy="194850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1_2_1">
    <p:spTree>
      <p:nvGrpSpPr>
        <p:cNvPr id="1" name="Shape 242"/>
        <p:cNvGrpSpPr/>
        <p:nvPr/>
      </p:nvGrpSpPr>
      <p:grpSpPr>
        <a:xfrm>
          <a:off x="0" y="0"/>
          <a:ext cx="0" cy="0"/>
          <a:chOff x="0" y="0"/>
          <a:chExt cx="0" cy="0"/>
        </a:xfrm>
      </p:grpSpPr>
      <p:grpSp>
        <p:nvGrpSpPr>
          <p:cNvPr id="243" name="Google Shape;243;p25"/>
          <p:cNvGrpSpPr/>
          <p:nvPr/>
        </p:nvGrpSpPr>
        <p:grpSpPr>
          <a:xfrm>
            <a:off x="2" y="-8288"/>
            <a:ext cx="12218830" cy="6866288"/>
            <a:chOff x="0" y="-6216"/>
            <a:chExt cx="9164122" cy="5149716"/>
          </a:xfrm>
        </p:grpSpPr>
        <p:sp>
          <p:nvSpPr>
            <p:cNvPr id="244" name="Google Shape;244;p25"/>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245" name="Google Shape;245;p25"/>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grpSp>
        <p:nvGrpSpPr>
          <p:cNvPr id="246" name="Google Shape;246;p25"/>
          <p:cNvGrpSpPr/>
          <p:nvPr/>
        </p:nvGrpSpPr>
        <p:grpSpPr>
          <a:xfrm>
            <a:off x="3158985" y="-3684999"/>
            <a:ext cx="7547851" cy="13601353"/>
            <a:chOff x="2242539" y="-2772200"/>
            <a:chExt cx="5660888" cy="10201015"/>
          </a:xfrm>
        </p:grpSpPr>
        <p:sp>
          <p:nvSpPr>
            <p:cNvPr id="247" name="Google Shape;247;p25"/>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sp>
          <p:nvSpPr>
            <p:cNvPr id="248" name="Google Shape;248;p25"/>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2">
                <a:solidFill>
                  <a:schemeClr val="dk1"/>
                </a:solidFil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21"/>
        <p:cNvGrpSpPr/>
        <p:nvPr/>
      </p:nvGrpSpPr>
      <p:grpSpPr>
        <a:xfrm>
          <a:off x="0" y="0"/>
          <a:ext cx="0" cy="0"/>
          <a:chOff x="0" y="0"/>
          <a:chExt cx="0" cy="0"/>
        </a:xfrm>
      </p:grpSpPr>
      <p:grpSp>
        <p:nvGrpSpPr>
          <p:cNvPr id="122" name="Google Shape;122;p6"/>
          <p:cNvGrpSpPr/>
          <p:nvPr/>
        </p:nvGrpSpPr>
        <p:grpSpPr>
          <a:xfrm>
            <a:off x="-1274324" y="4290698"/>
            <a:ext cx="14461103" cy="5294705"/>
            <a:chOff x="-955743" y="3218023"/>
            <a:chExt cx="10845827" cy="3971029"/>
          </a:xfrm>
        </p:grpSpPr>
        <p:sp>
          <p:nvSpPr>
            <p:cNvPr id="123" name="Google Shape;123;p6"/>
            <p:cNvSpPr/>
            <p:nvPr/>
          </p:nvSpPr>
          <p:spPr>
            <a:xfrm flipH="1">
              <a:off x="1974030" y="4616324"/>
              <a:ext cx="5911220" cy="2572728"/>
            </a:xfrm>
            <a:custGeom>
              <a:avLst/>
              <a:gdLst/>
              <a:ahLst/>
              <a:cxnLst/>
              <a:rect l="l" t="t" r="r" b="b"/>
              <a:pathLst>
                <a:path w="165650" h="85951" extrusionOk="0">
                  <a:moveTo>
                    <a:pt x="84553" y="0"/>
                  </a:moveTo>
                  <a:cubicBezTo>
                    <a:pt x="83418" y="52"/>
                    <a:pt x="82283" y="464"/>
                    <a:pt x="81458" y="1238"/>
                  </a:cubicBezTo>
                  <a:cubicBezTo>
                    <a:pt x="80168" y="2218"/>
                    <a:pt x="78311" y="2270"/>
                    <a:pt x="76712" y="2373"/>
                  </a:cubicBezTo>
                  <a:cubicBezTo>
                    <a:pt x="75164" y="2373"/>
                    <a:pt x="73617" y="2218"/>
                    <a:pt x="72121" y="1961"/>
                  </a:cubicBezTo>
                  <a:cubicBezTo>
                    <a:pt x="71158" y="1823"/>
                    <a:pt x="70172" y="1754"/>
                    <a:pt x="69193" y="1754"/>
                  </a:cubicBezTo>
                  <a:cubicBezTo>
                    <a:pt x="68704" y="1754"/>
                    <a:pt x="68217" y="1771"/>
                    <a:pt x="67736" y="1806"/>
                  </a:cubicBezTo>
                  <a:cubicBezTo>
                    <a:pt x="67065" y="1806"/>
                    <a:pt x="66343" y="1806"/>
                    <a:pt x="65672" y="1909"/>
                  </a:cubicBezTo>
                  <a:cubicBezTo>
                    <a:pt x="64847" y="2115"/>
                    <a:pt x="64021" y="2218"/>
                    <a:pt x="63196" y="2270"/>
                  </a:cubicBezTo>
                  <a:cubicBezTo>
                    <a:pt x="63016" y="2256"/>
                    <a:pt x="62840" y="2250"/>
                    <a:pt x="62667" y="2250"/>
                  </a:cubicBezTo>
                  <a:cubicBezTo>
                    <a:pt x="62193" y="2250"/>
                    <a:pt x="61740" y="2298"/>
                    <a:pt x="61287" y="2373"/>
                  </a:cubicBezTo>
                  <a:cubicBezTo>
                    <a:pt x="60565" y="2580"/>
                    <a:pt x="59894" y="2838"/>
                    <a:pt x="59275" y="3147"/>
                  </a:cubicBezTo>
                  <a:cubicBezTo>
                    <a:pt x="58501" y="3457"/>
                    <a:pt x="57779" y="3663"/>
                    <a:pt x="57005" y="3921"/>
                  </a:cubicBezTo>
                  <a:cubicBezTo>
                    <a:pt x="56386" y="4230"/>
                    <a:pt x="55716" y="4385"/>
                    <a:pt x="55045" y="4488"/>
                  </a:cubicBezTo>
                  <a:cubicBezTo>
                    <a:pt x="54374" y="4540"/>
                    <a:pt x="53704" y="4849"/>
                    <a:pt x="52981" y="4849"/>
                  </a:cubicBezTo>
                  <a:cubicBezTo>
                    <a:pt x="52208" y="4901"/>
                    <a:pt x="51434" y="5004"/>
                    <a:pt x="50712" y="5211"/>
                  </a:cubicBezTo>
                  <a:cubicBezTo>
                    <a:pt x="49216" y="5726"/>
                    <a:pt x="47771" y="6294"/>
                    <a:pt x="46378" y="6965"/>
                  </a:cubicBezTo>
                  <a:cubicBezTo>
                    <a:pt x="45604" y="7274"/>
                    <a:pt x="44831" y="7532"/>
                    <a:pt x="44057" y="7790"/>
                  </a:cubicBezTo>
                  <a:cubicBezTo>
                    <a:pt x="43283" y="8048"/>
                    <a:pt x="42406" y="8151"/>
                    <a:pt x="41684" y="8461"/>
                  </a:cubicBezTo>
                  <a:cubicBezTo>
                    <a:pt x="41065" y="8719"/>
                    <a:pt x="40549" y="9131"/>
                    <a:pt x="39981" y="9441"/>
                  </a:cubicBezTo>
                  <a:cubicBezTo>
                    <a:pt x="39208" y="9699"/>
                    <a:pt x="38434" y="9905"/>
                    <a:pt x="37608" y="10008"/>
                  </a:cubicBezTo>
                  <a:cubicBezTo>
                    <a:pt x="36675" y="10166"/>
                    <a:pt x="35738" y="10216"/>
                    <a:pt x="34799" y="10216"/>
                  </a:cubicBezTo>
                  <a:cubicBezTo>
                    <a:pt x="33173" y="10216"/>
                    <a:pt x="31542" y="10066"/>
                    <a:pt x="29917" y="10066"/>
                  </a:cubicBezTo>
                  <a:cubicBezTo>
                    <a:pt x="29108" y="10066"/>
                    <a:pt x="28301" y="10103"/>
                    <a:pt x="27497" y="10215"/>
                  </a:cubicBezTo>
                  <a:cubicBezTo>
                    <a:pt x="26826" y="10318"/>
                    <a:pt x="26156" y="10524"/>
                    <a:pt x="25485" y="10730"/>
                  </a:cubicBezTo>
                  <a:cubicBezTo>
                    <a:pt x="24815" y="10834"/>
                    <a:pt x="24144" y="11040"/>
                    <a:pt x="23473" y="11298"/>
                  </a:cubicBezTo>
                  <a:cubicBezTo>
                    <a:pt x="22699" y="11607"/>
                    <a:pt x="21977" y="12123"/>
                    <a:pt x="21203" y="12433"/>
                  </a:cubicBezTo>
                  <a:cubicBezTo>
                    <a:pt x="20430" y="12742"/>
                    <a:pt x="19656" y="13052"/>
                    <a:pt x="18882" y="13258"/>
                  </a:cubicBezTo>
                  <a:cubicBezTo>
                    <a:pt x="17334" y="13671"/>
                    <a:pt x="16045" y="14445"/>
                    <a:pt x="14549" y="14961"/>
                  </a:cubicBezTo>
                  <a:cubicBezTo>
                    <a:pt x="13104" y="15425"/>
                    <a:pt x="11660" y="15580"/>
                    <a:pt x="10215" y="16096"/>
                  </a:cubicBezTo>
                  <a:cubicBezTo>
                    <a:pt x="9441" y="16457"/>
                    <a:pt x="8564" y="16663"/>
                    <a:pt x="7687" y="16766"/>
                  </a:cubicBezTo>
                  <a:cubicBezTo>
                    <a:pt x="7120" y="16818"/>
                    <a:pt x="6552" y="16869"/>
                    <a:pt x="6037" y="16973"/>
                  </a:cubicBezTo>
                  <a:cubicBezTo>
                    <a:pt x="5211" y="17179"/>
                    <a:pt x="4437" y="17540"/>
                    <a:pt x="3818" y="18056"/>
                  </a:cubicBezTo>
                  <a:cubicBezTo>
                    <a:pt x="3818" y="17983"/>
                    <a:pt x="3741" y="17910"/>
                    <a:pt x="3677" y="17910"/>
                  </a:cubicBezTo>
                  <a:cubicBezTo>
                    <a:pt x="3651" y="17910"/>
                    <a:pt x="3627" y="17923"/>
                    <a:pt x="3612" y="17953"/>
                  </a:cubicBezTo>
                  <a:cubicBezTo>
                    <a:pt x="3199" y="18417"/>
                    <a:pt x="2580" y="18778"/>
                    <a:pt x="2322" y="19294"/>
                  </a:cubicBezTo>
                  <a:cubicBezTo>
                    <a:pt x="2013" y="19965"/>
                    <a:pt x="1961" y="20739"/>
                    <a:pt x="2219" y="21461"/>
                  </a:cubicBezTo>
                  <a:cubicBezTo>
                    <a:pt x="2529" y="22441"/>
                    <a:pt x="2735" y="23473"/>
                    <a:pt x="2838" y="24556"/>
                  </a:cubicBezTo>
                  <a:cubicBezTo>
                    <a:pt x="2890" y="25794"/>
                    <a:pt x="2838" y="27032"/>
                    <a:pt x="2838" y="28219"/>
                  </a:cubicBezTo>
                  <a:cubicBezTo>
                    <a:pt x="2735" y="33171"/>
                    <a:pt x="2941" y="38072"/>
                    <a:pt x="2838" y="43024"/>
                  </a:cubicBezTo>
                  <a:cubicBezTo>
                    <a:pt x="2838" y="45346"/>
                    <a:pt x="2477" y="47667"/>
                    <a:pt x="2477" y="50040"/>
                  </a:cubicBezTo>
                  <a:lnTo>
                    <a:pt x="2477" y="57314"/>
                  </a:lnTo>
                  <a:lnTo>
                    <a:pt x="2477" y="68199"/>
                  </a:lnTo>
                  <a:cubicBezTo>
                    <a:pt x="2477" y="69334"/>
                    <a:pt x="2580" y="70469"/>
                    <a:pt x="2477" y="71553"/>
                  </a:cubicBezTo>
                  <a:cubicBezTo>
                    <a:pt x="2425" y="72275"/>
                    <a:pt x="2219" y="72945"/>
                    <a:pt x="2116" y="73668"/>
                  </a:cubicBezTo>
                  <a:cubicBezTo>
                    <a:pt x="2064" y="74184"/>
                    <a:pt x="2064" y="74751"/>
                    <a:pt x="2013" y="75267"/>
                  </a:cubicBezTo>
                  <a:cubicBezTo>
                    <a:pt x="1961" y="76711"/>
                    <a:pt x="1806" y="78156"/>
                    <a:pt x="1497" y="79549"/>
                  </a:cubicBezTo>
                  <a:cubicBezTo>
                    <a:pt x="1187" y="81096"/>
                    <a:pt x="1" y="82953"/>
                    <a:pt x="723" y="84501"/>
                  </a:cubicBezTo>
                  <a:cubicBezTo>
                    <a:pt x="775" y="84553"/>
                    <a:pt x="826" y="84553"/>
                    <a:pt x="878" y="84604"/>
                  </a:cubicBezTo>
                  <a:cubicBezTo>
                    <a:pt x="1394" y="84553"/>
                    <a:pt x="1961" y="84398"/>
                    <a:pt x="2477" y="84140"/>
                  </a:cubicBezTo>
                  <a:cubicBezTo>
                    <a:pt x="3199" y="83882"/>
                    <a:pt x="4025" y="83779"/>
                    <a:pt x="4747" y="83573"/>
                  </a:cubicBezTo>
                  <a:cubicBezTo>
                    <a:pt x="5797" y="83335"/>
                    <a:pt x="6848" y="83209"/>
                    <a:pt x="7898" y="83209"/>
                  </a:cubicBezTo>
                  <a:cubicBezTo>
                    <a:pt x="8447" y="83209"/>
                    <a:pt x="8996" y="83244"/>
                    <a:pt x="9545" y="83315"/>
                  </a:cubicBezTo>
                  <a:cubicBezTo>
                    <a:pt x="11299" y="83521"/>
                    <a:pt x="13053" y="83624"/>
                    <a:pt x="14807" y="83624"/>
                  </a:cubicBezTo>
                  <a:cubicBezTo>
                    <a:pt x="15428" y="83588"/>
                    <a:pt x="16043" y="83570"/>
                    <a:pt x="16656" y="83570"/>
                  </a:cubicBezTo>
                  <a:cubicBezTo>
                    <a:pt x="17773" y="83570"/>
                    <a:pt x="18884" y="83627"/>
                    <a:pt x="20017" y="83727"/>
                  </a:cubicBezTo>
                  <a:cubicBezTo>
                    <a:pt x="23238" y="84130"/>
                    <a:pt x="26362" y="85122"/>
                    <a:pt x="29626" y="85122"/>
                  </a:cubicBezTo>
                  <a:cubicBezTo>
                    <a:pt x="29707" y="85122"/>
                    <a:pt x="29789" y="85121"/>
                    <a:pt x="29870" y="85120"/>
                  </a:cubicBezTo>
                  <a:cubicBezTo>
                    <a:pt x="30696" y="85069"/>
                    <a:pt x="31521" y="85043"/>
                    <a:pt x="32353" y="85043"/>
                  </a:cubicBezTo>
                  <a:cubicBezTo>
                    <a:pt x="33185" y="85043"/>
                    <a:pt x="34023" y="85069"/>
                    <a:pt x="34874" y="85120"/>
                  </a:cubicBezTo>
                  <a:cubicBezTo>
                    <a:pt x="36577" y="85327"/>
                    <a:pt x="38227" y="85688"/>
                    <a:pt x="40033" y="85842"/>
                  </a:cubicBezTo>
                  <a:cubicBezTo>
                    <a:pt x="40525" y="85872"/>
                    <a:pt x="41019" y="85885"/>
                    <a:pt x="41513" y="85885"/>
                  </a:cubicBezTo>
                  <a:cubicBezTo>
                    <a:pt x="44171" y="85885"/>
                    <a:pt x="46855" y="85521"/>
                    <a:pt x="49542" y="85521"/>
                  </a:cubicBezTo>
                  <a:cubicBezTo>
                    <a:pt x="49812" y="85521"/>
                    <a:pt x="50081" y="85525"/>
                    <a:pt x="50350" y="85533"/>
                  </a:cubicBezTo>
                  <a:cubicBezTo>
                    <a:pt x="53556" y="85581"/>
                    <a:pt x="56944" y="85950"/>
                    <a:pt x="60257" y="85950"/>
                  </a:cubicBezTo>
                  <a:cubicBezTo>
                    <a:pt x="60463" y="85950"/>
                    <a:pt x="60669" y="85949"/>
                    <a:pt x="60874" y="85946"/>
                  </a:cubicBezTo>
                  <a:cubicBezTo>
                    <a:pt x="62577" y="85894"/>
                    <a:pt x="64279" y="85946"/>
                    <a:pt x="65930" y="85791"/>
                  </a:cubicBezTo>
                  <a:cubicBezTo>
                    <a:pt x="67581" y="85636"/>
                    <a:pt x="69386" y="85533"/>
                    <a:pt x="71140" y="85430"/>
                  </a:cubicBezTo>
                  <a:cubicBezTo>
                    <a:pt x="74494" y="85327"/>
                    <a:pt x="77847" y="85017"/>
                    <a:pt x="81200" y="84501"/>
                  </a:cubicBezTo>
                  <a:cubicBezTo>
                    <a:pt x="83006" y="84088"/>
                    <a:pt x="84811" y="83830"/>
                    <a:pt x="86617" y="83624"/>
                  </a:cubicBezTo>
                  <a:cubicBezTo>
                    <a:pt x="87201" y="83607"/>
                    <a:pt x="87786" y="83601"/>
                    <a:pt x="88371" y="83601"/>
                  </a:cubicBezTo>
                  <a:cubicBezTo>
                    <a:pt x="89540" y="83601"/>
                    <a:pt x="90709" y="83624"/>
                    <a:pt x="91879" y="83624"/>
                  </a:cubicBezTo>
                  <a:cubicBezTo>
                    <a:pt x="95438" y="83573"/>
                    <a:pt x="98946" y="83108"/>
                    <a:pt x="102454" y="82696"/>
                  </a:cubicBezTo>
                  <a:cubicBezTo>
                    <a:pt x="105962" y="82334"/>
                    <a:pt x="109573" y="81973"/>
                    <a:pt x="113081" y="81819"/>
                  </a:cubicBezTo>
                  <a:cubicBezTo>
                    <a:pt x="114887" y="81767"/>
                    <a:pt x="116641" y="81612"/>
                    <a:pt x="118395" y="81457"/>
                  </a:cubicBezTo>
                  <a:cubicBezTo>
                    <a:pt x="120046" y="81354"/>
                    <a:pt x="121696" y="81457"/>
                    <a:pt x="123296" y="81251"/>
                  </a:cubicBezTo>
                  <a:cubicBezTo>
                    <a:pt x="125050" y="81096"/>
                    <a:pt x="126804" y="80787"/>
                    <a:pt x="128558" y="80735"/>
                  </a:cubicBezTo>
                  <a:cubicBezTo>
                    <a:pt x="129383" y="80684"/>
                    <a:pt x="130221" y="80671"/>
                    <a:pt x="131060" y="80671"/>
                  </a:cubicBezTo>
                  <a:cubicBezTo>
                    <a:pt x="131898" y="80671"/>
                    <a:pt x="132736" y="80684"/>
                    <a:pt x="133562" y="80684"/>
                  </a:cubicBezTo>
                  <a:cubicBezTo>
                    <a:pt x="134273" y="80663"/>
                    <a:pt x="134983" y="80653"/>
                    <a:pt x="135691" y="80653"/>
                  </a:cubicBezTo>
                  <a:cubicBezTo>
                    <a:pt x="138524" y="80653"/>
                    <a:pt x="141331" y="80818"/>
                    <a:pt x="144137" y="81148"/>
                  </a:cubicBezTo>
                  <a:cubicBezTo>
                    <a:pt x="147294" y="81566"/>
                    <a:pt x="150451" y="81775"/>
                    <a:pt x="153646" y="81775"/>
                  </a:cubicBezTo>
                  <a:cubicBezTo>
                    <a:pt x="154001" y="81775"/>
                    <a:pt x="154357" y="81772"/>
                    <a:pt x="154713" y="81767"/>
                  </a:cubicBezTo>
                  <a:cubicBezTo>
                    <a:pt x="155005" y="81758"/>
                    <a:pt x="155298" y="81754"/>
                    <a:pt x="155593" y="81754"/>
                  </a:cubicBezTo>
                  <a:cubicBezTo>
                    <a:pt x="157017" y="81754"/>
                    <a:pt x="158470" y="81854"/>
                    <a:pt x="159923" y="82025"/>
                  </a:cubicBezTo>
                  <a:cubicBezTo>
                    <a:pt x="160697" y="82180"/>
                    <a:pt x="161522" y="82231"/>
                    <a:pt x="162348" y="82231"/>
                  </a:cubicBezTo>
                  <a:cubicBezTo>
                    <a:pt x="162475" y="82243"/>
                    <a:pt x="162603" y="82249"/>
                    <a:pt x="162730" y="82249"/>
                  </a:cubicBezTo>
                  <a:cubicBezTo>
                    <a:pt x="163167" y="82249"/>
                    <a:pt x="163598" y="82173"/>
                    <a:pt x="163998" y="81973"/>
                  </a:cubicBezTo>
                  <a:cubicBezTo>
                    <a:pt x="164617" y="81509"/>
                    <a:pt x="164463" y="80632"/>
                    <a:pt x="164463" y="79961"/>
                  </a:cubicBezTo>
                  <a:cubicBezTo>
                    <a:pt x="164514" y="79342"/>
                    <a:pt x="164617" y="78723"/>
                    <a:pt x="164721" y="78156"/>
                  </a:cubicBezTo>
                  <a:cubicBezTo>
                    <a:pt x="164824" y="77330"/>
                    <a:pt x="164875" y="76505"/>
                    <a:pt x="164875" y="75628"/>
                  </a:cubicBezTo>
                  <a:cubicBezTo>
                    <a:pt x="164927" y="72275"/>
                    <a:pt x="165649" y="68922"/>
                    <a:pt x="165649" y="65517"/>
                  </a:cubicBezTo>
                  <a:cubicBezTo>
                    <a:pt x="165598" y="63763"/>
                    <a:pt x="165649" y="62060"/>
                    <a:pt x="165649" y="60358"/>
                  </a:cubicBezTo>
                  <a:cubicBezTo>
                    <a:pt x="165649" y="59481"/>
                    <a:pt x="165494" y="58656"/>
                    <a:pt x="165391" y="57779"/>
                  </a:cubicBezTo>
                  <a:cubicBezTo>
                    <a:pt x="165391" y="56953"/>
                    <a:pt x="165288" y="56179"/>
                    <a:pt x="165185" y="55406"/>
                  </a:cubicBezTo>
                  <a:cubicBezTo>
                    <a:pt x="164875" y="54116"/>
                    <a:pt x="163998" y="53084"/>
                    <a:pt x="163740" y="51794"/>
                  </a:cubicBezTo>
                  <a:cubicBezTo>
                    <a:pt x="163431" y="50092"/>
                    <a:pt x="163328" y="48338"/>
                    <a:pt x="163431" y="46584"/>
                  </a:cubicBezTo>
                  <a:cubicBezTo>
                    <a:pt x="163482" y="45810"/>
                    <a:pt x="163482" y="45036"/>
                    <a:pt x="163431" y="44263"/>
                  </a:cubicBezTo>
                  <a:cubicBezTo>
                    <a:pt x="163328" y="43437"/>
                    <a:pt x="163070" y="42663"/>
                    <a:pt x="163018" y="41890"/>
                  </a:cubicBezTo>
                  <a:cubicBezTo>
                    <a:pt x="162915" y="40136"/>
                    <a:pt x="162709" y="38433"/>
                    <a:pt x="162605" y="36731"/>
                  </a:cubicBezTo>
                  <a:cubicBezTo>
                    <a:pt x="162502" y="34977"/>
                    <a:pt x="162502" y="33378"/>
                    <a:pt x="162296" y="31727"/>
                  </a:cubicBezTo>
                  <a:cubicBezTo>
                    <a:pt x="162090" y="30076"/>
                    <a:pt x="161677" y="28631"/>
                    <a:pt x="161367" y="27084"/>
                  </a:cubicBezTo>
                  <a:cubicBezTo>
                    <a:pt x="161213" y="26258"/>
                    <a:pt x="161161" y="25485"/>
                    <a:pt x="161006" y="24711"/>
                  </a:cubicBezTo>
                  <a:cubicBezTo>
                    <a:pt x="160903" y="24246"/>
                    <a:pt x="160851" y="23782"/>
                    <a:pt x="160800" y="23318"/>
                  </a:cubicBezTo>
                  <a:cubicBezTo>
                    <a:pt x="160800" y="22854"/>
                    <a:pt x="160851" y="22441"/>
                    <a:pt x="160800" y="22028"/>
                  </a:cubicBezTo>
                  <a:cubicBezTo>
                    <a:pt x="160645" y="20945"/>
                    <a:pt x="159613" y="20481"/>
                    <a:pt x="158788" y="20016"/>
                  </a:cubicBezTo>
                  <a:cubicBezTo>
                    <a:pt x="158272" y="19707"/>
                    <a:pt x="157705" y="19449"/>
                    <a:pt x="157086" y="19242"/>
                  </a:cubicBezTo>
                  <a:cubicBezTo>
                    <a:pt x="156209" y="18933"/>
                    <a:pt x="155383" y="18469"/>
                    <a:pt x="154506" y="18108"/>
                  </a:cubicBezTo>
                  <a:cubicBezTo>
                    <a:pt x="153858" y="17837"/>
                    <a:pt x="153167" y="17765"/>
                    <a:pt x="152471" y="17765"/>
                  </a:cubicBezTo>
                  <a:cubicBezTo>
                    <a:pt x="151838" y="17765"/>
                    <a:pt x="151200" y="17825"/>
                    <a:pt x="150586" y="17850"/>
                  </a:cubicBezTo>
                  <a:cubicBezTo>
                    <a:pt x="149164" y="17850"/>
                    <a:pt x="147742" y="18013"/>
                    <a:pt x="146285" y="18013"/>
                  </a:cubicBezTo>
                  <a:cubicBezTo>
                    <a:pt x="146102" y="18013"/>
                    <a:pt x="145920" y="18010"/>
                    <a:pt x="145736" y="18004"/>
                  </a:cubicBezTo>
                  <a:cubicBezTo>
                    <a:pt x="144859" y="18004"/>
                    <a:pt x="144034" y="17798"/>
                    <a:pt x="143260" y="17437"/>
                  </a:cubicBezTo>
                  <a:cubicBezTo>
                    <a:pt x="142589" y="17127"/>
                    <a:pt x="142074" y="16715"/>
                    <a:pt x="141403" y="16405"/>
                  </a:cubicBezTo>
                  <a:cubicBezTo>
                    <a:pt x="140010" y="15786"/>
                    <a:pt x="138566" y="15786"/>
                    <a:pt x="137070" y="15477"/>
                  </a:cubicBezTo>
                  <a:cubicBezTo>
                    <a:pt x="136347" y="15322"/>
                    <a:pt x="135625" y="15115"/>
                    <a:pt x="134954" y="14857"/>
                  </a:cubicBezTo>
                  <a:cubicBezTo>
                    <a:pt x="134181" y="14651"/>
                    <a:pt x="133458" y="14393"/>
                    <a:pt x="132736" y="14032"/>
                  </a:cubicBezTo>
                  <a:cubicBezTo>
                    <a:pt x="132323" y="13671"/>
                    <a:pt x="131808" y="13361"/>
                    <a:pt x="131343" y="13155"/>
                  </a:cubicBezTo>
                  <a:cubicBezTo>
                    <a:pt x="130673" y="12949"/>
                    <a:pt x="129950" y="12846"/>
                    <a:pt x="129280" y="12794"/>
                  </a:cubicBezTo>
                  <a:cubicBezTo>
                    <a:pt x="128119" y="12678"/>
                    <a:pt x="126958" y="12620"/>
                    <a:pt x="125798" y="12620"/>
                  </a:cubicBezTo>
                  <a:cubicBezTo>
                    <a:pt x="125411" y="12620"/>
                    <a:pt x="125024" y="12626"/>
                    <a:pt x="124637" y="12639"/>
                  </a:cubicBezTo>
                  <a:cubicBezTo>
                    <a:pt x="124508" y="12648"/>
                    <a:pt x="124379" y="12652"/>
                    <a:pt x="124250" y="12652"/>
                  </a:cubicBezTo>
                  <a:cubicBezTo>
                    <a:pt x="123605" y="12652"/>
                    <a:pt x="122960" y="12545"/>
                    <a:pt x="122315" y="12330"/>
                  </a:cubicBezTo>
                  <a:cubicBezTo>
                    <a:pt x="121490" y="12072"/>
                    <a:pt x="120768" y="11659"/>
                    <a:pt x="119994" y="11298"/>
                  </a:cubicBezTo>
                  <a:cubicBezTo>
                    <a:pt x="118446" y="10679"/>
                    <a:pt x="116899" y="10215"/>
                    <a:pt x="115454" y="9544"/>
                  </a:cubicBezTo>
                  <a:cubicBezTo>
                    <a:pt x="114010" y="8873"/>
                    <a:pt x="112359" y="8306"/>
                    <a:pt x="110863" y="7532"/>
                  </a:cubicBezTo>
                  <a:cubicBezTo>
                    <a:pt x="109522" y="6810"/>
                    <a:pt x="108284" y="5933"/>
                    <a:pt x="106839" y="5417"/>
                  </a:cubicBezTo>
                  <a:cubicBezTo>
                    <a:pt x="106220" y="5211"/>
                    <a:pt x="105653" y="4849"/>
                    <a:pt x="104982" y="4643"/>
                  </a:cubicBezTo>
                  <a:cubicBezTo>
                    <a:pt x="104260" y="4437"/>
                    <a:pt x="103486" y="4334"/>
                    <a:pt x="102712" y="4282"/>
                  </a:cubicBezTo>
                  <a:cubicBezTo>
                    <a:pt x="101990" y="4127"/>
                    <a:pt x="101216" y="3818"/>
                    <a:pt x="100442" y="3663"/>
                  </a:cubicBezTo>
                  <a:cubicBezTo>
                    <a:pt x="99668" y="3508"/>
                    <a:pt x="98740" y="3353"/>
                    <a:pt x="97863" y="3199"/>
                  </a:cubicBezTo>
                  <a:cubicBezTo>
                    <a:pt x="96264" y="2889"/>
                    <a:pt x="94664" y="2322"/>
                    <a:pt x="93220" y="1548"/>
                  </a:cubicBezTo>
                  <a:cubicBezTo>
                    <a:pt x="91930" y="929"/>
                    <a:pt x="90589" y="568"/>
                    <a:pt x="89196" y="464"/>
                  </a:cubicBezTo>
                  <a:cubicBezTo>
                    <a:pt x="88371" y="413"/>
                    <a:pt x="87648" y="155"/>
                    <a:pt x="86823" y="52"/>
                  </a:cubicBezTo>
                  <a:cubicBezTo>
                    <a:pt x="86101" y="0"/>
                    <a:pt x="85327" y="0"/>
                    <a:pt x="845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4" name="Google Shape;124;p6"/>
            <p:cNvGrpSpPr/>
            <p:nvPr/>
          </p:nvGrpSpPr>
          <p:grpSpPr>
            <a:xfrm flipH="1">
              <a:off x="6931052" y="3218023"/>
              <a:ext cx="2959032" cy="2400663"/>
              <a:chOff x="-397560" y="3029272"/>
              <a:chExt cx="3263878" cy="2647985"/>
            </a:xfrm>
          </p:grpSpPr>
          <p:sp>
            <p:nvSpPr>
              <p:cNvPr id="125" name="Google Shape;125;p6"/>
              <p:cNvSpPr/>
              <p:nvPr/>
            </p:nvSpPr>
            <p:spPr>
              <a:xfrm flipH="1">
                <a:off x="-397560" y="3029272"/>
                <a:ext cx="3263878" cy="2647985"/>
              </a:xfrm>
              <a:custGeom>
                <a:avLst/>
                <a:gdLst/>
                <a:ahLst/>
                <a:cxnLst/>
                <a:rect l="l" t="t" r="r" b="b"/>
                <a:pathLst>
                  <a:path w="95750" h="77682" extrusionOk="0">
                    <a:moveTo>
                      <a:pt x="87755" y="0"/>
                    </a:moveTo>
                    <a:cubicBezTo>
                      <a:pt x="87610" y="0"/>
                      <a:pt x="87455" y="14"/>
                      <a:pt x="87289" y="42"/>
                    </a:cubicBezTo>
                    <a:cubicBezTo>
                      <a:pt x="85999" y="249"/>
                      <a:pt x="84555" y="1745"/>
                      <a:pt x="83575" y="2519"/>
                    </a:cubicBezTo>
                    <a:cubicBezTo>
                      <a:pt x="81614" y="3963"/>
                      <a:pt x="79912" y="5562"/>
                      <a:pt x="78106" y="7110"/>
                    </a:cubicBezTo>
                    <a:cubicBezTo>
                      <a:pt x="75063" y="9741"/>
                      <a:pt x="71193" y="12475"/>
                      <a:pt x="69955" y="16550"/>
                    </a:cubicBezTo>
                    <a:cubicBezTo>
                      <a:pt x="69336" y="18459"/>
                      <a:pt x="69646" y="19904"/>
                      <a:pt x="68356" y="21709"/>
                    </a:cubicBezTo>
                    <a:cubicBezTo>
                      <a:pt x="66602" y="24031"/>
                      <a:pt x="64693" y="26146"/>
                      <a:pt x="62527" y="28106"/>
                    </a:cubicBezTo>
                    <a:cubicBezTo>
                      <a:pt x="60721" y="29809"/>
                      <a:pt x="58761" y="31305"/>
                      <a:pt x="56801" y="32904"/>
                    </a:cubicBezTo>
                    <a:cubicBezTo>
                      <a:pt x="54582" y="34709"/>
                      <a:pt x="52725" y="36515"/>
                      <a:pt x="50094" y="37598"/>
                    </a:cubicBezTo>
                    <a:cubicBezTo>
                      <a:pt x="48856" y="38114"/>
                      <a:pt x="47566" y="38785"/>
                      <a:pt x="46277" y="39198"/>
                    </a:cubicBezTo>
                    <a:cubicBezTo>
                      <a:pt x="45039" y="39662"/>
                      <a:pt x="43800" y="39662"/>
                      <a:pt x="42614" y="40023"/>
                    </a:cubicBezTo>
                    <a:cubicBezTo>
                      <a:pt x="41118" y="40333"/>
                      <a:pt x="39828" y="41158"/>
                      <a:pt x="38900" y="42344"/>
                    </a:cubicBezTo>
                    <a:cubicBezTo>
                      <a:pt x="37455" y="44202"/>
                      <a:pt x="36527" y="46471"/>
                      <a:pt x="35288" y="48483"/>
                    </a:cubicBezTo>
                    <a:cubicBezTo>
                      <a:pt x="33896" y="50908"/>
                      <a:pt x="32348" y="53229"/>
                      <a:pt x="30594" y="55396"/>
                    </a:cubicBezTo>
                    <a:cubicBezTo>
                      <a:pt x="26828" y="59884"/>
                      <a:pt x="21927" y="63238"/>
                      <a:pt x="16407" y="65043"/>
                    </a:cubicBezTo>
                    <a:cubicBezTo>
                      <a:pt x="13776" y="65765"/>
                      <a:pt x="11197" y="66591"/>
                      <a:pt x="8669" y="67622"/>
                    </a:cubicBezTo>
                    <a:cubicBezTo>
                      <a:pt x="6141" y="68706"/>
                      <a:pt x="4181" y="70563"/>
                      <a:pt x="1498" y="70976"/>
                    </a:cubicBezTo>
                    <a:cubicBezTo>
                      <a:pt x="1332" y="70759"/>
                      <a:pt x="1111" y="70666"/>
                      <a:pt x="893" y="70666"/>
                    </a:cubicBezTo>
                    <a:cubicBezTo>
                      <a:pt x="439" y="70666"/>
                      <a:pt x="1" y="71071"/>
                      <a:pt x="106" y="71595"/>
                    </a:cubicBezTo>
                    <a:cubicBezTo>
                      <a:pt x="157" y="71801"/>
                      <a:pt x="157" y="72007"/>
                      <a:pt x="209" y="72265"/>
                    </a:cubicBezTo>
                    <a:cubicBezTo>
                      <a:pt x="312" y="72523"/>
                      <a:pt x="518" y="72730"/>
                      <a:pt x="776" y="72781"/>
                    </a:cubicBezTo>
                    <a:cubicBezTo>
                      <a:pt x="3149" y="73452"/>
                      <a:pt x="5264" y="75000"/>
                      <a:pt x="7689" y="75361"/>
                    </a:cubicBezTo>
                    <a:cubicBezTo>
                      <a:pt x="8451" y="75488"/>
                      <a:pt x="9213" y="75532"/>
                      <a:pt x="9973" y="75532"/>
                    </a:cubicBezTo>
                    <a:cubicBezTo>
                      <a:pt x="11684" y="75532"/>
                      <a:pt x="13387" y="75309"/>
                      <a:pt x="15066" y="75309"/>
                    </a:cubicBezTo>
                    <a:cubicBezTo>
                      <a:pt x="15173" y="75307"/>
                      <a:pt x="15280" y="75306"/>
                      <a:pt x="15386" y="75306"/>
                    </a:cubicBezTo>
                    <a:cubicBezTo>
                      <a:pt x="17991" y="75306"/>
                      <a:pt x="20328" y="75901"/>
                      <a:pt x="22856" y="76496"/>
                    </a:cubicBezTo>
                    <a:cubicBezTo>
                      <a:pt x="25280" y="77063"/>
                      <a:pt x="27757" y="77063"/>
                      <a:pt x="30233" y="77269"/>
                    </a:cubicBezTo>
                    <a:cubicBezTo>
                      <a:pt x="33541" y="77457"/>
                      <a:pt x="36831" y="77682"/>
                      <a:pt x="40125" y="77682"/>
                    </a:cubicBezTo>
                    <a:cubicBezTo>
                      <a:pt x="42275" y="77682"/>
                      <a:pt x="44426" y="77586"/>
                      <a:pt x="46586" y="77321"/>
                    </a:cubicBezTo>
                    <a:cubicBezTo>
                      <a:pt x="49320" y="76960"/>
                      <a:pt x="52054" y="76496"/>
                      <a:pt x="54789" y="76289"/>
                    </a:cubicBezTo>
                    <a:cubicBezTo>
                      <a:pt x="56207" y="76186"/>
                      <a:pt x="57652" y="76160"/>
                      <a:pt x="59096" y="76160"/>
                    </a:cubicBezTo>
                    <a:cubicBezTo>
                      <a:pt x="60541" y="76160"/>
                      <a:pt x="61985" y="76186"/>
                      <a:pt x="63404" y="76186"/>
                    </a:cubicBezTo>
                    <a:cubicBezTo>
                      <a:pt x="69233" y="76186"/>
                      <a:pt x="75011" y="76134"/>
                      <a:pt x="80840" y="76134"/>
                    </a:cubicBezTo>
                    <a:cubicBezTo>
                      <a:pt x="82354" y="76134"/>
                      <a:pt x="83890" y="76089"/>
                      <a:pt x="85434" y="76089"/>
                    </a:cubicBezTo>
                    <a:cubicBezTo>
                      <a:pt x="86206" y="76089"/>
                      <a:pt x="86979" y="76100"/>
                      <a:pt x="87753" y="76134"/>
                    </a:cubicBezTo>
                    <a:cubicBezTo>
                      <a:pt x="88719" y="76234"/>
                      <a:pt x="89685" y="76291"/>
                      <a:pt x="90651" y="76291"/>
                    </a:cubicBezTo>
                    <a:cubicBezTo>
                      <a:pt x="91181" y="76291"/>
                      <a:pt x="91711" y="76274"/>
                      <a:pt x="92241" y="76238"/>
                    </a:cubicBezTo>
                    <a:cubicBezTo>
                      <a:pt x="95646" y="75825"/>
                      <a:pt x="95749" y="72936"/>
                      <a:pt x="95491" y="70099"/>
                    </a:cubicBezTo>
                    <a:cubicBezTo>
                      <a:pt x="94975" y="65404"/>
                      <a:pt x="93634" y="60968"/>
                      <a:pt x="92293" y="56480"/>
                    </a:cubicBezTo>
                    <a:cubicBezTo>
                      <a:pt x="90642" y="50908"/>
                      <a:pt x="90539" y="45285"/>
                      <a:pt x="90539" y="39559"/>
                    </a:cubicBezTo>
                    <a:cubicBezTo>
                      <a:pt x="90590" y="33781"/>
                      <a:pt x="90694" y="28055"/>
                      <a:pt x="90694" y="22328"/>
                    </a:cubicBezTo>
                    <a:cubicBezTo>
                      <a:pt x="90694" y="16963"/>
                      <a:pt x="90797" y="11701"/>
                      <a:pt x="89868" y="6439"/>
                    </a:cubicBezTo>
                    <a:cubicBezTo>
                      <a:pt x="89574" y="4871"/>
                      <a:pt x="90490" y="0"/>
                      <a:pt x="877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6"/>
              <p:cNvSpPr/>
              <p:nvPr/>
            </p:nvSpPr>
            <p:spPr>
              <a:xfrm>
                <a:off x="-316377" y="4378846"/>
                <a:ext cx="2362857" cy="764655"/>
              </a:xfrm>
              <a:custGeom>
                <a:avLst/>
                <a:gdLst/>
                <a:ahLst/>
                <a:cxnLst/>
                <a:rect l="l" t="t" r="r" b="b"/>
                <a:pathLst>
                  <a:path w="132633" h="42922" extrusionOk="0">
                    <a:moveTo>
                      <a:pt x="78672" y="2167"/>
                    </a:moveTo>
                    <a:cubicBezTo>
                      <a:pt x="78678" y="2167"/>
                      <a:pt x="78684" y="2168"/>
                      <a:pt x="78690" y="2168"/>
                    </a:cubicBezTo>
                    <a:lnTo>
                      <a:pt x="78690" y="2168"/>
                    </a:lnTo>
                    <a:cubicBezTo>
                      <a:pt x="78701" y="2168"/>
                      <a:pt x="78712" y="2167"/>
                      <a:pt x="78723" y="2167"/>
                    </a:cubicBezTo>
                    <a:close/>
                    <a:moveTo>
                      <a:pt x="30643" y="1"/>
                    </a:moveTo>
                    <a:cubicBezTo>
                      <a:pt x="30128" y="1"/>
                      <a:pt x="29612" y="52"/>
                      <a:pt x="29147" y="156"/>
                    </a:cubicBezTo>
                    <a:cubicBezTo>
                      <a:pt x="28683" y="310"/>
                      <a:pt x="28167" y="413"/>
                      <a:pt x="27703" y="413"/>
                    </a:cubicBezTo>
                    <a:lnTo>
                      <a:pt x="27600" y="413"/>
                    </a:lnTo>
                    <a:cubicBezTo>
                      <a:pt x="27290" y="413"/>
                      <a:pt x="27032" y="413"/>
                      <a:pt x="26723" y="362"/>
                    </a:cubicBezTo>
                    <a:cubicBezTo>
                      <a:pt x="26310" y="362"/>
                      <a:pt x="25949" y="310"/>
                      <a:pt x="25536" y="310"/>
                    </a:cubicBezTo>
                    <a:cubicBezTo>
                      <a:pt x="25227" y="310"/>
                      <a:pt x="24969" y="362"/>
                      <a:pt x="24659" y="362"/>
                    </a:cubicBezTo>
                    <a:cubicBezTo>
                      <a:pt x="24505" y="362"/>
                      <a:pt x="24298" y="465"/>
                      <a:pt x="24092" y="465"/>
                    </a:cubicBezTo>
                    <a:cubicBezTo>
                      <a:pt x="23834" y="517"/>
                      <a:pt x="23524" y="568"/>
                      <a:pt x="23266" y="620"/>
                    </a:cubicBezTo>
                    <a:lnTo>
                      <a:pt x="21822" y="620"/>
                    </a:lnTo>
                    <a:lnTo>
                      <a:pt x="21151" y="671"/>
                    </a:lnTo>
                    <a:lnTo>
                      <a:pt x="19913" y="671"/>
                    </a:lnTo>
                    <a:cubicBezTo>
                      <a:pt x="19866" y="681"/>
                      <a:pt x="19820" y="685"/>
                      <a:pt x="19776" y="685"/>
                    </a:cubicBezTo>
                    <a:cubicBezTo>
                      <a:pt x="19580" y="685"/>
                      <a:pt x="19411" y="601"/>
                      <a:pt x="19243" y="517"/>
                    </a:cubicBezTo>
                    <a:cubicBezTo>
                      <a:pt x="19206" y="480"/>
                      <a:pt x="19144" y="444"/>
                      <a:pt x="19074" y="444"/>
                    </a:cubicBezTo>
                    <a:cubicBezTo>
                      <a:pt x="19045" y="444"/>
                      <a:pt x="19015" y="450"/>
                      <a:pt x="18985" y="465"/>
                    </a:cubicBezTo>
                    <a:cubicBezTo>
                      <a:pt x="18830" y="465"/>
                      <a:pt x="18675" y="568"/>
                      <a:pt x="18624" y="671"/>
                    </a:cubicBezTo>
                    <a:cubicBezTo>
                      <a:pt x="18366" y="981"/>
                      <a:pt x="18830" y="1239"/>
                      <a:pt x="19088" y="1342"/>
                    </a:cubicBezTo>
                    <a:cubicBezTo>
                      <a:pt x="19397" y="1497"/>
                      <a:pt x="19758" y="1600"/>
                      <a:pt x="20120" y="1600"/>
                    </a:cubicBezTo>
                    <a:lnTo>
                      <a:pt x="20584" y="1600"/>
                    </a:lnTo>
                    <a:lnTo>
                      <a:pt x="21409" y="1548"/>
                    </a:lnTo>
                    <a:cubicBezTo>
                      <a:pt x="21822" y="1548"/>
                      <a:pt x="22286" y="1497"/>
                      <a:pt x="22802" y="1497"/>
                    </a:cubicBezTo>
                    <a:cubicBezTo>
                      <a:pt x="23266" y="1497"/>
                      <a:pt x="23731" y="1445"/>
                      <a:pt x="24195" y="1342"/>
                    </a:cubicBezTo>
                    <a:cubicBezTo>
                      <a:pt x="24659" y="1290"/>
                      <a:pt x="25072" y="1239"/>
                      <a:pt x="25485" y="1239"/>
                    </a:cubicBezTo>
                    <a:lnTo>
                      <a:pt x="25639" y="1239"/>
                    </a:lnTo>
                    <a:cubicBezTo>
                      <a:pt x="25846" y="1239"/>
                      <a:pt x="26052" y="1239"/>
                      <a:pt x="26310" y="1290"/>
                    </a:cubicBezTo>
                    <a:lnTo>
                      <a:pt x="27806" y="1290"/>
                    </a:lnTo>
                    <a:cubicBezTo>
                      <a:pt x="28116" y="1290"/>
                      <a:pt x="28425" y="1290"/>
                      <a:pt x="28735" y="1239"/>
                    </a:cubicBezTo>
                    <a:cubicBezTo>
                      <a:pt x="28889" y="1239"/>
                      <a:pt x="29044" y="1136"/>
                      <a:pt x="29147" y="1084"/>
                    </a:cubicBezTo>
                    <a:cubicBezTo>
                      <a:pt x="29509" y="981"/>
                      <a:pt x="29870" y="929"/>
                      <a:pt x="30231" y="878"/>
                    </a:cubicBezTo>
                    <a:cubicBezTo>
                      <a:pt x="30798" y="878"/>
                      <a:pt x="31366" y="878"/>
                      <a:pt x="31985" y="826"/>
                    </a:cubicBezTo>
                    <a:lnTo>
                      <a:pt x="36731" y="826"/>
                    </a:lnTo>
                    <a:cubicBezTo>
                      <a:pt x="37350" y="826"/>
                      <a:pt x="37969" y="878"/>
                      <a:pt x="38588" y="929"/>
                    </a:cubicBezTo>
                    <a:lnTo>
                      <a:pt x="38743" y="929"/>
                    </a:lnTo>
                    <a:cubicBezTo>
                      <a:pt x="39155" y="981"/>
                      <a:pt x="39568" y="1084"/>
                      <a:pt x="39929" y="1290"/>
                    </a:cubicBezTo>
                    <a:cubicBezTo>
                      <a:pt x="40290" y="1548"/>
                      <a:pt x="40651" y="1703"/>
                      <a:pt x="41116" y="1755"/>
                    </a:cubicBezTo>
                    <a:cubicBezTo>
                      <a:pt x="41374" y="1755"/>
                      <a:pt x="41632" y="1806"/>
                      <a:pt x="41941" y="1858"/>
                    </a:cubicBezTo>
                    <a:cubicBezTo>
                      <a:pt x="42612" y="1961"/>
                      <a:pt x="43231" y="2064"/>
                      <a:pt x="43902" y="2064"/>
                    </a:cubicBezTo>
                    <a:lnTo>
                      <a:pt x="44314" y="2064"/>
                    </a:lnTo>
                    <a:cubicBezTo>
                      <a:pt x="44572" y="2064"/>
                      <a:pt x="44830" y="2013"/>
                      <a:pt x="45140" y="1961"/>
                    </a:cubicBezTo>
                    <a:cubicBezTo>
                      <a:pt x="45398" y="1910"/>
                      <a:pt x="45656" y="1858"/>
                      <a:pt x="45913" y="1858"/>
                    </a:cubicBezTo>
                    <a:cubicBezTo>
                      <a:pt x="46223" y="1858"/>
                      <a:pt x="46481" y="1806"/>
                      <a:pt x="46739" y="1755"/>
                    </a:cubicBezTo>
                    <a:cubicBezTo>
                      <a:pt x="46997" y="1703"/>
                      <a:pt x="47203" y="1703"/>
                      <a:pt x="47409" y="1652"/>
                    </a:cubicBezTo>
                    <a:lnTo>
                      <a:pt x="48029" y="1652"/>
                    </a:lnTo>
                    <a:cubicBezTo>
                      <a:pt x="48338" y="1652"/>
                      <a:pt x="48648" y="1600"/>
                      <a:pt x="49009" y="1548"/>
                    </a:cubicBezTo>
                    <a:cubicBezTo>
                      <a:pt x="49525" y="1497"/>
                      <a:pt x="49989" y="1445"/>
                      <a:pt x="50505" y="1445"/>
                    </a:cubicBezTo>
                    <a:lnTo>
                      <a:pt x="52104" y="1445"/>
                    </a:lnTo>
                    <a:cubicBezTo>
                      <a:pt x="52465" y="1497"/>
                      <a:pt x="52775" y="1548"/>
                      <a:pt x="53136" y="1652"/>
                    </a:cubicBezTo>
                    <a:cubicBezTo>
                      <a:pt x="53342" y="1703"/>
                      <a:pt x="53548" y="1755"/>
                      <a:pt x="53755" y="1755"/>
                    </a:cubicBezTo>
                    <a:cubicBezTo>
                      <a:pt x="53961" y="1806"/>
                      <a:pt x="54167" y="1806"/>
                      <a:pt x="54322" y="1858"/>
                    </a:cubicBezTo>
                    <a:lnTo>
                      <a:pt x="54477" y="1858"/>
                    </a:lnTo>
                    <a:cubicBezTo>
                      <a:pt x="54683" y="1858"/>
                      <a:pt x="54890" y="1910"/>
                      <a:pt x="55044" y="1910"/>
                    </a:cubicBezTo>
                    <a:lnTo>
                      <a:pt x="55302" y="1961"/>
                    </a:lnTo>
                    <a:cubicBezTo>
                      <a:pt x="55612" y="2013"/>
                      <a:pt x="55921" y="2064"/>
                      <a:pt x="56231" y="2064"/>
                    </a:cubicBezTo>
                    <a:lnTo>
                      <a:pt x="59945" y="2064"/>
                    </a:lnTo>
                    <a:cubicBezTo>
                      <a:pt x="60100" y="2064"/>
                      <a:pt x="60203" y="2116"/>
                      <a:pt x="60306" y="2219"/>
                    </a:cubicBezTo>
                    <a:cubicBezTo>
                      <a:pt x="60513" y="2374"/>
                      <a:pt x="60771" y="2477"/>
                      <a:pt x="60977" y="2529"/>
                    </a:cubicBezTo>
                    <a:lnTo>
                      <a:pt x="61132" y="2529"/>
                    </a:lnTo>
                    <a:cubicBezTo>
                      <a:pt x="61338" y="2529"/>
                      <a:pt x="61493" y="2580"/>
                      <a:pt x="61648" y="2632"/>
                    </a:cubicBezTo>
                    <a:lnTo>
                      <a:pt x="61854" y="2735"/>
                    </a:lnTo>
                    <a:cubicBezTo>
                      <a:pt x="62009" y="2838"/>
                      <a:pt x="62215" y="2890"/>
                      <a:pt x="62370" y="2941"/>
                    </a:cubicBezTo>
                    <a:cubicBezTo>
                      <a:pt x="62679" y="3044"/>
                      <a:pt x="62989" y="3044"/>
                      <a:pt x="63299" y="3044"/>
                    </a:cubicBezTo>
                    <a:cubicBezTo>
                      <a:pt x="63866" y="3044"/>
                      <a:pt x="64433" y="2993"/>
                      <a:pt x="65001" y="2838"/>
                    </a:cubicBezTo>
                    <a:lnTo>
                      <a:pt x="65414" y="2735"/>
                    </a:lnTo>
                    <a:cubicBezTo>
                      <a:pt x="65723" y="2683"/>
                      <a:pt x="65981" y="2632"/>
                      <a:pt x="66291" y="2580"/>
                    </a:cubicBezTo>
                    <a:cubicBezTo>
                      <a:pt x="67013" y="2374"/>
                      <a:pt x="67787" y="2271"/>
                      <a:pt x="68560" y="2219"/>
                    </a:cubicBezTo>
                    <a:lnTo>
                      <a:pt x="69799" y="2219"/>
                    </a:lnTo>
                    <a:cubicBezTo>
                      <a:pt x="69876" y="2245"/>
                      <a:pt x="69966" y="2258"/>
                      <a:pt x="70057" y="2258"/>
                    </a:cubicBezTo>
                    <a:cubicBezTo>
                      <a:pt x="70147" y="2258"/>
                      <a:pt x="70237" y="2245"/>
                      <a:pt x="70314" y="2219"/>
                    </a:cubicBezTo>
                    <a:lnTo>
                      <a:pt x="70934" y="2167"/>
                    </a:lnTo>
                    <a:cubicBezTo>
                      <a:pt x="71243" y="2116"/>
                      <a:pt x="71501" y="2064"/>
                      <a:pt x="71810" y="2013"/>
                    </a:cubicBezTo>
                    <a:lnTo>
                      <a:pt x="73410" y="2013"/>
                    </a:lnTo>
                    <a:cubicBezTo>
                      <a:pt x="73719" y="2013"/>
                      <a:pt x="74080" y="1961"/>
                      <a:pt x="74390" y="1858"/>
                    </a:cubicBezTo>
                    <a:cubicBezTo>
                      <a:pt x="74545" y="1806"/>
                      <a:pt x="74699" y="1755"/>
                      <a:pt x="74854" y="1755"/>
                    </a:cubicBezTo>
                    <a:cubicBezTo>
                      <a:pt x="75215" y="1652"/>
                      <a:pt x="77072" y="1858"/>
                      <a:pt x="76866" y="1033"/>
                    </a:cubicBezTo>
                    <a:cubicBezTo>
                      <a:pt x="76821" y="763"/>
                      <a:pt x="76482" y="679"/>
                      <a:pt x="76080" y="679"/>
                    </a:cubicBezTo>
                    <a:cubicBezTo>
                      <a:pt x="75560" y="679"/>
                      <a:pt x="74932" y="820"/>
                      <a:pt x="74699" y="878"/>
                    </a:cubicBezTo>
                    <a:cubicBezTo>
                      <a:pt x="74545" y="878"/>
                      <a:pt x="74338" y="981"/>
                      <a:pt x="74184" y="981"/>
                    </a:cubicBezTo>
                    <a:cubicBezTo>
                      <a:pt x="73874" y="1084"/>
                      <a:pt x="73513" y="1136"/>
                      <a:pt x="73203" y="1187"/>
                    </a:cubicBezTo>
                    <a:lnTo>
                      <a:pt x="71656" y="1187"/>
                    </a:lnTo>
                    <a:cubicBezTo>
                      <a:pt x="71398" y="1187"/>
                      <a:pt x="71088" y="1239"/>
                      <a:pt x="70830" y="1290"/>
                    </a:cubicBezTo>
                    <a:cubicBezTo>
                      <a:pt x="70572" y="1342"/>
                      <a:pt x="70366" y="1342"/>
                      <a:pt x="70160" y="1394"/>
                    </a:cubicBezTo>
                    <a:lnTo>
                      <a:pt x="68560" y="1394"/>
                    </a:lnTo>
                    <a:cubicBezTo>
                      <a:pt x="67993" y="1394"/>
                      <a:pt x="67477" y="1445"/>
                      <a:pt x="66961" y="1548"/>
                    </a:cubicBezTo>
                    <a:lnTo>
                      <a:pt x="65826" y="1806"/>
                    </a:lnTo>
                    <a:cubicBezTo>
                      <a:pt x="65156" y="1910"/>
                      <a:pt x="64537" y="2064"/>
                      <a:pt x="63918" y="2167"/>
                    </a:cubicBezTo>
                    <a:cubicBezTo>
                      <a:pt x="63711" y="2219"/>
                      <a:pt x="63453" y="2219"/>
                      <a:pt x="63247" y="2219"/>
                    </a:cubicBezTo>
                    <a:cubicBezTo>
                      <a:pt x="62989" y="2219"/>
                      <a:pt x="62679" y="2167"/>
                      <a:pt x="62422" y="2064"/>
                    </a:cubicBezTo>
                    <a:cubicBezTo>
                      <a:pt x="62370" y="2064"/>
                      <a:pt x="62267" y="2013"/>
                      <a:pt x="62164" y="1961"/>
                    </a:cubicBezTo>
                    <a:cubicBezTo>
                      <a:pt x="62009" y="1910"/>
                      <a:pt x="61906" y="1858"/>
                      <a:pt x="61751" y="1806"/>
                    </a:cubicBezTo>
                    <a:cubicBezTo>
                      <a:pt x="61596" y="1755"/>
                      <a:pt x="61493" y="1703"/>
                      <a:pt x="61338" y="1703"/>
                    </a:cubicBezTo>
                    <a:lnTo>
                      <a:pt x="61080" y="1652"/>
                    </a:lnTo>
                    <a:cubicBezTo>
                      <a:pt x="60977" y="1600"/>
                      <a:pt x="60874" y="1548"/>
                      <a:pt x="60771" y="1497"/>
                    </a:cubicBezTo>
                    <a:cubicBezTo>
                      <a:pt x="60513" y="1290"/>
                      <a:pt x="60255" y="1187"/>
                      <a:pt x="59945" y="1187"/>
                    </a:cubicBezTo>
                    <a:lnTo>
                      <a:pt x="56231" y="1187"/>
                    </a:lnTo>
                    <a:cubicBezTo>
                      <a:pt x="55921" y="1187"/>
                      <a:pt x="55612" y="1136"/>
                      <a:pt x="55302" y="1084"/>
                    </a:cubicBezTo>
                    <a:cubicBezTo>
                      <a:pt x="55044" y="1033"/>
                      <a:pt x="54787" y="1033"/>
                      <a:pt x="54529" y="981"/>
                    </a:cubicBezTo>
                    <a:cubicBezTo>
                      <a:pt x="54271" y="981"/>
                      <a:pt x="54013" y="929"/>
                      <a:pt x="53806" y="878"/>
                    </a:cubicBezTo>
                    <a:lnTo>
                      <a:pt x="53394" y="826"/>
                    </a:lnTo>
                    <a:cubicBezTo>
                      <a:pt x="53033" y="723"/>
                      <a:pt x="52671" y="620"/>
                      <a:pt x="52310" y="620"/>
                    </a:cubicBezTo>
                    <a:cubicBezTo>
                      <a:pt x="51846" y="568"/>
                      <a:pt x="51382" y="568"/>
                      <a:pt x="50917" y="568"/>
                    </a:cubicBezTo>
                    <a:cubicBezTo>
                      <a:pt x="50298" y="568"/>
                      <a:pt x="49679" y="568"/>
                      <a:pt x="49060" y="671"/>
                    </a:cubicBezTo>
                    <a:cubicBezTo>
                      <a:pt x="48596" y="723"/>
                      <a:pt x="48080" y="775"/>
                      <a:pt x="47564" y="775"/>
                    </a:cubicBezTo>
                    <a:cubicBezTo>
                      <a:pt x="47255" y="775"/>
                      <a:pt x="46997" y="826"/>
                      <a:pt x="46687" y="878"/>
                    </a:cubicBezTo>
                    <a:cubicBezTo>
                      <a:pt x="46481" y="878"/>
                      <a:pt x="46275" y="981"/>
                      <a:pt x="46068" y="981"/>
                    </a:cubicBezTo>
                    <a:cubicBezTo>
                      <a:pt x="45552" y="1033"/>
                      <a:pt x="45088" y="1084"/>
                      <a:pt x="44572" y="1136"/>
                    </a:cubicBezTo>
                    <a:cubicBezTo>
                      <a:pt x="44366" y="1187"/>
                      <a:pt x="44108" y="1187"/>
                      <a:pt x="43902" y="1187"/>
                    </a:cubicBezTo>
                    <a:cubicBezTo>
                      <a:pt x="43540" y="1187"/>
                      <a:pt x="43231" y="1187"/>
                      <a:pt x="42921" y="1136"/>
                    </a:cubicBezTo>
                    <a:cubicBezTo>
                      <a:pt x="42715" y="1136"/>
                      <a:pt x="42457" y="1084"/>
                      <a:pt x="42251" y="1033"/>
                    </a:cubicBezTo>
                    <a:cubicBezTo>
                      <a:pt x="42044" y="981"/>
                      <a:pt x="41683" y="929"/>
                      <a:pt x="41322" y="929"/>
                    </a:cubicBezTo>
                    <a:cubicBezTo>
                      <a:pt x="41116" y="878"/>
                      <a:pt x="40909" y="878"/>
                      <a:pt x="40755" y="826"/>
                    </a:cubicBezTo>
                    <a:cubicBezTo>
                      <a:pt x="40651" y="775"/>
                      <a:pt x="40548" y="723"/>
                      <a:pt x="40497" y="671"/>
                    </a:cubicBezTo>
                    <a:lnTo>
                      <a:pt x="40290" y="517"/>
                    </a:lnTo>
                    <a:cubicBezTo>
                      <a:pt x="39878" y="310"/>
                      <a:pt x="39465" y="207"/>
                      <a:pt x="39052" y="156"/>
                    </a:cubicBezTo>
                    <a:lnTo>
                      <a:pt x="38846" y="104"/>
                    </a:lnTo>
                    <a:cubicBezTo>
                      <a:pt x="38330" y="52"/>
                      <a:pt x="37814" y="1"/>
                      <a:pt x="37298" y="1"/>
                    </a:cubicBezTo>
                    <a:close/>
                    <a:moveTo>
                      <a:pt x="465" y="104"/>
                    </a:moveTo>
                    <a:cubicBezTo>
                      <a:pt x="361" y="104"/>
                      <a:pt x="258" y="156"/>
                      <a:pt x="104" y="156"/>
                    </a:cubicBezTo>
                    <a:cubicBezTo>
                      <a:pt x="0" y="156"/>
                      <a:pt x="104" y="826"/>
                      <a:pt x="155" y="826"/>
                    </a:cubicBezTo>
                    <a:cubicBezTo>
                      <a:pt x="270" y="969"/>
                      <a:pt x="464" y="1001"/>
                      <a:pt x="658" y="1001"/>
                    </a:cubicBezTo>
                    <a:cubicBezTo>
                      <a:pt x="814" y="1001"/>
                      <a:pt x="969" y="981"/>
                      <a:pt x="1084" y="981"/>
                    </a:cubicBezTo>
                    <a:lnTo>
                      <a:pt x="1187" y="981"/>
                    </a:lnTo>
                    <a:cubicBezTo>
                      <a:pt x="1496" y="981"/>
                      <a:pt x="1806" y="1033"/>
                      <a:pt x="2115" y="1084"/>
                    </a:cubicBezTo>
                    <a:lnTo>
                      <a:pt x="2683" y="1187"/>
                    </a:lnTo>
                    <a:cubicBezTo>
                      <a:pt x="3250" y="1342"/>
                      <a:pt x="3766" y="1394"/>
                      <a:pt x="4334" y="1394"/>
                    </a:cubicBezTo>
                    <a:lnTo>
                      <a:pt x="5262" y="1394"/>
                    </a:lnTo>
                    <a:cubicBezTo>
                      <a:pt x="5727" y="1394"/>
                      <a:pt x="6242" y="1445"/>
                      <a:pt x="6758" y="1548"/>
                    </a:cubicBezTo>
                    <a:cubicBezTo>
                      <a:pt x="7429" y="1703"/>
                      <a:pt x="8100" y="1806"/>
                      <a:pt x="8770" y="1806"/>
                    </a:cubicBezTo>
                    <a:lnTo>
                      <a:pt x="9905" y="1806"/>
                    </a:lnTo>
                    <a:cubicBezTo>
                      <a:pt x="10112" y="1858"/>
                      <a:pt x="10266" y="1910"/>
                      <a:pt x="10421" y="1961"/>
                    </a:cubicBezTo>
                    <a:cubicBezTo>
                      <a:pt x="10627" y="2013"/>
                      <a:pt x="10885" y="2064"/>
                      <a:pt x="11092" y="2116"/>
                    </a:cubicBezTo>
                    <a:cubicBezTo>
                      <a:pt x="11401" y="2167"/>
                      <a:pt x="11659" y="2219"/>
                      <a:pt x="11917" y="2322"/>
                    </a:cubicBezTo>
                    <a:cubicBezTo>
                      <a:pt x="12227" y="2477"/>
                      <a:pt x="12536" y="2580"/>
                      <a:pt x="12897" y="2683"/>
                    </a:cubicBezTo>
                    <a:cubicBezTo>
                      <a:pt x="13189" y="2720"/>
                      <a:pt x="13481" y="2756"/>
                      <a:pt x="13773" y="2756"/>
                    </a:cubicBezTo>
                    <a:cubicBezTo>
                      <a:pt x="13894" y="2756"/>
                      <a:pt x="14015" y="2750"/>
                      <a:pt x="14135" y="2735"/>
                    </a:cubicBezTo>
                    <a:lnTo>
                      <a:pt x="14909" y="2735"/>
                    </a:lnTo>
                    <a:cubicBezTo>
                      <a:pt x="15116" y="2787"/>
                      <a:pt x="15322" y="2787"/>
                      <a:pt x="15528" y="2838"/>
                    </a:cubicBezTo>
                    <a:lnTo>
                      <a:pt x="15993" y="2941"/>
                    </a:lnTo>
                    <a:cubicBezTo>
                      <a:pt x="16147" y="2941"/>
                      <a:pt x="16302" y="2993"/>
                      <a:pt x="16508" y="2993"/>
                    </a:cubicBezTo>
                    <a:cubicBezTo>
                      <a:pt x="16715" y="2993"/>
                      <a:pt x="16921" y="2993"/>
                      <a:pt x="17127" y="3044"/>
                    </a:cubicBezTo>
                    <a:cubicBezTo>
                      <a:pt x="17633" y="3129"/>
                      <a:pt x="18173" y="3213"/>
                      <a:pt x="18691" y="3213"/>
                    </a:cubicBezTo>
                    <a:cubicBezTo>
                      <a:pt x="18807" y="3213"/>
                      <a:pt x="18923" y="3209"/>
                      <a:pt x="19036" y="3199"/>
                    </a:cubicBezTo>
                    <a:lnTo>
                      <a:pt x="24608" y="3199"/>
                    </a:lnTo>
                    <a:cubicBezTo>
                      <a:pt x="24866" y="3199"/>
                      <a:pt x="25124" y="3148"/>
                      <a:pt x="25382" y="3096"/>
                    </a:cubicBezTo>
                    <a:cubicBezTo>
                      <a:pt x="26098" y="3012"/>
                      <a:pt x="26848" y="2928"/>
                      <a:pt x="27577" y="2928"/>
                    </a:cubicBezTo>
                    <a:cubicBezTo>
                      <a:pt x="27740" y="2928"/>
                      <a:pt x="27903" y="2932"/>
                      <a:pt x="28064" y="2941"/>
                    </a:cubicBezTo>
                    <a:lnTo>
                      <a:pt x="30747" y="2941"/>
                    </a:lnTo>
                    <a:cubicBezTo>
                      <a:pt x="31211" y="2941"/>
                      <a:pt x="31675" y="2993"/>
                      <a:pt x="32140" y="2993"/>
                    </a:cubicBezTo>
                    <a:cubicBezTo>
                      <a:pt x="32655" y="2993"/>
                      <a:pt x="33171" y="2993"/>
                      <a:pt x="33687" y="2890"/>
                    </a:cubicBezTo>
                    <a:cubicBezTo>
                      <a:pt x="34358" y="2735"/>
                      <a:pt x="35028" y="2683"/>
                      <a:pt x="35699" y="2632"/>
                    </a:cubicBezTo>
                    <a:cubicBezTo>
                      <a:pt x="36267" y="2632"/>
                      <a:pt x="36834" y="2735"/>
                      <a:pt x="37401" y="2890"/>
                    </a:cubicBezTo>
                    <a:cubicBezTo>
                      <a:pt x="37556" y="2941"/>
                      <a:pt x="37711" y="2993"/>
                      <a:pt x="37866" y="3044"/>
                    </a:cubicBezTo>
                    <a:lnTo>
                      <a:pt x="38124" y="3199"/>
                    </a:lnTo>
                    <a:cubicBezTo>
                      <a:pt x="38330" y="3251"/>
                      <a:pt x="38485" y="3302"/>
                      <a:pt x="38691" y="3302"/>
                    </a:cubicBezTo>
                    <a:lnTo>
                      <a:pt x="38949" y="3354"/>
                    </a:lnTo>
                    <a:cubicBezTo>
                      <a:pt x="39465" y="3509"/>
                      <a:pt x="39981" y="3560"/>
                      <a:pt x="40497" y="3612"/>
                    </a:cubicBezTo>
                    <a:lnTo>
                      <a:pt x="40961" y="3664"/>
                    </a:lnTo>
                    <a:cubicBezTo>
                      <a:pt x="41322" y="3715"/>
                      <a:pt x="41632" y="3715"/>
                      <a:pt x="41993" y="3767"/>
                    </a:cubicBezTo>
                    <a:cubicBezTo>
                      <a:pt x="42354" y="3767"/>
                      <a:pt x="42767" y="3818"/>
                      <a:pt x="43179" y="3870"/>
                    </a:cubicBezTo>
                    <a:cubicBezTo>
                      <a:pt x="43592" y="3921"/>
                      <a:pt x="44005" y="3921"/>
                      <a:pt x="44417" y="3921"/>
                    </a:cubicBezTo>
                    <a:lnTo>
                      <a:pt x="46481" y="3921"/>
                    </a:lnTo>
                    <a:cubicBezTo>
                      <a:pt x="46894" y="3921"/>
                      <a:pt x="47255" y="3921"/>
                      <a:pt x="47667" y="3870"/>
                    </a:cubicBezTo>
                    <a:cubicBezTo>
                      <a:pt x="48029" y="3818"/>
                      <a:pt x="48390" y="3715"/>
                      <a:pt x="48699" y="3612"/>
                    </a:cubicBezTo>
                    <a:cubicBezTo>
                      <a:pt x="48957" y="3560"/>
                      <a:pt x="49215" y="3457"/>
                      <a:pt x="49473" y="3406"/>
                    </a:cubicBezTo>
                    <a:cubicBezTo>
                      <a:pt x="49851" y="3330"/>
                      <a:pt x="50256" y="3282"/>
                      <a:pt x="50648" y="3282"/>
                    </a:cubicBezTo>
                    <a:cubicBezTo>
                      <a:pt x="50792" y="3282"/>
                      <a:pt x="50934" y="3289"/>
                      <a:pt x="51072" y="3302"/>
                    </a:cubicBezTo>
                    <a:cubicBezTo>
                      <a:pt x="52052" y="3302"/>
                      <a:pt x="52981" y="3406"/>
                      <a:pt x="53910" y="3612"/>
                    </a:cubicBezTo>
                    <a:cubicBezTo>
                      <a:pt x="54219" y="3664"/>
                      <a:pt x="54529" y="3715"/>
                      <a:pt x="54838" y="3715"/>
                    </a:cubicBezTo>
                    <a:lnTo>
                      <a:pt x="54993" y="3715"/>
                    </a:lnTo>
                    <a:cubicBezTo>
                      <a:pt x="55199" y="3715"/>
                      <a:pt x="55457" y="3767"/>
                      <a:pt x="55715" y="3818"/>
                    </a:cubicBezTo>
                    <a:lnTo>
                      <a:pt x="55921" y="3870"/>
                    </a:lnTo>
                    <a:cubicBezTo>
                      <a:pt x="56231" y="3921"/>
                      <a:pt x="56541" y="3973"/>
                      <a:pt x="56850" y="3973"/>
                    </a:cubicBezTo>
                    <a:lnTo>
                      <a:pt x="58140" y="3973"/>
                    </a:lnTo>
                    <a:cubicBezTo>
                      <a:pt x="58449" y="3973"/>
                      <a:pt x="58759" y="4025"/>
                      <a:pt x="59120" y="4076"/>
                    </a:cubicBezTo>
                    <a:cubicBezTo>
                      <a:pt x="59378" y="4128"/>
                      <a:pt x="59687" y="4128"/>
                      <a:pt x="59945" y="4128"/>
                    </a:cubicBezTo>
                    <a:lnTo>
                      <a:pt x="60925" y="4128"/>
                    </a:lnTo>
                    <a:cubicBezTo>
                      <a:pt x="61390" y="4128"/>
                      <a:pt x="61854" y="4179"/>
                      <a:pt x="62318" y="4231"/>
                    </a:cubicBezTo>
                    <a:cubicBezTo>
                      <a:pt x="62658" y="4307"/>
                      <a:pt x="62998" y="4354"/>
                      <a:pt x="63338" y="4354"/>
                    </a:cubicBezTo>
                    <a:cubicBezTo>
                      <a:pt x="63462" y="4354"/>
                      <a:pt x="63587" y="4348"/>
                      <a:pt x="63711" y="4334"/>
                    </a:cubicBezTo>
                    <a:lnTo>
                      <a:pt x="65568" y="4334"/>
                    </a:lnTo>
                    <a:cubicBezTo>
                      <a:pt x="65674" y="4349"/>
                      <a:pt x="65775" y="4356"/>
                      <a:pt x="65874" y="4356"/>
                    </a:cubicBezTo>
                    <a:cubicBezTo>
                      <a:pt x="66111" y="4356"/>
                      <a:pt x="66330" y="4319"/>
                      <a:pt x="66549" y="4283"/>
                    </a:cubicBezTo>
                    <a:lnTo>
                      <a:pt x="66858" y="4231"/>
                    </a:lnTo>
                    <a:cubicBezTo>
                      <a:pt x="67116" y="4179"/>
                      <a:pt x="67374" y="4128"/>
                      <a:pt x="67632" y="4076"/>
                    </a:cubicBezTo>
                    <a:cubicBezTo>
                      <a:pt x="67941" y="4076"/>
                      <a:pt x="68303" y="4025"/>
                      <a:pt x="68612" y="3921"/>
                    </a:cubicBezTo>
                    <a:cubicBezTo>
                      <a:pt x="68922" y="3767"/>
                      <a:pt x="69231" y="3715"/>
                      <a:pt x="69541" y="3715"/>
                    </a:cubicBezTo>
                    <a:lnTo>
                      <a:pt x="69695" y="3715"/>
                    </a:lnTo>
                    <a:cubicBezTo>
                      <a:pt x="69953" y="3715"/>
                      <a:pt x="70263" y="3664"/>
                      <a:pt x="70572" y="3612"/>
                    </a:cubicBezTo>
                    <a:lnTo>
                      <a:pt x="70882" y="3509"/>
                    </a:lnTo>
                    <a:cubicBezTo>
                      <a:pt x="71140" y="3457"/>
                      <a:pt x="71398" y="3406"/>
                      <a:pt x="71604" y="3354"/>
                    </a:cubicBezTo>
                    <a:cubicBezTo>
                      <a:pt x="71862" y="3354"/>
                      <a:pt x="72120" y="3302"/>
                      <a:pt x="72378" y="3302"/>
                    </a:cubicBezTo>
                    <a:lnTo>
                      <a:pt x="73049" y="3302"/>
                    </a:lnTo>
                    <a:cubicBezTo>
                      <a:pt x="73719" y="3302"/>
                      <a:pt x="74338" y="3302"/>
                      <a:pt x="74957" y="3354"/>
                    </a:cubicBezTo>
                    <a:lnTo>
                      <a:pt x="75473" y="3354"/>
                    </a:lnTo>
                    <a:cubicBezTo>
                      <a:pt x="75886" y="3354"/>
                      <a:pt x="76350" y="3302"/>
                      <a:pt x="76763" y="3199"/>
                    </a:cubicBezTo>
                    <a:cubicBezTo>
                      <a:pt x="77021" y="3096"/>
                      <a:pt x="77279" y="3096"/>
                      <a:pt x="77537" y="3096"/>
                    </a:cubicBezTo>
                    <a:lnTo>
                      <a:pt x="78104" y="3096"/>
                    </a:lnTo>
                    <a:cubicBezTo>
                      <a:pt x="78125" y="3096"/>
                      <a:pt x="78207" y="3098"/>
                      <a:pt x="78325" y="3098"/>
                    </a:cubicBezTo>
                    <a:cubicBezTo>
                      <a:pt x="78793" y="3098"/>
                      <a:pt x="79817" y="3065"/>
                      <a:pt x="79652" y="2735"/>
                    </a:cubicBezTo>
                    <a:cubicBezTo>
                      <a:pt x="79449" y="2379"/>
                      <a:pt x="79095" y="2174"/>
                      <a:pt x="78690" y="2168"/>
                    </a:cubicBezTo>
                    <a:lnTo>
                      <a:pt x="78690" y="2168"/>
                    </a:lnTo>
                    <a:cubicBezTo>
                      <a:pt x="78337" y="2171"/>
                      <a:pt x="77937" y="2219"/>
                      <a:pt x="77537" y="2219"/>
                    </a:cubicBezTo>
                    <a:cubicBezTo>
                      <a:pt x="77227" y="2219"/>
                      <a:pt x="76866" y="2271"/>
                      <a:pt x="76505" y="2374"/>
                    </a:cubicBezTo>
                    <a:cubicBezTo>
                      <a:pt x="76195" y="2477"/>
                      <a:pt x="75834" y="2529"/>
                      <a:pt x="75473" y="2529"/>
                    </a:cubicBezTo>
                    <a:lnTo>
                      <a:pt x="74803" y="2529"/>
                    </a:lnTo>
                    <a:cubicBezTo>
                      <a:pt x="74184" y="2477"/>
                      <a:pt x="73564" y="2477"/>
                      <a:pt x="72997" y="2477"/>
                    </a:cubicBezTo>
                    <a:lnTo>
                      <a:pt x="72533" y="2477"/>
                    </a:lnTo>
                    <a:cubicBezTo>
                      <a:pt x="71810" y="2477"/>
                      <a:pt x="71140" y="2580"/>
                      <a:pt x="70418" y="2787"/>
                    </a:cubicBezTo>
                    <a:cubicBezTo>
                      <a:pt x="70160" y="2838"/>
                      <a:pt x="69902" y="2838"/>
                      <a:pt x="69592" y="2890"/>
                    </a:cubicBezTo>
                    <a:cubicBezTo>
                      <a:pt x="69180" y="2890"/>
                      <a:pt x="68818" y="2941"/>
                      <a:pt x="68406" y="3044"/>
                    </a:cubicBezTo>
                    <a:cubicBezTo>
                      <a:pt x="68045" y="3199"/>
                      <a:pt x="67632" y="3251"/>
                      <a:pt x="67168" y="3302"/>
                    </a:cubicBezTo>
                    <a:cubicBezTo>
                      <a:pt x="66961" y="3354"/>
                      <a:pt x="66703" y="3406"/>
                      <a:pt x="66445" y="3406"/>
                    </a:cubicBezTo>
                    <a:cubicBezTo>
                      <a:pt x="66136" y="3457"/>
                      <a:pt x="65826" y="3509"/>
                      <a:pt x="65465" y="3509"/>
                    </a:cubicBezTo>
                    <a:lnTo>
                      <a:pt x="64021" y="3509"/>
                    </a:lnTo>
                    <a:cubicBezTo>
                      <a:pt x="63402" y="3509"/>
                      <a:pt x="62731" y="3457"/>
                      <a:pt x="62112" y="3354"/>
                    </a:cubicBezTo>
                    <a:cubicBezTo>
                      <a:pt x="61802" y="3302"/>
                      <a:pt x="61545" y="3302"/>
                      <a:pt x="61287" y="3302"/>
                    </a:cubicBezTo>
                    <a:lnTo>
                      <a:pt x="59894" y="3302"/>
                    </a:lnTo>
                    <a:cubicBezTo>
                      <a:pt x="59739" y="3302"/>
                      <a:pt x="59533" y="3251"/>
                      <a:pt x="59378" y="3199"/>
                    </a:cubicBezTo>
                    <a:lnTo>
                      <a:pt x="58914" y="3096"/>
                    </a:lnTo>
                    <a:lnTo>
                      <a:pt x="57108" y="3096"/>
                    </a:lnTo>
                    <a:cubicBezTo>
                      <a:pt x="56997" y="3110"/>
                      <a:pt x="56887" y="3116"/>
                      <a:pt x="56775" y="3116"/>
                    </a:cubicBezTo>
                    <a:cubicBezTo>
                      <a:pt x="56470" y="3116"/>
                      <a:pt x="56158" y="3068"/>
                      <a:pt x="55818" y="2993"/>
                    </a:cubicBezTo>
                    <a:cubicBezTo>
                      <a:pt x="55612" y="2890"/>
                      <a:pt x="55354" y="2890"/>
                      <a:pt x="55096" y="2890"/>
                    </a:cubicBezTo>
                    <a:lnTo>
                      <a:pt x="54941" y="2890"/>
                    </a:lnTo>
                    <a:cubicBezTo>
                      <a:pt x="54529" y="2890"/>
                      <a:pt x="54116" y="2838"/>
                      <a:pt x="53755" y="2735"/>
                    </a:cubicBezTo>
                    <a:cubicBezTo>
                      <a:pt x="53033" y="2580"/>
                      <a:pt x="52310" y="2477"/>
                      <a:pt x="51588" y="2425"/>
                    </a:cubicBezTo>
                    <a:lnTo>
                      <a:pt x="51227" y="2425"/>
                    </a:lnTo>
                    <a:cubicBezTo>
                      <a:pt x="50660" y="2425"/>
                      <a:pt x="50092" y="2477"/>
                      <a:pt x="49525" y="2580"/>
                    </a:cubicBezTo>
                    <a:cubicBezTo>
                      <a:pt x="49215" y="2632"/>
                      <a:pt x="48906" y="2735"/>
                      <a:pt x="48596" y="2838"/>
                    </a:cubicBezTo>
                    <a:cubicBezTo>
                      <a:pt x="48235" y="2941"/>
                      <a:pt x="47874" y="2993"/>
                      <a:pt x="47513" y="3044"/>
                    </a:cubicBezTo>
                    <a:cubicBezTo>
                      <a:pt x="47203" y="3096"/>
                      <a:pt x="46842" y="3096"/>
                      <a:pt x="46532" y="3096"/>
                    </a:cubicBezTo>
                    <a:lnTo>
                      <a:pt x="44624" y="3096"/>
                    </a:lnTo>
                    <a:cubicBezTo>
                      <a:pt x="44108" y="3096"/>
                      <a:pt x="43592" y="3096"/>
                      <a:pt x="43128" y="3044"/>
                    </a:cubicBezTo>
                    <a:cubicBezTo>
                      <a:pt x="42715" y="2941"/>
                      <a:pt x="42354" y="2941"/>
                      <a:pt x="41941" y="2941"/>
                    </a:cubicBezTo>
                    <a:cubicBezTo>
                      <a:pt x="41528" y="2890"/>
                      <a:pt x="41322" y="2890"/>
                      <a:pt x="41013" y="2838"/>
                    </a:cubicBezTo>
                    <a:cubicBezTo>
                      <a:pt x="40239" y="2735"/>
                      <a:pt x="39620" y="2683"/>
                      <a:pt x="38898" y="2529"/>
                    </a:cubicBezTo>
                    <a:cubicBezTo>
                      <a:pt x="38691" y="2477"/>
                      <a:pt x="38433" y="2374"/>
                      <a:pt x="38175" y="2322"/>
                    </a:cubicBezTo>
                    <a:cubicBezTo>
                      <a:pt x="37917" y="2167"/>
                      <a:pt x="37659" y="2116"/>
                      <a:pt x="37401" y="2064"/>
                    </a:cubicBezTo>
                    <a:cubicBezTo>
                      <a:pt x="36892" y="1937"/>
                      <a:pt x="36383" y="1845"/>
                      <a:pt x="35873" y="1845"/>
                    </a:cubicBezTo>
                    <a:cubicBezTo>
                      <a:pt x="35764" y="1845"/>
                      <a:pt x="35654" y="1849"/>
                      <a:pt x="35544" y="1858"/>
                    </a:cubicBezTo>
                    <a:cubicBezTo>
                      <a:pt x="34977" y="1858"/>
                      <a:pt x="34358" y="1910"/>
                      <a:pt x="33790" y="2064"/>
                    </a:cubicBezTo>
                    <a:cubicBezTo>
                      <a:pt x="33274" y="2167"/>
                      <a:pt x="32707" y="2219"/>
                      <a:pt x="32191" y="2219"/>
                    </a:cubicBezTo>
                    <a:lnTo>
                      <a:pt x="31830" y="2219"/>
                    </a:lnTo>
                    <a:lnTo>
                      <a:pt x="29973" y="2167"/>
                    </a:lnTo>
                    <a:cubicBezTo>
                      <a:pt x="29251" y="2167"/>
                      <a:pt x="28528" y="2116"/>
                      <a:pt x="27806" y="2064"/>
                    </a:cubicBezTo>
                    <a:lnTo>
                      <a:pt x="27497" y="2064"/>
                    </a:lnTo>
                    <a:cubicBezTo>
                      <a:pt x="26878" y="2064"/>
                      <a:pt x="26259" y="2116"/>
                      <a:pt x="25639" y="2219"/>
                    </a:cubicBezTo>
                    <a:cubicBezTo>
                      <a:pt x="25227" y="2322"/>
                      <a:pt x="24814" y="2322"/>
                      <a:pt x="24453" y="2322"/>
                    </a:cubicBezTo>
                    <a:lnTo>
                      <a:pt x="22957" y="2322"/>
                    </a:lnTo>
                    <a:cubicBezTo>
                      <a:pt x="22183" y="2322"/>
                      <a:pt x="21409" y="2322"/>
                      <a:pt x="20635" y="2374"/>
                    </a:cubicBezTo>
                    <a:lnTo>
                      <a:pt x="19088" y="2374"/>
                    </a:lnTo>
                    <a:cubicBezTo>
                      <a:pt x="18211" y="2374"/>
                      <a:pt x="17334" y="2271"/>
                      <a:pt x="16508" y="2116"/>
                    </a:cubicBezTo>
                    <a:cubicBezTo>
                      <a:pt x="16044" y="2064"/>
                      <a:pt x="15631" y="1961"/>
                      <a:pt x="15167" y="1910"/>
                    </a:cubicBezTo>
                    <a:cubicBezTo>
                      <a:pt x="14961" y="1910"/>
                      <a:pt x="14777" y="1887"/>
                      <a:pt x="14586" y="1887"/>
                    </a:cubicBezTo>
                    <a:cubicBezTo>
                      <a:pt x="14491" y="1887"/>
                      <a:pt x="14393" y="1892"/>
                      <a:pt x="14290" y="1910"/>
                    </a:cubicBezTo>
                    <a:lnTo>
                      <a:pt x="14084" y="1910"/>
                    </a:lnTo>
                    <a:cubicBezTo>
                      <a:pt x="13671" y="1910"/>
                      <a:pt x="13310" y="1858"/>
                      <a:pt x="12949" y="1806"/>
                    </a:cubicBezTo>
                    <a:cubicBezTo>
                      <a:pt x="12743" y="1755"/>
                      <a:pt x="12588" y="1652"/>
                      <a:pt x="12381" y="1548"/>
                    </a:cubicBezTo>
                    <a:lnTo>
                      <a:pt x="12072" y="1445"/>
                    </a:lnTo>
                    <a:cubicBezTo>
                      <a:pt x="11814" y="1342"/>
                      <a:pt x="11608" y="1290"/>
                      <a:pt x="11350" y="1290"/>
                    </a:cubicBezTo>
                    <a:lnTo>
                      <a:pt x="11195" y="1290"/>
                    </a:lnTo>
                    <a:cubicBezTo>
                      <a:pt x="10989" y="1239"/>
                      <a:pt x="10834" y="1187"/>
                      <a:pt x="10679" y="1136"/>
                    </a:cubicBezTo>
                    <a:cubicBezTo>
                      <a:pt x="10524" y="1084"/>
                      <a:pt x="10318" y="1033"/>
                      <a:pt x="10112" y="981"/>
                    </a:cubicBezTo>
                    <a:cubicBezTo>
                      <a:pt x="9854" y="981"/>
                      <a:pt x="9647" y="929"/>
                      <a:pt x="9389" y="929"/>
                    </a:cubicBezTo>
                    <a:lnTo>
                      <a:pt x="8925" y="929"/>
                    </a:lnTo>
                    <a:cubicBezTo>
                      <a:pt x="8203" y="929"/>
                      <a:pt x="7532" y="878"/>
                      <a:pt x="6862" y="723"/>
                    </a:cubicBezTo>
                    <a:cubicBezTo>
                      <a:pt x="6346" y="568"/>
                      <a:pt x="5830" y="517"/>
                      <a:pt x="5314" y="517"/>
                    </a:cubicBezTo>
                    <a:lnTo>
                      <a:pt x="4437" y="517"/>
                    </a:lnTo>
                    <a:cubicBezTo>
                      <a:pt x="3818" y="517"/>
                      <a:pt x="3199" y="413"/>
                      <a:pt x="2631" y="310"/>
                    </a:cubicBezTo>
                    <a:lnTo>
                      <a:pt x="2528" y="310"/>
                    </a:lnTo>
                    <a:cubicBezTo>
                      <a:pt x="1961" y="207"/>
                      <a:pt x="1393" y="104"/>
                      <a:pt x="826" y="104"/>
                    </a:cubicBezTo>
                    <a:close/>
                    <a:moveTo>
                      <a:pt x="132168" y="39723"/>
                    </a:moveTo>
                    <a:lnTo>
                      <a:pt x="132013" y="39775"/>
                    </a:lnTo>
                    <a:lnTo>
                      <a:pt x="131291" y="39981"/>
                    </a:lnTo>
                    <a:cubicBezTo>
                      <a:pt x="130827" y="40136"/>
                      <a:pt x="130363" y="40291"/>
                      <a:pt x="129898" y="40343"/>
                    </a:cubicBezTo>
                    <a:cubicBezTo>
                      <a:pt x="129486" y="40446"/>
                      <a:pt x="129021" y="40446"/>
                      <a:pt x="128609" y="40446"/>
                    </a:cubicBezTo>
                    <a:cubicBezTo>
                      <a:pt x="128248" y="40446"/>
                      <a:pt x="127835" y="40446"/>
                      <a:pt x="127474" y="40394"/>
                    </a:cubicBezTo>
                    <a:lnTo>
                      <a:pt x="127267" y="40394"/>
                    </a:lnTo>
                    <a:cubicBezTo>
                      <a:pt x="126906" y="40291"/>
                      <a:pt x="126545" y="40291"/>
                      <a:pt x="126184" y="40291"/>
                    </a:cubicBezTo>
                    <a:cubicBezTo>
                      <a:pt x="126127" y="40281"/>
                      <a:pt x="126069" y="40277"/>
                      <a:pt x="126009" y="40277"/>
                    </a:cubicBezTo>
                    <a:cubicBezTo>
                      <a:pt x="125744" y="40277"/>
                      <a:pt x="125457" y="40361"/>
                      <a:pt x="125204" y="40446"/>
                    </a:cubicBezTo>
                    <a:cubicBezTo>
                      <a:pt x="124997" y="40549"/>
                      <a:pt x="124791" y="40600"/>
                      <a:pt x="124585" y="40755"/>
                    </a:cubicBezTo>
                    <a:lnTo>
                      <a:pt x="124327" y="40858"/>
                    </a:lnTo>
                    <a:cubicBezTo>
                      <a:pt x="124017" y="41013"/>
                      <a:pt x="123708" y="41065"/>
                      <a:pt x="123398" y="41116"/>
                    </a:cubicBezTo>
                    <a:cubicBezTo>
                      <a:pt x="122986" y="41168"/>
                      <a:pt x="122624" y="41271"/>
                      <a:pt x="122212" y="41477"/>
                    </a:cubicBezTo>
                    <a:cubicBezTo>
                      <a:pt x="121851" y="41581"/>
                      <a:pt x="121490" y="41684"/>
                      <a:pt x="121077" y="41735"/>
                    </a:cubicBezTo>
                    <a:lnTo>
                      <a:pt x="119839" y="41735"/>
                    </a:lnTo>
                    <a:cubicBezTo>
                      <a:pt x="119632" y="41735"/>
                      <a:pt x="119374" y="41735"/>
                      <a:pt x="119168" y="41787"/>
                    </a:cubicBezTo>
                    <a:lnTo>
                      <a:pt x="118601" y="41890"/>
                    </a:lnTo>
                    <a:lnTo>
                      <a:pt x="105755" y="41890"/>
                    </a:lnTo>
                    <a:cubicBezTo>
                      <a:pt x="104981" y="41890"/>
                      <a:pt x="104208" y="41942"/>
                      <a:pt x="103434" y="41993"/>
                    </a:cubicBezTo>
                    <a:lnTo>
                      <a:pt x="103227" y="41993"/>
                    </a:lnTo>
                    <a:cubicBezTo>
                      <a:pt x="102815" y="42045"/>
                      <a:pt x="102350" y="42045"/>
                      <a:pt x="102041" y="42045"/>
                    </a:cubicBezTo>
                    <a:lnTo>
                      <a:pt x="100648" y="42045"/>
                    </a:lnTo>
                    <a:cubicBezTo>
                      <a:pt x="100184" y="42045"/>
                      <a:pt x="99719" y="41993"/>
                      <a:pt x="99307" y="41942"/>
                    </a:cubicBezTo>
                    <a:cubicBezTo>
                      <a:pt x="98946" y="41942"/>
                      <a:pt x="98636" y="41890"/>
                      <a:pt x="98275" y="41890"/>
                    </a:cubicBezTo>
                    <a:lnTo>
                      <a:pt x="95850" y="41890"/>
                    </a:lnTo>
                    <a:cubicBezTo>
                      <a:pt x="95489" y="41890"/>
                      <a:pt x="95128" y="41839"/>
                      <a:pt x="94819" y="41787"/>
                    </a:cubicBezTo>
                    <a:cubicBezTo>
                      <a:pt x="94561" y="41735"/>
                      <a:pt x="94354" y="41684"/>
                      <a:pt x="94148" y="41632"/>
                    </a:cubicBezTo>
                    <a:cubicBezTo>
                      <a:pt x="94045" y="41632"/>
                      <a:pt x="93890" y="41632"/>
                      <a:pt x="93787" y="41581"/>
                    </a:cubicBezTo>
                    <a:cubicBezTo>
                      <a:pt x="93426" y="41529"/>
                      <a:pt x="93116" y="41374"/>
                      <a:pt x="92858" y="41168"/>
                    </a:cubicBezTo>
                    <a:cubicBezTo>
                      <a:pt x="92549" y="41013"/>
                      <a:pt x="92239" y="40858"/>
                      <a:pt x="91930" y="40755"/>
                    </a:cubicBezTo>
                    <a:cubicBezTo>
                      <a:pt x="91156" y="40549"/>
                      <a:pt x="90382" y="40394"/>
                      <a:pt x="89557" y="40291"/>
                    </a:cubicBezTo>
                    <a:cubicBezTo>
                      <a:pt x="89439" y="40291"/>
                      <a:pt x="88922" y="40205"/>
                      <a:pt x="88465" y="40205"/>
                    </a:cubicBezTo>
                    <a:cubicBezTo>
                      <a:pt x="87922" y="40205"/>
                      <a:pt x="87462" y="40326"/>
                      <a:pt x="87854" y="40858"/>
                    </a:cubicBezTo>
                    <a:cubicBezTo>
                      <a:pt x="88215" y="41374"/>
                      <a:pt x="90176" y="41168"/>
                      <a:pt x="90795" y="41323"/>
                    </a:cubicBezTo>
                    <a:cubicBezTo>
                      <a:pt x="91156" y="41374"/>
                      <a:pt x="91465" y="41477"/>
                      <a:pt x="91827" y="41581"/>
                    </a:cubicBezTo>
                    <a:cubicBezTo>
                      <a:pt x="92033" y="41684"/>
                      <a:pt x="92239" y="41787"/>
                      <a:pt x="92446" y="41890"/>
                    </a:cubicBezTo>
                    <a:cubicBezTo>
                      <a:pt x="92549" y="41942"/>
                      <a:pt x="92652" y="42045"/>
                      <a:pt x="92755" y="42096"/>
                    </a:cubicBezTo>
                    <a:cubicBezTo>
                      <a:pt x="93065" y="42251"/>
                      <a:pt x="93426" y="42354"/>
                      <a:pt x="93838" y="42406"/>
                    </a:cubicBezTo>
                    <a:cubicBezTo>
                      <a:pt x="94148" y="42458"/>
                      <a:pt x="94458" y="42509"/>
                      <a:pt x="94767" y="42561"/>
                    </a:cubicBezTo>
                    <a:cubicBezTo>
                      <a:pt x="95180" y="42664"/>
                      <a:pt x="95592" y="42716"/>
                      <a:pt x="96005" y="42716"/>
                    </a:cubicBezTo>
                    <a:lnTo>
                      <a:pt x="98275" y="42716"/>
                    </a:lnTo>
                    <a:cubicBezTo>
                      <a:pt x="98585" y="42716"/>
                      <a:pt x="98842" y="42767"/>
                      <a:pt x="99152" y="42819"/>
                    </a:cubicBezTo>
                    <a:lnTo>
                      <a:pt x="99462" y="42870"/>
                    </a:lnTo>
                    <a:cubicBezTo>
                      <a:pt x="99977" y="42922"/>
                      <a:pt x="100442" y="42922"/>
                      <a:pt x="100906" y="42922"/>
                    </a:cubicBezTo>
                    <a:lnTo>
                      <a:pt x="102144" y="42922"/>
                    </a:lnTo>
                    <a:cubicBezTo>
                      <a:pt x="102763" y="42922"/>
                      <a:pt x="103382" y="42870"/>
                      <a:pt x="103950" y="42819"/>
                    </a:cubicBezTo>
                    <a:lnTo>
                      <a:pt x="104569" y="42767"/>
                    </a:lnTo>
                    <a:cubicBezTo>
                      <a:pt x="104981" y="42767"/>
                      <a:pt x="105343" y="42716"/>
                      <a:pt x="105755" y="42716"/>
                    </a:cubicBezTo>
                    <a:lnTo>
                      <a:pt x="114938" y="42716"/>
                    </a:lnTo>
                    <a:cubicBezTo>
                      <a:pt x="115815" y="42716"/>
                      <a:pt x="116692" y="42716"/>
                      <a:pt x="117620" y="42767"/>
                    </a:cubicBezTo>
                    <a:lnTo>
                      <a:pt x="118136" y="42767"/>
                    </a:lnTo>
                    <a:cubicBezTo>
                      <a:pt x="118343" y="42767"/>
                      <a:pt x="118601" y="42716"/>
                      <a:pt x="118807" y="42716"/>
                    </a:cubicBezTo>
                    <a:cubicBezTo>
                      <a:pt x="118962" y="42716"/>
                      <a:pt x="119116" y="42664"/>
                      <a:pt x="119271" y="42664"/>
                    </a:cubicBezTo>
                    <a:cubicBezTo>
                      <a:pt x="119426" y="42612"/>
                      <a:pt x="119736" y="42561"/>
                      <a:pt x="119993" y="42561"/>
                    </a:cubicBezTo>
                    <a:lnTo>
                      <a:pt x="121283" y="42561"/>
                    </a:lnTo>
                    <a:cubicBezTo>
                      <a:pt x="121696" y="42561"/>
                      <a:pt x="122057" y="42458"/>
                      <a:pt x="122470" y="42303"/>
                    </a:cubicBezTo>
                    <a:cubicBezTo>
                      <a:pt x="122779" y="42148"/>
                      <a:pt x="123140" y="42045"/>
                      <a:pt x="123501" y="41993"/>
                    </a:cubicBezTo>
                    <a:cubicBezTo>
                      <a:pt x="123863" y="41942"/>
                      <a:pt x="124224" y="41890"/>
                      <a:pt x="124533" y="41735"/>
                    </a:cubicBezTo>
                    <a:lnTo>
                      <a:pt x="124997" y="41529"/>
                    </a:lnTo>
                    <a:cubicBezTo>
                      <a:pt x="125101" y="41426"/>
                      <a:pt x="125255" y="41374"/>
                      <a:pt x="125410" y="41271"/>
                    </a:cubicBezTo>
                    <a:cubicBezTo>
                      <a:pt x="125668" y="41168"/>
                      <a:pt x="125926" y="41116"/>
                      <a:pt x="126184" y="41116"/>
                    </a:cubicBezTo>
                    <a:lnTo>
                      <a:pt x="126390" y="41116"/>
                    </a:lnTo>
                    <a:cubicBezTo>
                      <a:pt x="126648" y="41116"/>
                      <a:pt x="126906" y="41220"/>
                      <a:pt x="127164" y="41220"/>
                    </a:cubicBezTo>
                    <a:lnTo>
                      <a:pt x="127577" y="41271"/>
                    </a:lnTo>
                    <a:cubicBezTo>
                      <a:pt x="127886" y="41323"/>
                      <a:pt x="128144" y="41323"/>
                      <a:pt x="128454" y="41323"/>
                    </a:cubicBezTo>
                    <a:lnTo>
                      <a:pt x="128867" y="41323"/>
                    </a:lnTo>
                    <a:cubicBezTo>
                      <a:pt x="129640" y="41323"/>
                      <a:pt x="130414" y="41168"/>
                      <a:pt x="131188" y="40910"/>
                    </a:cubicBezTo>
                    <a:cubicBezTo>
                      <a:pt x="131549" y="40807"/>
                      <a:pt x="131962" y="40704"/>
                      <a:pt x="132323" y="40600"/>
                    </a:cubicBezTo>
                    <a:cubicBezTo>
                      <a:pt x="132375" y="40600"/>
                      <a:pt x="132426" y="40549"/>
                      <a:pt x="132478" y="40497"/>
                    </a:cubicBezTo>
                    <a:cubicBezTo>
                      <a:pt x="132529" y="40446"/>
                      <a:pt x="132581" y="40394"/>
                      <a:pt x="132581" y="40343"/>
                    </a:cubicBezTo>
                    <a:cubicBezTo>
                      <a:pt x="132632" y="40239"/>
                      <a:pt x="132632" y="40136"/>
                      <a:pt x="132581" y="40033"/>
                    </a:cubicBezTo>
                    <a:lnTo>
                      <a:pt x="132632" y="40033"/>
                    </a:lnTo>
                    <a:cubicBezTo>
                      <a:pt x="132632" y="39981"/>
                      <a:pt x="132581" y="39878"/>
                      <a:pt x="132529" y="39827"/>
                    </a:cubicBezTo>
                    <a:cubicBezTo>
                      <a:pt x="132478" y="39723"/>
                      <a:pt x="132375" y="39723"/>
                      <a:pt x="132271" y="3972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 name="Google Shape;127;p6"/>
            <p:cNvSpPr/>
            <p:nvPr/>
          </p:nvSpPr>
          <p:spPr>
            <a:xfrm>
              <a:off x="-955743" y="3416224"/>
              <a:ext cx="5194393" cy="1837441"/>
            </a:xfrm>
            <a:custGeom>
              <a:avLst/>
              <a:gdLst/>
              <a:ahLst/>
              <a:cxnLst/>
              <a:rect l="l" t="t" r="r" b="b"/>
              <a:pathLst>
                <a:path w="175427" h="62060" extrusionOk="0">
                  <a:moveTo>
                    <a:pt x="0" y="1"/>
                  </a:moveTo>
                  <a:lnTo>
                    <a:pt x="0" y="62060"/>
                  </a:lnTo>
                  <a:lnTo>
                    <a:pt x="175427" y="62060"/>
                  </a:lnTo>
                  <a:cubicBezTo>
                    <a:pt x="175427" y="62060"/>
                    <a:pt x="160946" y="44043"/>
                    <a:pt x="145044" y="44043"/>
                  </a:cubicBezTo>
                  <a:cubicBezTo>
                    <a:pt x="141570" y="44043"/>
                    <a:pt x="138028" y="44903"/>
                    <a:pt x="134554" y="46998"/>
                  </a:cubicBezTo>
                  <a:cubicBezTo>
                    <a:pt x="127069" y="51513"/>
                    <a:pt x="121627" y="53771"/>
                    <a:pt x="116656" y="53771"/>
                  </a:cubicBezTo>
                  <a:cubicBezTo>
                    <a:pt x="108762" y="53771"/>
                    <a:pt x="102056" y="48076"/>
                    <a:pt x="90245" y="36686"/>
                  </a:cubicBezTo>
                  <a:cubicBezTo>
                    <a:pt x="84770" y="31380"/>
                    <a:pt x="79766" y="29422"/>
                    <a:pt x="75136" y="29422"/>
                  </a:cubicBezTo>
                  <a:cubicBezTo>
                    <a:pt x="62112" y="29422"/>
                    <a:pt x="52035" y="44906"/>
                    <a:pt x="42706" y="44906"/>
                  </a:cubicBezTo>
                  <a:cubicBezTo>
                    <a:pt x="41797" y="44906"/>
                    <a:pt x="40895" y="44759"/>
                    <a:pt x="39998" y="44436"/>
                  </a:cubicBezTo>
                  <a:cubicBezTo>
                    <a:pt x="23186" y="38311"/>
                    <a:pt x="11999" y="17875"/>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 name="Google Shape;128;p6"/>
          <p:cNvSpPr txBox="1">
            <a:spLocks noGrp="1"/>
          </p:cNvSpPr>
          <p:nvPr>
            <p:ph type="title"/>
          </p:nvPr>
        </p:nvSpPr>
        <p:spPr>
          <a:xfrm>
            <a:off x="921400" y="720000"/>
            <a:ext cx="103492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SzPts val="3000"/>
              <a:buNone/>
              <a:defRPr sz="4000" b="1">
                <a:latin typeface="Raleway"/>
                <a:ea typeface="Raleway"/>
                <a:cs typeface="Raleway"/>
                <a:sym typeface="Raleway"/>
              </a:defRPr>
            </a:lvl2pPr>
            <a:lvl3pPr lvl="2" rtl="0">
              <a:spcBef>
                <a:spcPts val="0"/>
              </a:spcBef>
              <a:spcAft>
                <a:spcPts val="0"/>
              </a:spcAft>
              <a:buSzPts val="3000"/>
              <a:buNone/>
              <a:defRPr sz="4000" b="1">
                <a:latin typeface="Raleway"/>
                <a:ea typeface="Raleway"/>
                <a:cs typeface="Raleway"/>
                <a:sym typeface="Raleway"/>
              </a:defRPr>
            </a:lvl3pPr>
            <a:lvl4pPr lvl="3" rtl="0">
              <a:spcBef>
                <a:spcPts val="0"/>
              </a:spcBef>
              <a:spcAft>
                <a:spcPts val="0"/>
              </a:spcAft>
              <a:buSzPts val="3000"/>
              <a:buNone/>
              <a:defRPr sz="4000" b="1">
                <a:latin typeface="Raleway"/>
                <a:ea typeface="Raleway"/>
                <a:cs typeface="Raleway"/>
                <a:sym typeface="Raleway"/>
              </a:defRPr>
            </a:lvl4pPr>
            <a:lvl5pPr lvl="4" rtl="0">
              <a:spcBef>
                <a:spcPts val="0"/>
              </a:spcBef>
              <a:spcAft>
                <a:spcPts val="0"/>
              </a:spcAft>
              <a:buSzPts val="3000"/>
              <a:buNone/>
              <a:defRPr sz="4000" b="1">
                <a:latin typeface="Raleway"/>
                <a:ea typeface="Raleway"/>
                <a:cs typeface="Raleway"/>
                <a:sym typeface="Raleway"/>
              </a:defRPr>
            </a:lvl5pPr>
            <a:lvl6pPr lvl="5" rtl="0">
              <a:spcBef>
                <a:spcPts val="0"/>
              </a:spcBef>
              <a:spcAft>
                <a:spcPts val="0"/>
              </a:spcAft>
              <a:buSzPts val="3000"/>
              <a:buNone/>
              <a:defRPr sz="4000" b="1">
                <a:latin typeface="Raleway"/>
                <a:ea typeface="Raleway"/>
                <a:cs typeface="Raleway"/>
                <a:sym typeface="Raleway"/>
              </a:defRPr>
            </a:lvl6pPr>
            <a:lvl7pPr lvl="6" rtl="0">
              <a:spcBef>
                <a:spcPts val="0"/>
              </a:spcBef>
              <a:spcAft>
                <a:spcPts val="0"/>
              </a:spcAft>
              <a:buSzPts val="3000"/>
              <a:buNone/>
              <a:defRPr sz="4000" b="1">
                <a:latin typeface="Raleway"/>
                <a:ea typeface="Raleway"/>
                <a:cs typeface="Raleway"/>
                <a:sym typeface="Raleway"/>
              </a:defRPr>
            </a:lvl7pPr>
            <a:lvl8pPr lvl="7" rtl="0">
              <a:spcBef>
                <a:spcPts val="0"/>
              </a:spcBef>
              <a:spcAft>
                <a:spcPts val="0"/>
              </a:spcAft>
              <a:buSzPts val="3000"/>
              <a:buNone/>
              <a:defRPr sz="4000" b="1">
                <a:latin typeface="Raleway"/>
                <a:ea typeface="Raleway"/>
                <a:cs typeface="Raleway"/>
                <a:sym typeface="Raleway"/>
              </a:defRPr>
            </a:lvl8pPr>
            <a:lvl9pPr lvl="8" rtl="0">
              <a:spcBef>
                <a:spcPts val="0"/>
              </a:spcBef>
              <a:spcAft>
                <a:spcPts val="0"/>
              </a:spcAft>
              <a:buSzPts val="3000"/>
              <a:buNone/>
              <a:defRPr sz="4000" b="1">
                <a:latin typeface="Raleway"/>
                <a:ea typeface="Raleway"/>
                <a:cs typeface="Raleway"/>
                <a:sym typeface="Raleway"/>
              </a:defRPr>
            </a:lvl9pPr>
          </a:lstStyle>
          <a:p>
            <a:endParaRPr/>
          </a:p>
        </p:txBody>
      </p:sp>
      <p:grpSp>
        <p:nvGrpSpPr>
          <p:cNvPr id="129" name="Google Shape;129;p6"/>
          <p:cNvGrpSpPr/>
          <p:nvPr/>
        </p:nvGrpSpPr>
        <p:grpSpPr>
          <a:xfrm>
            <a:off x="9929416" y="-1305059"/>
            <a:ext cx="3578493" cy="3870205"/>
            <a:chOff x="7319680" y="-1116076"/>
            <a:chExt cx="2937686" cy="3177161"/>
          </a:xfrm>
        </p:grpSpPr>
        <p:grpSp>
          <p:nvGrpSpPr>
            <p:cNvPr id="130" name="Google Shape;130;p6"/>
            <p:cNvGrpSpPr/>
            <p:nvPr/>
          </p:nvGrpSpPr>
          <p:grpSpPr>
            <a:xfrm rot="7067242">
              <a:off x="8572107" y="199228"/>
              <a:ext cx="831204" cy="296580"/>
              <a:chOff x="6463226" y="-625472"/>
              <a:chExt cx="831189" cy="296575"/>
            </a:xfrm>
          </p:grpSpPr>
          <p:sp>
            <p:nvSpPr>
              <p:cNvPr id="131" name="Google Shape;131;p6"/>
              <p:cNvSpPr/>
              <p:nvPr/>
            </p:nvSpPr>
            <p:spPr>
              <a:xfrm>
                <a:off x="7105700" y="-505192"/>
                <a:ext cx="120610" cy="36993"/>
              </a:xfrm>
              <a:custGeom>
                <a:avLst/>
                <a:gdLst/>
                <a:ahLst/>
                <a:cxnLst/>
                <a:rect l="l" t="t" r="r" b="b"/>
                <a:pathLst>
                  <a:path w="4020" h="1233" extrusionOk="0">
                    <a:moveTo>
                      <a:pt x="572" y="1"/>
                    </a:moveTo>
                    <a:cubicBezTo>
                      <a:pt x="230" y="1"/>
                      <a:pt x="1" y="729"/>
                      <a:pt x="409" y="820"/>
                    </a:cubicBezTo>
                    <a:cubicBezTo>
                      <a:pt x="924" y="1026"/>
                      <a:pt x="1440" y="1181"/>
                      <a:pt x="2008" y="1232"/>
                    </a:cubicBezTo>
                    <a:cubicBezTo>
                      <a:pt x="2575" y="1232"/>
                      <a:pt x="3091" y="1232"/>
                      <a:pt x="3659" y="1181"/>
                    </a:cubicBezTo>
                    <a:cubicBezTo>
                      <a:pt x="4020" y="1181"/>
                      <a:pt x="4020" y="562"/>
                      <a:pt x="3659" y="562"/>
                    </a:cubicBezTo>
                    <a:cubicBezTo>
                      <a:pt x="3401" y="562"/>
                      <a:pt x="3091" y="510"/>
                      <a:pt x="2833" y="510"/>
                    </a:cubicBezTo>
                    <a:cubicBezTo>
                      <a:pt x="2575" y="510"/>
                      <a:pt x="2369" y="510"/>
                      <a:pt x="2111" y="458"/>
                    </a:cubicBezTo>
                    <a:cubicBezTo>
                      <a:pt x="1595" y="407"/>
                      <a:pt x="1131" y="252"/>
                      <a:pt x="718" y="46"/>
                    </a:cubicBezTo>
                    <a:cubicBezTo>
                      <a:pt x="668" y="14"/>
                      <a:pt x="619" y="1"/>
                      <a:pt x="5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6"/>
              <p:cNvSpPr/>
              <p:nvPr/>
            </p:nvSpPr>
            <p:spPr>
              <a:xfrm>
                <a:off x="7227840" y="-625472"/>
                <a:ext cx="66576" cy="40203"/>
              </a:xfrm>
              <a:custGeom>
                <a:avLst/>
                <a:gdLst/>
                <a:ahLst/>
                <a:cxnLst/>
                <a:rect l="l" t="t" r="r" b="b"/>
                <a:pathLst>
                  <a:path w="2219" h="1340" extrusionOk="0">
                    <a:moveTo>
                      <a:pt x="1785" y="0"/>
                    </a:moveTo>
                    <a:cubicBezTo>
                      <a:pt x="1720" y="0"/>
                      <a:pt x="1656" y="12"/>
                      <a:pt x="1600" y="31"/>
                    </a:cubicBezTo>
                    <a:cubicBezTo>
                      <a:pt x="1509" y="122"/>
                      <a:pt x="1418" y="173"/>
                      <a:pt x="1292" y="254"/>
                    </a:cubicBezTo>
                    <a:lnTo>
                      <a:pt x="1292" y="254"/>
                    </a:lnTo>
                    <a:lnTo>
                      <a:pt x="1187" y="289"/>
                    </a:lnTo>
                    <a:cubicBezTo>
                      <a:pt x="1084" y="340"/>
                      <a:pt x="980" y="340"/>
                      <a:pt x="877" y="392"/>
                    </a:cubicBezTo>
                    <a:lnTo>
                      <a:pt x="465" y="392"/>
                    </a:lnTo>
                    <a:cubicBezTo>
                      <a:pt x="207" y="392"/>
                      <a:pt x="0" y="598"/>
                      <a:pt x="0" y="856"/>
                    </a:cubicBezTo>
                    <a:cubicBezTo>
                      <a:pt x="0" y="959"/>
                      <a:pt x="52" y="1063"/>
                      <a:pt x="155" y="1166"/>
                    </a:cubicBezTo>
                    <a:lnTo>
                      <a:pt x="258" y="1269"/>
                    </a:lnTo>
                    <a:cubicBezTo>
                      <a:pt x="310" y="1269"/>
                      <a:pt x="413" y="1321"/>
                      <a:pt x="465" y="1321"/>
                    </a:cubicBezTo>
                    <a:cubicBezTo>
                      <a:pt x="562" y="1333"/>
                      <a:pt x="659" y="1339"/>
                      <a:pt x="756" y="1339"/>
                    </a:cubicBezTo>
                    <a:cubicBezTo>
                      <a:pt x="1066" y="1339"/>
                      <a:pt x="1363" y="1272"/>
                      <a:pt x="1600" y="1114"/>
                    </a:cubicBezTo>
                    <a:cubicBezTo>
                      <a:pt x="1703" y="1063"/>
                      <a:pt x="1754" y="1011"/>
                      <a:pt x="1857" y="959"/>
                    </a:cubicBezTo>
                    <a:cubicBezTo>
                      <a:pt x="1961" y="856"/>
                      <a:pt x="2064" y="753"/>
                      <a:pt x="2167" y="598"/>
                    </a:cubicBezTo>
                    <a:cubicBezTo>
                      <a:pt x="2219" y="547"/>
                      <a:pt x="2219" y="444"/>
                      <a:pt x="2219" y="340"/>
                    </a:cubicBezTo>
                    <a:cubicBezTo>
                      <a:pt x="2219" y="237"/>
                      <a:pt x="2167" y="186"/>
                      <a:pt x="2115" y="134"/>
                    </a:cubicBezTo>
                    <a:cubicBezTo>
                      <a:pt x="2017" y="36"/>
                      <a:pt x="1898" y="0"/>
                      <a:pt x="17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6"/>
              <p:cNvSpPr/>
              <p:nvPr/>
            </p:nvSpPr>
            <p:spPr>
              <a:xfrm>
                <a:off x="6748437" y="-540041"/>
                <a:ext cx="160723" cy="97568"/>
              </a:xfrm>
              <a:custGeom>
                <a:avLst/>
                <a:gdLst/>
                <a:ahLst/>
                <a:cxnLst/>
                <a:rect l="l" t="t" r="r" b="b"/>
                <a:pathLst>
                  <a:path w="5357" h="3252" extrusionOk="0">
                    <a:moveTo>
                      <a:pt x="630" y="0"/>
                    </a:moveTo>
                    <a:cubicBezTo>
                      <a:pt x="291" y="0"/>
                      <a:pt x="0" y="438"/>
                      <a:pt x="317" y="755"/>
                    </a:cubicBezTo>
                    <a:cubicBezTo>
                      <a:pt x="884" y="1426"/>
                      <a:pt x="1555" y="1993"/>
                      <a:pt x="2226" y="2458"/>
                    </a:cubicBezTo>
                    <a:cubicBezTo>
                      <a:pt x="2638" y="2716"/>
                      <a:pt x="2999" y="2974"/>
                      <a:pt x="3464" y="3128"/>
                    </a:cubicBezTo>
                    <a:cubicBezTo>
                      <a:pt x="3691" y="3213"/>
                      <a:pt x="3934" y="3252"/>
                      <a:pt x="4184" y="3252"/>
                    </a:cubicBezTo>
                    <a:cubicBezTo>
                      <a:pt x="4388" y="3252"/>
                      <a:pt x="4596" y="3226"/>
                      <a:pt x="4805" y="3180"/>
                    </a:cubicBezTo>
                    <a:cubicBezTo>
                      <a:pt x="5356" y="3080"/>
                      <a:pt x="5323" y="2249"/>
                      <a:pt x="4753" y="2249"/>
                    </a:cubicBezTo>
                    <a:cubicBezTo>
                      <a:pt x="4737" y="2249"/>
                      <a:pt x="4720" y="2250"/>
                      <a:pt x="4702" y="2251"/>
                    </a:cubicBezTo>
                    <a:lnTo>
                      <a:pt x="4496" y="2251"/>
                    </a:lnTo>
                    <a:cubicBezTo>
                      <a:pt x="4392" y="2251"/>
                      <a:pt x="4341" y="2200"/>
                      <a:pt x="4238" y="2200"/>
                    </a:cubicBezTo>
                    <a:cubicBezTo>
                      <a:pt x="4031" y="2148"/>
                      <a:pt x="3876" y="2097"/>
                      <a:pt x="3670" y="2045"/>
                    </a:cubicBezTo>
                    <a:cubicBezTo>
                      <a:pt x="3361" y="1942"/>
                      <a:pt x="2999" y="1787"/>
                      <a:pt x="2690" y="1581"/>
                    </a:cubicBezTo>
                    <a:cubicBezTo>
                      <a:pt x="2071" y="1116"/>
                      <a:pt x="1503" y="652"/>
                      <a:pt x="936" y="136"/>
                    </a:cubicBezTo>
                    <a:cubicBezTo>
                      <a:pt x="840" y="40"/>
                      <a:pt x="733" y="0"/>
                      <a:pt x="6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6"/>
              <p:cNvSpPr/>
              <p:nvPr/>
            </p:nvSpPr>
            <p:spPr>
              <a:xfrm>
                <a:off x="6463226" y="-366071"/>
                <a:ext cx="86707" cy="37173"/>
              </a:xfrm>
              <a:custGeom>
                <a:avLst/>
                <a:gdLst/>
                <a:ahLst/>
                <a:cxnLst/>
                <a:rect l="l" t="t" r="r" b="b"/>
                <a:pathLst>
                  <a:path w="2890" h="1239" extrusionOk="0">
                    <a:moveTo>
                      <a:pt x="1858" y="0"/>
                    </a:moveTo>
                    <a:cubicBezTo>
                      <a:pt x="1703" y="0"/>
                      <a:pt x="1549" y="52"/>
                      <a:pt x="1394" y="103"/>
                    </a:cubicBezTo>
                    <a:cubicBezTo>
                      <a:pt x="1342" y="155"/>
                      <a:pt x="1239" y="206"/>
                      <a:pt x="1136" y="258"/>
                    </a:cubicBezTo>
                    <a:cubicBezTo>
                      <a:pt x="723" y="516"/>
                      <a:pt x="362" y="825"/>
                      <a:pt x="1" y="1187"/>
                    </a:cubicBezTo>
                    <a:cubicBezTo>
                      <a:pt x="1" y="1187"/>
                      <a:pt x="1" y="1238"/>
                      <a:pt x="53" y="1238"/>
                    </a:cubicBezTo>
                    <a:cubicBezTo>
                      <a:pt x="259" y="1083"/>
                      <a:pt x="517" y="929"/>
                      <a:pt x="775" y="825"/>
                    </a:cubicBezTo>
                    <a:cubicBezTo>
                      <a:pt x="930" y="722"/>
                      <a:pt x="1084" y="671"/>
                      <a:pt x="1291" y="671"/>
                    </a:cubicBezTo>
                    <a:lnTo>
                      <a:pt x="1703" y="671"/>
                    </a:lnTo>
                    <a:cubicBezTo>
                      <a:pt x="1755" y="671"/>
                      <a:pt x="1858" y="671"/>
                      <a:pt x="1910" y="619"/>
                    </a:cubicBezTo>
                    <a:cubicBezTo>
                      <a:pt x="2168" y="619"/>
                      <a:pt x="2477" y="516"/>
                      <a:pt x="2735" y="464"/>
                    </a:cubicBezTo>
                    <a:cubicBezTo>
                      <a:pt x="2890" y="413"/>
                      <a:pt x="2890" y="206"/>
                      <a:pt x="2735" y="155"/>
                    </a:cubicBezTo>
                    <a:cubicBezTo>
                      <a:pt x="2477" y="52"/>
                      <a:pt x="2168"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5" name="Google Shape;135;p6"/>
            <p:cNvSpPr/>
            <p:nvPr/>
          </p:nvSpPr>
          <p:spPr>
            <a:xfrm rot="-6759078">
              <a:off x="7508439" y="-584913"/>
              <a:ext cx="2560169" cy="2114836"/>
            </a:xfrm>
            <a:custGeom>
              <a:avLst/>
              <a:gdLst/>
              <a:ahLst/>
              <a:cxnLst/>
              <a:rect l="l" t="t" r="r" b="b"/>
              <a:pathLst>
                <a:path w="112362" h="92817" extrusionOk="0">
                  <a:moveTo>
                    <a:pt x="75379" y="3417"/>
                  </a:moveTo>
                  <a:lnTo>
                    <a:pt x="75379" y="3417"/>
                  </a:lnTo>
                  <a:cubicBezTo>
                    <a:pt x="75373" y="3423"/>
                    <a:pt x="75367" y="3429"/>
                    <a:pt x="75361" y="3435"/>
                  </a:cubicBezTo>
                  <a:cubicBezTo>
                    <a:pt x="75369" y="3428"/>
                    <a:pt x="75375" y="3422"/>
                    <a:pt x="75379" y="3417"/>
                  </a:cubicBezTo>
                  <a:close/>
                  <a:moveTo>
                    <a:pt x="70852" y="0"/>
                  </a:moveTo>
                  <a:cubicBezTo>
                    <a:pt x="70637" y="0"/>
                    <a:pt x="70423" y="143"/>
                    <a:pt x="70280" y="286"/>
                  </a:cubicBezTo>
                  <a:cubicBezTo>
                    <a:pt x="70208" y="430"/>
                    <a:pt x="70065" y="644"/>
                    <a:pt x="69993" y="787"/>
                  </a:cubicBezTo>
                  <a:cubicBezTo>
                    <a:pt x="69993" y="1002"/>
                    <a:pt x="69993" y="1217"/>
                    <a:pt x="69993" y="1432"/>
                  </a:cubicBezTo>
                  <a:cubicBezTo>
                    <a:pt x="69993" y="1575"/>
                    <a:pt x="69922" y="1646"/>
                    <a:pt x="69922" y="1861"/>
                  </a:cubicBezTo>
                  <a:cubicBezTo>
                    <a:pt x="69779" y="2290"/>
                    <a:pt x="69779" y="2791"/>
                    <a:pt x="69850" y="3221"/>
                  </a:cubicBezTo>
                  <a:cubicBezTo>
                    <a:pt x="69850" y="3435"/>
                    <a:pt x="70065" y="3507"/>
                    <a:pt x="70208" y="3507"/>
                  </a:cubicBezTo>
                  <a:cubicBezTo>
                    <a:pt x="70780" y="3221"/>
                    <a:pt x="71138" y="2720"/>
                    <a:pt x="71210" y="2076"/>
                  </a:cubicBezTo>
                  <a:cubicBezTo>
                    <a:pt x="71210" y="1789"/>
                    <a:pt x="71281" y="1503"/>
                    <a:pt x="71281" y="1217"/>
                  </a:cubicBezTo>
                  <a:lnTo>
                    <a:pt x="71210" y="1145"/>
                  </a:lnTo>
                  <a:cubicBezTo>
                    <a:pt x="71281" y="859"/>
                    <a:pt x="71210" y="501"/>
                    <a:pt x="71138" y="215"/>
                  </a:cubicBezTo>
                  <a:cubicBezTo>
                    <a:pt x="71138" y="72"/>
                    <a:pt x="70995" y="0"/>
                    <a:pt x="70852" y="0"/>
                  </a:cubicBezTo>
                  <a:close/>
                  <a:moveTo>
                    <a:pt x="75241" y="2785"/>
                  </a:moveTo>
                  <a:cubicBezTo>
                    <a:pt x="75167" y="2785"/>
                    <a:pt x="75085" y="2808"/>
                    <a:pt x="75003" y="2863"/>
                  </a:cubicBezTo>
                  <a:cubicBezTo>
                    <a:pt x="74931" y="2827"/>
                    <a:pt x="74860" y="2809"/>
                    <a:pt x="74797" y="2809"/>
                  </a:cubicBezTo>
                  <a:cubicBezTo>
                    <a:pt x="74735" y="2809"/>
                    <a:pt x="74681" y="2827"/>
                    <a:pt x="74645" y="2863"/>
                  </a:cubicBezTo>
                  <a:cubicBezTo>
                    <a:pt x="74430" y="2934"/>
                    <a:pt x="74216" y="3078"/>
                    <a:pt x="74001" y="3149"/>
                  </a:cubicBezTo>
                  <a:cubicBezTo>
                    <a:pt x="73643" y="3364"/>
                    <a:pt x="73357" y="3650"/>
                    <a:pt x="73285" y="4080"/>
                  </a:cubicBezTo>
                  <a:cubicBezTo>
                    <a:pt x="73214" y="4080"/>
                    <a:pt x="73214" y="4151"/>
                    <a:pt x="73285" y="4223"/>
                  </a:cubicBezTo>
                  <a:cubicBezTo>
                    <a:pt x="73285" y="4399"/>
                    <a:pt x="73431" y="4528"/>
                    <a:pt x="73602" y="4528"/>
                  </a:cubicBezTo>
                  <a:cubicBezTo>
                    <a:pt x="73639" y="4528"/>
                    <a:pt x="73677" y="4522"/>
                    <a:pt x="73715" y="4509"/>
                  </a:cubicBezTo>
                  <a:cubicBezTo>
                    <a:pt x="74073" y="4437"/>
                    <a:pt x="74430" y="4294"/>
                    <a:pt x="74788" y="4080"/>
                  </a:cubicBezTo>
                  <a:cubicBezTo>
                    <a:pt x="74860" y="3936"/>
                    <a:pt x="74931" y="3865"/>
                    <a:pt x="75075" y="3722"/>
                  </a:cubicBezTo>
                  <a:cubicBezTo>
                    <a:pt x="75075" y="3650"/>
                    <a:pt x="75146" y="3579"/>
                    <a:pt x="75218" y="3507"/>
                  </a:cubicBezTo>
                  <a:cubicBezTo>
                    <a:pt x="75218" y="3435"/>
                    <a:pt x="75289" y="3435"/>
                    <a:pt x="75289" y="3435"/>
                  </a:cubicBezTo>
                  <a:cubicBezTo>
                    <a:pt x="75337" y="3435"/>
                    <a:pt x="75385" y="3404"/>
                    <a:pt x="75390" y="3404"/>
                  </a:cubicBezTo>
                  <a:lnTo>
                    <a:pt x="75390" y="3404"/>
                  </a:lnTo>
                  <a:cubicBezTo>
                    <a:pt x="75392" y="3404"/>
                    <a:pt x="75389" y="3407"/>
                    <a:pt x="75379" y="3417"/>
                  </a:cubicBezTo>
                  <a:lnTo>
                    <a:pt x="75379" y="3417"/>
                  </a:lnTo>
                  <a:cubicBezTo>
                    <a:pt x="75444" y="3351"/>
                    <a:pt x="75504" y="3280"/>
                    <a:pt x="75504" y="3149"/>
                  </a:cubicBezTo>
                  <a:cubicBezTo>
                    <a:pt x="75504" y="3078"/>
                    <a:pt x="75504" y="3006"/>
                    <a:pt x="75504" y="2934"/>
                  </a:cubicBezTo>
                  <a:cubicBezTo>
                    <a:pt x="75460" y="2846"/>
                    <a:pt x="75361" y="2785"/>
                    <a:pt x="75241" y="2785"/>
                  </a:cubicBezTo>
                  <a:close/>
                  <a:moveTo>
                    <a:pt x="83949" y="11022"/>
                  </a:moveTo>
                  <a:cubicBezTo>
                    <a:pt x="83663" y="11093"/>
                    <a:pt x="83448" y="11165"/>
                    <a:pt x="83162" y="11236"/>
                  </a:cubicBezTo>
                  <a:cubicBezTo>
                    <a:pt x="82947" y="11308"/>
                    <a:pt x="82732" y="11379"/>
                    <a:pt x="82589" y="11594"/>
                  </a:cubicBezTo>
                  <a:cubicBezTo>
                    <a:pt x="82518" y="11666"/>
                    <a:pt x="82518" y="11737"/>
                    <a:pt x="82589" y="11809"/>
                  </a:cubicBezTo>
                  <a:cubicBezTo>
                    <a:pt x="82589" y="11952"/>
                    <a:pt x="82589" y="12024"/>
                    <a:pt x="82661" y="12095"/>
                  </a:cubicBezTo>
                  <a:cubicBezTo>
                    <a:pt x="82804" y="12238"/>
                    <a:pt x="82947" y="12310"/>
                    <a:pt x="83162" y="12310"/>
                  </a:cubicBezTo>
                  <a:lnTo>
                    <a:pt x="84164" y="12310"/>
                  </a:lnTo>
                  <a:cubicBezTo>
                    <a:pt x="84521" y="12238"/>
                    <a:pt x="84951" y="12024"/>
                    <a:pt x="84951" y="11666"/>
                  </a:cubicBezTo>
                  <a:cubicBezTo>
                    <a:pt x="84951" y="11594"/>
                    <a:pt x="84951" y="11523"/>
                    <a:pt x="84951" y="11451"/>
                  </a:cubicBezTo>
                  <a:cubicBezTo>
                    <a:pt x="84951" y="11379"/>
                    <a:pt x="84951" y="11308"/>
                    <a:pt x="84879" y="11236"/>
                  </a:cubicBezTo>
                  <a:cubicBezTo>
                    <a:pt x="84808" y="11165"/>
                    <a:pt x="84736" y="11093"/>
                    <a:pt x="84593" y="11022"/>
                  </a:cubicBezTo>
                  <a:close/>
                  <a:moveTo>
                    <a:pt x="79040" y="11463"/>
                  </a:moveTo>
                  <a:cubicBezTo>
                    <a:pt x="78897" y="11463"/>
                    <a:pt x="78775" y="11564"/>
                    <a:pt x="78724" y="11666"/>
                  </a:cubicBezTo>
                  <a:cubicBezTo>
                    <a:pt x="78581" y="12167"/>
                    <a:pt x="78724" y="12668"/>
                    <a:pt x="79011" y="13025"/>
                  </a:cubicBezTo>
                  <a:cubicBezTo>
                    <a:pt x="79154" y="13240"/>
                    <a:pt x="79369" y="13383"/>
                    <a:pt x="79583" y="13598"/>
                  </a:cubicBezTo>
                  <a:cubicBezTo>
                    <a:pt x="79655" y="13741"/>
                    <a:pt x="79726" y="13813"/>
                    <a:pt x="79870" y="13956"/>
                  </a:cubicBezTo>
                  <a:cubicBezTo>
                    <a:pt x="79927" y="13975"/>
                    <a:pt x="79979" y="13984"/>
                    <a:pt x="80028" y="13984"/>
                  </a:cubicBezTo>
                  <a:cubicBezTo>
                    <a:pt x="80161" y="13984"/>
                    <a:pt x="80266" y="13917"/>
                    <a:pt x="80371" y="13813"/>
                  </a:cubicBezTo>
                  <a:cubicBezTo>
                    <a:pt x="80371" y="13741"/>
                    <a:pt x="80442" y="13670"/>
                    <a:pt x="80514" y="13670"/>
                  </a:cubicBezTo>
                  <a:cubicBezTo>
                    <a:pt x="80514" y="13455"/>
                    <a:pt x="80442" y="13312"/>
                    <a:pt x="80299" y="13240"/>
                  </a:cubicBezTo>
                  <a:cubicBezTo>
                    <a:pt x="80299" y="13169"/>
                    <a:pt x="80299" y="13025"/>
                    <a:pt x="80227" y="12954"/>
                  </a:cubicBezTo>
                  <a:cubicBezTo>
                    <a:pt x="80156" y="12811"/>
                    <a:pt x="80013" y="12668"/>
                    <a:pt x="79941" y="12524"/>
                  </a:cubicBezTo>
                  <a:cubicBezTo>
                    <a:pt x="79798" y="12095"/>
                    <a:pt x="79512" y="11737"/>
                    <a:pt x="79225" y="11523"/>
                  </a:cubicBezTo>
                  <a:cubicBezTo>
                    <a:pt x="79163" y="11481"/>
                    <a:pt x="79100" y="11463"/>
                    <a:pt x="79040" y="11463"/>
                  </a:cubicBezTo>
                  <a:close/>
                  <a:moveTo>
                    <a:pt x="9020" y="12280"/>
                  </a:moveTo>
                  <a:cubicBezTo>
                    <a:pt x="8898" y="12280"/>
                    <a:pt x="8761" y="12331"/>
                    <a:pt x="8660" y="12381"/>
                  </a:cubicBezTo>
                  <a:cubicBezTo>
                    <a:pt x="8445" y="12596"/>
                    <a:pt x="8159" y="12739"/>
                    <a:pt x="8016" y="12954"/>
                  </a:cubicBezTo>
                  <a:cubicBezTo>
                    <a:pt x="7658" y="13240"/>
                    <a:pt x="7372" y="13526"/>
                    <a:pt x="7157" y="13956"/>
                  </a:cubicBezTo>
                  <a:cubicBezTo>
                    <a:pt x="7085" y="14099"/>
                    <a:pt x="7229" y="14385"/>
                    <a:pt x="7443" y="14385"/>
                  </a:cubicBezTo>
                  <a:cubicBezTo>
                    <a:pt x="7586" y="14385"/>
                    <a:pt x="7730" y="14314"/>
                    <a:pt x="7801" y="14314"/>
                  </a:cubicBezTo>
                  <a:lnTo>
                    <a:pt x="7944" y="14171"/>
                  </a:lnTo>
                  <a:lnTo>
                    <a:pt x="8016" y="14171"/>
                  </a:lnTo>
                  <a:lnTo>
                    <a:pt x="8159" y="14027"/>
                  </a:lnTo>
                  <a:cubicBezTo>
                    <a:pt x="8195" y="14063"/>
                    <a:pt x="8231" y="14081"/>
                    <a:pt x="8266" y="14081"/>
                  </a:cubicBezTo>
                  <a:cubicBezTo>
                    <a:pt x="8302" y="14081"/>
                    <a:pt x="8338" y="14063"/>
                    <a:pt x="8374" y="14027"/>
                  </a:cubicBezTo>
                  <a:cubicBezTo>
                    <a:pt x="8445" y="14027"/>
                    <a:pt x="8588" y="13956"/>
                    <a:pt x="8660" y="13884"/>
                  </a:cubicBezTo>
                  <a:cubicBezTo>
                    <a:pt x="8803" y="13813"/>
                    <a:pt x="8946" y="13741"/>
                    <a:pt x="9089" y="13598"/>
                  </a:cubicBezTo>
                  <a:cubicBezTo>
                    <a:pt x="9304" y="13455"/>
                    <a:pt x="9447" y="13169"/>
                    <a:pt x="9519" y="12811"/>
                  </a:cubicBezTo>
                  <a:cubicBezTo>
                    <a:pt x="9519" y="12739"/>
                    <a:pt x="9519" y="12668"/>
                    <a:pt x="9447" y="12596"/>
                  </a:cubicBezTo>
                  <a:cubicBezTo>
                    <a:pt x="9447" y="12453"/>
                    <a:pt x="9304" y="12310"/>
                    <a:pt x="9161" y="12310"/>
                  </a:cubicBezTo>
                  <a:cubicBezTo>
                    <a:pt x="9119" y="12289"/>
                    <a:pt x="9071" y="12280"/>
                    <a:pt x="9020" y="12280"/>
                  </a:cubicBezTo>
                  <a:close/>
                  <a:moveTo>
                    <a:pt x="60976" y="12149"/>
                  </a:moveTo>
                  <a:cubicBezTo>
                    <a:pt x="60797" y="12149"/>
                    <a:pt x="60618" y="12274"/>
                    <a:pt x="60618" y="12524"/>
                  </a:cubicBezTo>
                  <a:cubicBezTo>
                    <a:pt x="60618" y="12882"/>
                    <a:pt x="60618" y="13240"/>
                    <a:pt x="60689" y="13598"/>
                  </a:cubicBezTo>
                  <a:lnTo>
                    <a:pt x="60689" y="13741"/>
                  </a:lnTo>
                  <a:cubicBezTo>
                    <a:pt x="60761" y="13884"/>
                    <a:pt x="60833" y="14099"/>
                    <a:pt x="60833" y="14314"/>
                  </a:cubicBezTo>
                  <a:cubicBezTo>
                    <a:pt x="60833" y="14385"/>
                    <a:pt x="60904" y="14528"/>
                    <a:pt x="60976" y="14600"/>
                  </a:cubicBezTo>
                  <a:cubicBezTo>
                    <a:pt x="61043" y="14735"/>
                    <a:pt x="61191" y="14806"/>
                    <a:pt x="61335" y="14806"/>
                  </a:cubicBezTo>
                  <a:cubicBezTo>
                    <a:pt x="61496" y="14806"/>
                    <a:pt x="61654" y="14717"/>
                    <a:pt x="61691" y="14528"/>
                  </a:cubicBezTo>
                  <a:cubicBezTo>
                    <a:pt x="61763" y="14242"/>
                    <a:pt x="61763" y="13884"/>
                    <a:pt x="61691" y="13526"/>
                  </a:cubicBezTo>
                  <a:cubicBezTo>
                    <a:pt x="61620" y="13383"/>
                    <a:pt x="61548" y="13240"/>
                    <a:pt x="61477" y="13097"/>
                  </a:cubicBezTo>
                  <a:lnTo>
                    <a:pt x="61334" y="12954"/>
                  </a:lnTo>
                  <a:cubicBezTo>
                    <a:pt x="61334" y="12811"/>
                    <a:pt x="61334" y="12668"/>
                    <a:pt x="61334" y="12524"/>
                  </a:cubicBezTo>
                  <a:cubicBezTo>
                    <a:pt x="61334" y="12274"/>
                    <a:pt x="61155" y="12149"/>
                    <a:pt x="60976" y="12149"/>
                  </a:cubicBezTo>
                  <a:close/>
                  <a:moveTo>
                    <a:pt x="73658" y="14561"/>
                  </a:moveTo>
                  <a:cubicBezTo>
                    <a:pt x="73371" y="14561"/>
                    <a:pt x="73102" y="14783"/>
                    <a:pt x="72928" y="14958"/>
                  </a:cubicBezTo>
                  <a:cubicBezTo>
                    <a:pt x="72713" y="15244"/>
                    <a:pt x="72498" y="15530"/>
                    <a:pt x="72283" y="15817"/>
                  </a:cubicBezTo>
                  <a:cubicBezTo>
                    <a:pt x="72140" y="16031"/>
                    <a:pt x="71997" y="16461"/>
                    <a:pt x="72140" y="16675"/>
                  </a:cubicBezTo>
                  <a:cubicBezTo>
                    <a:pt x="72248" y="16836"/>
                    <a:pt x="72395" y="16917"/>
                    <a:pt x="72553" y="16917"/>
                  </a:cubicBezTo>
                  <a:cubicBezTo>
                    <a:pt x="72605" y="16917"/>
                    <a:pt x="72659" y="16908"/>
                    <a:pt x="72713" y="16890"/>
                  </a:cubicBezTo>
                  <a:cubicBezTo>
                    <a:pt x="72928" y="16819"/>
                    <a:pt x="73142" y="16675"/>
                    <a:pt x="73285" y="16461"/>
                  </a:cubicBezTo>
                  <a:cubicBezTo>
                    <a:pt x="73428" y="16318"/>
                    <a:pt x="73572" y="16103"/>
                    <a:pt x="73643" y="15960"/>
                  </a:cubicBezTo>
                  <a:cubicBezTo>
                    <a:pt x="73715" y="15817"/>
                    <a:pt x="73858" y="15602"/>
                    <a:pt x="73858" y="15530"/>
                  </a:cubicBezTo>
                  <a:cubicBezTo>
                    <a:pt x="73929" y="15459"/>
                    <a:pt x="74001" y="15316"/>
                    <a:pt x="74001" y="15244"/>
                  </a:cubicBezTo>
                  <a:cubicBezTo>
                    <a:pt x="74001" y="15172"/>
                    <a:pt x="74073" y="15101"/>
                    <a:pt x="74073" y="15029"/>
                  </a:cubicBezTo>
                  <a:cubicBezTo>
                    <a:pt x="74144" y="14886"/>
                    <a:pt x="74144" y="14743"/>
                    <a:pt x="74073" y="14672"/>
                  </a:cubicBezTo>
                  <a:cubicBezTo>
                    <a:pt x="74001" y="14672"/>
                    <a:pt x="73929" y="14600"/>
                    <a:pt x="73929" y="14600"/>
                  </a:cubicBezTo>
                  <a:lnTo>
                    <a:pt x="73858" y="14600"/>
                  </a:lnTo>
                  <a:cubicBezTo>
                    <a:pt x="73791" y="14573"/>
                    <a:pt x="73724" y="14561"/>
                    <a:pt x="73658" y="14561"/>
                  </a:cubicBezTo>
                  <a:close/>
                  <a:moveTo>
                    <a:pt x="21184" y="14672"/>
                  </a:moveTo>
                  <a:cubicBezTo>
                    <a:pt x="21113" y="14672"/>
                    <a:pt x="21041" y="14672"/>
                    <a:pt x="20970" y="14743"/>
                  </a:cubicBezTo>
                  <a:cubicBezTo>
                    <a:pt x="20944" y="14737"/>
                    <a:pt x="20919" y="14734"/>
                    <a:pt x="20894" y="14734"/>
                  </a:cubicBezTo>
                  <a:cubicBezTo>
                    <a:pt x="20634" y="14734"/>
                    <a:pt x="20384" y="15048"/>
                    <a:pt x="20254" y="15244"/>
                  </a:cubicBezTo>
                  <a:cubicBezTo>
                    <a:pt x="20182" y="15387"/>
                    <a:pt x="20111" y="15530"/>
                    <a:pt x="20039" y="15673"/>
                  </a:cubicBezTo>
                  <a:cubicBezTo>
                    <a:pt x="19968" y="15817"/>
                    <a:pt x="19968" y="15960"/>
                    <a:pt x="19968" y="16103"/>
                  </a:cubicBezTo>
                  <a:cubicBezTo>
                    <a:pt x="19968" y="16174"/>
                    <a:pt x="19968" y="16246"/>
                    <a:pt x="19968" y="16389"/>
                  </a:cubicBezTo>
                  <a:cubicBezTo>
                    <a:pt x="19896" y="16532"/>
                    <a:pt x="19824" y="16675"/>
                    <a:pt x="19753" y="16819"/>
                  </a:cubicBezTo>
                  <a:cubicBezTo>
                    <a:pt x="19681" y="16962"/>
                    <a:pt x="19824" y="17176"/>
                    <a:pt x="19968" y="17176"/>
                  </a:cubicBezTo>
                  <a:cubicBezTo>
                    <a:pt x="20021" y="17194"/>
                    <a:pt x="20070" y="17203"/>
                    <a:pt x="20115" y="17203"/>
                  </a:cubicBezTo>
                  <a:cubicBezTo>
                    <a:pt x="20249" y="17203"/>
                    <a:pt x="20343" y="17123"/>
                    <a:pt x="20397" y="16962"/>
                  </a:cubicBezTo>
                  <a:cubicBezTo>
                    <a:pt x="20427" y="16991"/>
                    <a:pt x="20469" y="17009"/>
                    <a:pt x="20513" y="17009"/>
                  </a:cubicBezTo>
                  <a:cubicBezTo>
                    <a:pt x="20575" y="17009"/>
                    <a:pt x="20641" y="16974"/>
                    <a:pt x="20683" y="16890"/>
                  </a:cubicBezTo>
                  <a:cubicBezTo>
                    <a:pt x="20755" y="16890"/>
                    <a:pt x="20755" y="16819"/>
                    <a:pt x="20755" y="16819"/>
                  </a:cubicBezTo>
                  <a:lnTo>
                    <a:pt x="20755" y="16747"/>
                  </a:lnTo>
                  <a:cubicBezTo>
                    <a:pt x="20826" y="16675"/>
                    <a:pt x="20826" y="16604"/>
                    <a:pt x="20898" y="16532"/>
                  </a:cubicBezTo>
                  <a:cubicBezTo>
                    <a:pt x="20898" y="16461"/>
                    <a:pt x="20970" y="16461"/>
                    <a:pt x="20970" y="16389"/>
                  </a:cubicBezTo>
                  <a:lnTo>
                    <a:pt x="21113" y="16174"/>
                  </a:lnTo>
                  <a:cubicBezTo>
                    <a:pt x="21399" y="15817"/>
                    <a:pt x="21542" y="15387"/>
                    <a:pt x="21470" y="14958"/>
                  </a:cubicBezTo>
                  <a:cubicBezTo>
                    <a:pt x="21470" y="14815"/>
                    <a:pt x="21327" y="14672"/>
                    <a:pt x="21184" y="14672"/>
                  </a:cubicBezTo>
                  <a:close/>
                  <a:moveTo>
                    <a:pt x="88014" y="14782"/>
                  </a:moveTo>
                  <a:cubicBezTo>
                    <a:pt x="87973" y="14782"/>
                    <a:pt x="87930" y="14792"/>
                    <a:pt x="87885" y="14815"/>
                  </a:cubicBezTo>
                  <a:cubicBezTo>
                    <a:pt x="87527" y="14886"/>
                    <a:pt x="87527" y="15244"/>
                    <a:pt x="87527" y="15530"/>
                  </a:cubicBezTo>
                  <a:cubicBezTo>
                    <a:pt x="87527" y="15888"/>
                    <a:pt x="87527" y="16246"/>
                    <a:pt x="87599" y="16604"/>
                  </a:cubicBezTo>
                  <a:cubicBezTo>
                    <a:pt x="87670" y="16747"/>
                    <a:pt x="87670" y="16890"/>
                    <a:pt x="87742" y="17033"/>
                  </a:cubicBezTo>
                  <a:cubicBezTo>
                    <a:pt x="87742" y="17176"/>
                    <a:pt x="87814" y="17320"/>
                    <a:pt x="87885" y="17391"/>
                  </a:cubicBezTo>
                  <a:cubicBezTo>
                    <a:pt x="87957" y="17534"/>
                    <a:pt x="88064" y="17606"/>
                    <a:pt x="88171" y="17606"/>
                  </a:cubicBezTo>
                  <a:cubicBezTo>
                    <a:pt x="88279" y="17606"/>
                    <a:pt x="88386" y="17534"/>
                    <a:pt x="88458" y="17391"/>
                  </a:cubicBezTo>
                  <a:lnTo>
                    <a:pt x="88529" y="17391"/>
                  </a:lnTo>
                  <a:cubicBezTo>
                    <a:pt x="88601" y="17391"/>
                    <a:pt x="88601" y="17320"/>
                    <a:pt x="88672" y="17176"/>
                  </a:cubicBezTo>
                  <a:cubicBezTo>
                    <a:pt x="88672" y="17105"/>
                    <a:pt x="88672" y="17105"/>
                    <a:pt x="88672" y="17033"/>
                  </a:cubicBezTo>
                  <a:lnTo>
                    <a:pt x="88672" y="16675"/>
                  </a:lnTo>
                  <a:cubicBezTo>
                    <a:pt x="88672" y="16461"/>
                    <a:pt x="88672" y="16246"/>
                    <a:pt x="88672" y="16031"/>
                  </a:cubicBezTo>
                  <a:cubicBezTo>
                    <a:pt x="88601" y="15745"/>
                    <a:pt x="88601" y="15530"/>
                    <a:pt x="88458" y="15316"/>
                  </a:cubicBezTo>
                  <a:cubicBezTo>
                    <a:pt x="88397" y="15074"/>
                    <a:pt x="88235" y="14782"/>
                    <a:pt x="88014" y="14782"/>
                  </a:cubicBezTo>
                  <a:close/>
                  <a:moveTo>
                    <a:pt x="95284" y="17290"/>
                  </a:moveTo>
                  <a:cubicBezTo>
                    <a:pt x="95137" y="17290"/>
                    <a:pt x="95000" y="17340"/>
                    <a:pt x="94899" y="17391"/>
                  </a:cubicBezTo>
                  <a:cubicBezTo>
                    <a:pt x="94684" y="17463"/>
                    <a:pt x="94541" y="17606"/>
                    <a:pt x="94398" y="17749"/>
                  </a:cubicBezTo>
                  <a:cubicBezTo>
                    <a:pt x="94326" y="17749"/>
                    <a:pt x="94255" y="17820"/>
                    <a:pt x="94183" y="17892"/>
                  </a:cubicBezTo>
                  <a:cubicBezTo>
                    <a:pt x="94040" y="18178"/>
                    <a:pt x="94111" y="18465"/>
                    <a:pt x="94398" y="18679"/>
                  </a:cubicBezTo>
                  <a:cubicBezTo>
                    <a:pt x="94612" y="18751"/>
                    <a:pt x="94827" y="18751"/>
                    <a:pt x="95042" y="18751"/>
                  </a:cubicBezTo>
                  <a:lnTo>
                    <a:pt x="96473" y="18751"/>
                  </a:lnTo>
                  <a:cubicBezTo>
                    <a:pt x="96688" y="18751"/>
                    <a:pt x="96831" y="18679"/>
                    <a:pt x="97046" y="18608"/>
                  </a:cubicBezTo>
                  <a:cubicBezTo>
                    <a:pt x="97189" y="18536"/>
                    <a:pt x="97260" y="18393"/>
                    <a:pt x="97260" y="18178"/>
                  </a:cubicBezTo>
                  <a:cubicBezTo>
                    <a:pt x="97260" y="18035"/>
                    <a:pt x="97117" y="17820"/>
                    <a:pt x="96974" y="17749"/>
                  </a:cubicBezTo>
                  <a:cubicBezTo>
                    <a:pt x="96759" y="17606"/>
                    <a:pt x="96473" y="17534"/>
                    <a:pt x="96259" y="17534"/>
                  </a:cubicBezTo>
                  <a:cubicBezTo>
                    <a:pt x="95972" y="17391"/>
                    <a:pt x="95758" y="17320"/>
                    <a:pt x="95471" y="17320"/>
                  </a:cubicBezTo>
                  <a:cubicBezTo>
                    <a:pt x="95408" y="17299"/>
                    <a:pt x="95345" y="17290"/>
                    <a:pt x="95284" y="17290"/>
                  </a:cubicBezTo>
                  <a:close/>
                  <a:moveTo>
                    <a:pt x="20809" y="18077"/>
                  </a:moveTo>
                  <a:cubicBezTo>
                    <a:pt x="20767" y="18077"/>
                    <a:pt x="20725" y="18086"/>
                    <a:pt x="20683" y="18107"/>
                  </a:cubicBezTo>
                  <a:lnTo>
                    <a:pt x="20469" y="18107"/>
                  </a:lnTo>
                  <a:cubicBezTo>
                    <a:pt x="20325" y="18178"/>
                    <a:pt x="20182" y="18250"/>
                    <a:pt x="20182" y="18465"/>
                  </a:cubicBezTo>
                  <a:cubicBezTo>
                    <a:pt x="20111" y="18822"/>
                    <a:pt x="20325" y="19252"/>
                    <a:pt x="20755" y="19395"/>
                  </a:cubicBezTo>
                  <a:cubicBezTo>
                    <a:pt x="21017" y="19500"/>
                    <a:pt x="21279" y="19566"/>
                    <a:pt x="21569" y="19566"/>
                  </a:cubicBezTo>
                  <a:cubicBezTo>
                    <a:pt x="21675" y="19566"/>
                    <a:pt x="21785" y="19557"/>
                    <a:pt x="21900" y="19538"/>
                  </a:cubicBezTo>
                  <a:cubicBezTo>
                    <a:pt x="22043" y="19467"/>
                    <a:pt x="22258" y="19395"/>
                    <a:pt x="22329" y="19252"/>
                  </a:cubicBezTo>
                  <a:cubicBezTo>
                    <a:pt x="22401" y="18966"/>
                    <a:pt x="22329" y="18679"/>
                    <a:pt x="22043" y="18608"/>
                  </a:cubicBezTo>
                  <a:cubicBezTo>
                    <a:pt x="21900" y="18536"/>
                    <a:pt x="21757" y="18465"/>
                    <a:pt x="21614" y="18465"/>
                  </a:cubicBezTo>
                  <a:cubicBezTo>
                    <a:pt x="21470" y="18321"/>
                    <a:pt x="21256" y="18250"/>
                    <a:pt x="21113" y="18178"/>
                  </a:cubicBezTo>
                  <a:cubicBezTo>
                    <a:pt x="21011" y="18128"/>
                    <a:pt x="20910" y="18077"/>
                    <a:pt x="20809" y="18077"/>
                  </a:cubicBezTo>
                  <a:close/>
                  <a:moveTo>
                    <a:pt x="88734" y="22374"/>
                  </a:moveTo>
                  <a:cubicBezTo>
                    <a:pt x="88502" y="22374"/>
                    <a:pt x="88261" y="22455"/>
                    <a:pt x="88100" y="22616"/>
                  </a:cubicBezTo>
                  <a:cubicBezTo>
                    <a:pt x="87885" y="22759"/>
                    <a:pt x="87814" y="22902"/>
                    <a:pt x="87527" y="23188"/>
                  </a:cubicBezTo>
                  <a:cubicBezTo>
                    <a:pt x="87313" y="23403"/>
                    <a:pt x="87026" y="23761"/>
                    <a:pt x="86812" y="24047"/>
                  </a:cubicBezTo>
                  <a:cubicBezTo>
                    <a:pt x="86597" y="24262"/>
                    <a:pt x="86239" y="24476"/>
                    <a:pt x="86382" y="24906"/>
                  </a:cubicBezTo>
                  <a:cubicBezTo>
                    <a:pt x="86382" y="25154"/>
                    <a:pt x="86598" y="25349"/>
                    <a:pt x="86842" y="25349"/>
                  </a:cubicBezTo>
                  <a:cubicBezTo>
                    <a:pt x="86879" y="25349"/>
                    <a:pt x="86917" y="25345"/>
                    <a:pt x="86955" y="25335"/>
                  </a:cubicBezTo>
                  <a:cubicBezTo>
                    <a:pt x="87026" y="25335"/>
                    <a:pt x="87169" y="25335"/>
                    <a:pt x="87169" y="25264"/>
                  </a:cubicBezTo>
                  <a:cubicBezTo>
                    <a:pt x="87384" y="25192"/>
                    <a:pt x="87527" y="25049"/>
                    <a:pt x="87670" y="24906"/>
                  </a:cubicBezTo>
                  <a:cubicBezTo>
                    <a:pt x="88028" y="24691"/>
                    <a:pt x="88315" y="24333"/>
                    <a:pt x="88601" y="23975"/>
                  </a:cubicBezTo>
                  <a:cubicBezTo>
                    <a:pt x="88672" y="23832"/>
                    <a:pt x="88815" y="23617"/>
                    <a:pt x="88815" y="23403"/>
                  </a:cubicBezTo>
                  <a:cubicBezTo>
                    <a:pt x="88887" y="23260"/>
                    <a:pt x="88887" y="23188"/>
                    <a:pt x="88815" y="23045"/>
                  </a:cubicBezTo>
                  <a:lnTo>
                    <a:pt x="88887" y="23045"/>
                  </a:lnTo>
                  <a:cubicBezTo>
                    <a:pt x="89030" y="23045"/>
                    <a:pt x="89173" y="22902"/>
                    <a:pt x="89245" y="22759"/>
                  </a:cubicBezTo>
                  <a:cubicBezTo>
                    <a:pt x="89245" y="22616"/>
                    <a:pt x="89173" y="22472"/>
                    <a:pt x="88959" y="22401"/>
                  </a:cubicBezTo>
                  <a:cubicBezTo>
                    <a:pt x="88887" y="22383"/>
                    <a:pt x="88811" y="22374"/>
                    <a:pt x="88734" y="22374"/>
                  </a:cubicBezTo>
                  <a:close/>
                  <a:moveTo>
                    <a:pt x="95328" y="24619"/>
                  </a:moveTo>
                  <a:cubicBezTo>
                    <a:pt x="94970" y="24691"/>
                    <a:pt x="94612" y="24763"/>
                    <a:pt x="94255" y="24834"/>
                  </a:cubicBezTo>
                  <a:cubicBezTo>
                    <a:pt x="93897" y="24906"/>
                    <a:pt x="93611" y="25049"/>
                    <a:pt x="93324" y="25192"/>
                  </a:cubicBezTo>
                  <a:cubicBezTo>
                    <a:pt x="93038" y="25335"/>
                    <a:pt x="92895" y="25765"/>
                    <a:pt x="92966" y="26051"/>
                  </a:cubicBezTo>
                  <a:cubicBezTo>
                    <a:pt x="93110" y="26337"/>
                    <a:pt x="93467" y="26409"/>
                    <a:pt x="93754" y="26409"/>
                  </a:cubicBezTo>
                  <a:cubicBezTo>
                    <a:pt x="93861" y="26444"/>
                    <a:pt x="93986" y="26462"/>
                    <a:pt x="94111" y="26462"/>
                  </a:cubicBezTo>
                  <a:cubicBezTo>
                    <a:pt x="94237" y="26462"/>
                    <a:pt x="94362" y="26444"/>
                    <a:pt x="94469" y="26409"/>
                  </a:cubicBezTo>
                  <a:cubicBezTo>
                    <a:pt x="94756" y="26409"/>
                    <a:pt x="95113" y="26265"/>
                    <a:pt x="95400" y="26194"/>
                  </a:cubicBezTo>
                  <a:cubicBezTo>
                    <a:pt x="95686" y="26051"/>
                    <a:pt x="95901" y="25908"/>
                    <a:pt x="96115" y="25693"/>
                  </a:cubicBezTo>
                  <a:cubicBezTo>
                    <a:pt x="96330" y="25550"/>
                    <a:pt x="96473" y="25192"/>
                    <a:pt x="96402" y="24906"/>
                  </a:cubicBezTo>
                  <a:cubicBezTo>
                    <a:pt x="96330" y="24763"/>
                    <a:pt x="96259" y="24691"/>
                    <a:pt x="96115" y="24619"/>
                  </a:cubicBezTo>
                  <a:close/>
                  <a:moveTo>
                    <a:pt x="30016" y="27384"/>
                  </a:moveTo>
                  <a:cubicBezTo>
                    <a:pt x="29956" y="27384"/>
                    <a:pt x="29898" y="27393"/>
                    <a:pt x="29844" y="27411"/>
                  </a:cubicBezTo>
                  <a:cubicBezTo>
                    <a:pt x="29629" y="27411"/>
                    <a:pt x="29343" y="27482"/>
                    <a:pt x="29128" y="27554"/>
                  </a:cubicBezTo>
                  <a:cubicBezTo>
                    <a:pt x="28985" y="27554"/>
                    <a:pt x="28770" y="27625"/>
                    <a:pt x="28556" y="27625"/>
                  </a:cubicBezTo>
                  <a:cubicBezTo>
                    <a:pt x="28341" y="27697"/>
                    <a:pt x="28126" y="27768"/>
                    <a:pt x="27912" y="27912"/>
                  </a:cubicBezTo>
                  <a:cubicBezTo>
                    <a:pt x="27840" y="27912"/>
                    <a:pt x="27768" y="27983"/>
                    <a:pt x="27697" y="28055"/>
                  </a:cubicBezTo>
                  <a:lnTo>
                    <a:pt x="27554" y="28055"/>
                  </a:lnTo>
                  <a:cubicBezTo>
                    <a:pt x="27527" y="28042"/>
                    <a:pt x="27499" y="28036"/>
                    <a:pt x="27470" y="28036"/>
                  </a:cubicBezTo>
                  <a:cubicBezTo>
                    <a:pt x="27341" y="28036"/>
                    <a:pt x="27209" y="28153"/>
                    <a:pt x="27267" y="28269"/>
                  </a:cubicBezTo>
                  <a:cubicBezTo>
                    <a:pt x="27339" y="28484"/>
                    <a:pt x="27482" y="28627"/>
                    <a:pt x="27697" y="28699"/>
                  </a:cubicBezTo>
                  <a:cubicBezTo>
                    <a:pt x="27896" y="28898"/>
                    <a:pt x="28161" y="28942"/>
                    <a:pt x="28418" y="28942"/>
                  </a:cubicBezTo>
                  <a:cubicBezTo>
                    <a:pt x="28625" y="28942"/>
                    <a:pt x="28826" y="28913"/>
                    <a:pt x="28985" y="28913"/>
                  </a:cubicBezTo>
                  <a:cubicBezTo>
                    <a:pt x="29414" y="28913"/>
                    <a:pt x="29844" y="28842"/>
                    <a:pt x="30202" y="28770"/>
                  </a:cubicBezTo>
                  <a:cubicBezTo>
                    <a:pt x="30488" y="28699"/>
                    <a:pt x="30631" y="28556"/>
                    <a:pt x="30774" y="28341"/>
                  </a:cubicBezTo>
                  <a:cubicBezTo>
                    <a:pt x="30774" y="28269"/>
                    <a:pt x="30774" y="28198"/>
                    <a:pt x="30774" y="28126"/>
                  </a:cubicBezTo>
                  <a:cubicBezTo>
                    <a:pt x="30774" y="27912"/>
                    <a:pt x="30703" y="27697"/>
                    <a:pt x="30560" y="27625"/>
                  </a:cubicBezTo>
                  <a:cubicBezTo>
                    <a:pt x="30399" y="27464"/>
                    <a:pt x="30197" y="27384"/>
                    <a:pt x="30016" y="27384"/>
                  </a:cubicBezTo>
                  <a:close/>
                  <a:moveTo>
                    <a:pt x="44515" y="28198"/>
                  </a:moveTo>
                  <a:cubicBezTo>
                    <a:pt x="44372" y="28198"/>
                    <a:pt x="44229" y="28341"/>
                    <a:pt x="44229" y="28556"/>
                  </a:cubicBezTo>
                  <a:cubicBezTo>
                    <a:pt x="44229" y="28699"/>
                    <a:pt x="44229" y="28842"/>
                    <a:pt x="44229" y="28985"/>
                  </a:cubicBezTo>
                  <a:cubicBezTo>
                    <a:pt x="44229" y="29057"/>
                    <a:pt x="44229" y="29128"/>
                    <a:pt x="44229" y="29128"/>
                  </a:cubicBezTo>
                  <a:lnTo>
                    <a:pt x="44229" y="29343"/>
                  </a:lnTo>
                  <a:lnTo>
                    <a:pt x="44229" y="30273"/>
                  </a:lnTo>
                  <a:cubicBezTo>
                    <a:pt x="44229" y="30488"/>
                    <a:pt x="44301" y="30774"/>
                    <a:pt x="44372" y="31061"/>
                  </a:cubicBezTo>
                  <a:cubicBezTo>
                    <a:pt x="44489" y="31294"/>
                    <a:pt x="44701" y="31528"/>
                    <a:pt x="44970" y="31528"/>
                  </a:cubicBezTo>
                  <a:cubicBezTo>
                    <a:pt x="45030" y="31528"/>
                    <a:pt x="45094" y="31516"/>
                    <a:pt x="45159" y="31490"/>
                  </a:cubicBezTo>
                  <a:lnTo>
                    <a:pt x="45159" y="31561"/>
                  </a:lnTo>
                  <a:cubicBezTo>
                    <a:pt x="45374" y="31347"/>
                    <a:pt x="45374" y="30989"/>
                    <a:pt x="45374" y="30703"/>
                  </a:cubicBezTo>
                  <a:cubicBezTo>
                    <a:pt x="45302" y="30416"/>
                    <a:pt x="45302" y="30130"/>
                    <a:pt x="45231" y="29915"/>
                  </a:cubicBezTo>
                  <a:lnTo>
                    <a:pt x="45231" y="29772"/>
                  </a:lnTo>
                  <a:cubicBezTo>
                    <a:pt x="45159" y="29558"/>
                    <a:pt x="45088" y="29343"/>
                    <a:pt x="44945" y="29128"/>
                  </a:cubicBezTo>
                  <a:cubicBezTo>
                    <a:pt x="44873" y="28913"/>
                    <a:pt x="44801" y="28699"/>
                    <a:pt x="44801" y="28556"/>
                  </a:cubicBezTo>
                  <a:cubicBezTo>
                    <a:pt x="44801" y="28341"/>
                    <a:pt x="44658" y="28198"/>
                    <a:pt x="44515" y="28198"/>
                  </a:cubicBezTo>
                  <a:close/>
                  <a:moveTo>
                    <a:pt x="859" y="28842"/>
                  </a:moveTo>
                  <a:cubicBezTo>
                    <a:pt x="501" y="28913"/>
                    <a:pt x="358" y="29271"/>
                    <a:pt x="287" y="29558"/>
                  </a:cubicBezTo>
                  <a:cubicBezTo>
                    <a:pt x="215" y="29629"/>
                    <a:pt x="215" y="29701"/>
                    <a:pt x="143" y="29772"/>
                  </a:cubicBezTo>
                  <a:cubicBezTo>
                    <a:pt x="72" y="29987"/>
                    <a:pt x="72" y="30202"/>
                    <a:pt x="72" y="30345"/>
                  </a:cubicBezTo>
                  <a:cubicBezTo>
                    <a:pt x="0" y="30631"/>
                    <a:pt x="0" y="30917"/>
                    <a:pt x="72" y="31132"/>
                  </a:cubicBezTo>
                  <a:cubicBezTo>
                    <a:pt x="72" y="31275"/>
                    <a:pt x="72" y="31418"/>
                    <a:pt x="72" y="31490"/>
                  </a:cubicBezTo>
                  <a:cubicBezTo>
                    <a:pt x="104" y="31651"/>
                    <a:pt x="223" y="31725"/>
                    <a:pt x="345" y="31725"/>
                  </a:cubicBezTo>
                  <a:cubicBezTo>
                    <a:pt x="493" y="31725"/>
                    <a:pt x="644" y="31615"/>
                    <a:pt x="644" y="31418"/>
                  </a:cubicBezTo>
                  <a:cubicBezTo>
                    <a:pt x="787" y="31347"/>
                    <a:pt x="859" y="31204"/>
                    <a:pt x="931" y="31061"/>
                  </a:cubicBezTo>
                  <a:cubicBezTo>
                    <a:pt x="1002" y="30846"/>
                    <a:pt x="1074" y="30560"/>
                    <a:pt x="1074" y="30273"/>
                  </a:cubicBezTo>
                  <a:cubicBezTo>
                    <a:pt x="1217" y="29915"/>
                    <a:pt x="1288" y="29486"/>
                    <a:pt x="1217" y="29057"/>
                  </a:cubicBezTo>
                  <a:cubicBezTo>
                    <a:pt x="1145" y="28913"/>
                    <a:pt x="1002" y="28842"/>
                    <a:pt x="859" y="28842"/>
                  </a:cubicBezTo>
                  <a:close/>
                  <a:moveTo>
                    <a:pt x="2434" y="30917"/>
                  </a:moveTo>
                  <a:cubicBezTo>
                    <a:pt x="2076" y="30917"/>
                    <a:pt x="1789" y="30989"/>
                    <a:pt x="1432" y="31061"/>
                  </a:cubicBezTo>
                  <a:cubicBezTo>
                    <a:pt x="1217" y="31204"/>
                    <a:pt x="1002" y="31347"/>
                    <a:pt x="787" y="31561"/>
                  </a:cubicBezTo>
                  <a:lnTo>
                    <a:pt x="716" y="31561"/>
                  </a:lnTo>
                  <a:cubicBezTo>
                    <a:pt x="573" y="31561"/>
                    <a:pt x="573" y="31705"/>
                    <a:pt x="644" y="31848"/>
                  </a:cubicBezTo>
                  <a:cubicBezTo>
                    <a:pt x="644" y="31919"/>
                    <a:pt x="644" y="31991"/>
                    <a:pt x="644" y="32062"/>
                  </a:cubicBezTo>
                  <a:cubicBezTo>
                    <a:pt x="716" y="32206"/>
                    <a:pt x="787" y="32277"/>
                    <a:pt x="931" y="32277"/>
                  </a:cubicBezTo>
                  <a:cubicBezTo>
                    <a:pt x="1288" y="32277"/>
                    <a:pt x="1646" y="32134"/>
                    <a:pt x="1933" y="31919"/>
                  </a:cubicBezTo>
                  <a:lnTo>
                    <a:pt x="2219" y="31776"/>
                  </a:lnTo>
                  <a:cubicBezTo>
                    <a:pt x="2362" y="31705"/>
                    <a:pt x="2434" y="31561"/>
                    <a:pt x="2505" y="31490"/>
                  </a:cubicBezTo>
                  <a:cubicBezTo>
                    <a:pt x="2648" y="31418"/>
                    <a:pt x="2720" y="31275"/>
                    <a:pt x="2720" y="31204"/>
                  </a:cubicBezTo>
                  <a:cubicBezTo>
                    <a:pt x="2648" y="30989"/>
                    <a:pt x="2577" y="30917"/>
                    <a:pt x="2434" y="30917"/>
                  </a:cubicBezTo>
                  <a:close/>
                  <a:moveTo>
                    <a:pt x="70682" y="33918"/>
                  </a:moveTo>
                  <a:cubicBezTo>
                    <a:pt x="70571" y="33918"/>
                    <a:pt x="70461" y="33940"/>
                    <a:pt x="70351" y="33995"/>
                  </a:cubicBezTo>
                  <a:cubicBezTo>
                    <a:pt x="70280" y="33995"/>
                    <a:pt x="70136" y="34066"/>
                    <a:pt x="70136" y="34209"/>
                  </a:cubicBezTo>
                  <a:cubicBezTo>
                    <a:pt x="70065" y="34281"/>
                    <a:pt x="70065" y="34424"/>
                    <a:pt x="70136" y="34496"/>
                  </a:cubicBezTo>
                  <a:cubicBezTo>
                    <a:pt x="70136" y="34567"/>
                    <a:pt x="70136" y="34639"/>
                    <a:pt x="70136" y="34710"/>
                  </a:cubicBezTo>
                  <a:cubicBezTo>
                    <a:pt x="70208" y="34997"/>
                    <a:pt x="70423" y="35140"/>
                    <a:pt x="70637" y="35283"/>
                  </a:cubicBezTo>
                  <a:cubicBezTo>
                    <a:pt x="70959" y="35444"/>
                    <a:pt x="71303" y="35537"/>
                    <a:pt x="71644" y="35537"/>
                  </a:cubicBezTo>
                  <a:cubicBezTo>
                    <a:pt x="71911" y="35537"/>
                    <a:pt x="72176" y="35480"/>
                    <a:pt x="72427" y="35355"/>
                  </a:cubicBezTo>
                  <a:cubicBezTo>
                    <a:pt x="72641" y="35283"/>
                    <a:pt x="72713" y="35140"/>
                    <a:pt x="72713" y="34925"/>
                  </a:cubicBezTo>
                  <a:cubicBezTo>
                    <a:pt x="72641" y="34854"/>
                    <a:pt x="72641" y="34854"/>
                    <a:pt x="72641" y="34854"/>
                  </a:cubicBezTo>
                  <a:cubicBezTo>
                    <a:pt x="72570" y="34782"/>
                    <a:pt x="72570" y="34710"/>
                    <a:pt x="72498" y="34639"/>
                  </a:cubicBezTo>
                  <a:cubicBezTo>
                    <a:pt x="72427" y="34496"/>
                    <a:pt x="72283" y="34424"/>
                    <a:pt x="72140" y="34353"/>
                  </a:cubicBezTo>
                  <a:cubicBezTo>
                    <a:pt x="71997" y="34281"/>
                    <a:pt x="71782" y="34281"/>
                    <a:pt x="71639" y="34209"/>
                  </a:cubicBezTo>
                  <a:cubicBezTo>
                    <a:pt x="71320" y="34103"/>
                    <a:pt x="71001" y="33918"/>
                    <a:pt x="70682" y="33918"/>
                  </a:cubicBezTo>
                  <a:close/>
                  <a:moveTo>
                    <a:pt x="53747" y="34281"/>
                  </a:moveTo>
                  <a:cubicBezTo>
                    <a:pt x="53390" y="34353"/>
                    <a:pt x="52960" y="34496"/>
                    <a:pt x="52674" y="34782"/>
                  </a:cubicBezTo>
                  <a:cubicBezTo>
                    <a:pt x="52388" y="34854"/>
                    <a:pt x="52101" y="35068"/>
                    <a:pt x="51887" y="35283"/>
                  </a:cubicBezTo>
                  <a:cubicBezTo>
                    <a:pt x="51744" y="35426"/>
                    <a:pt x="51672" y="35641"/>
                    <a:pt x="51672" y="35856"/>
                  </a:cubicBezTo>
                  <a:cubicBezTo>
                    <a:pt x="51672" y="36070"/>
                    <a:pt x="51815" y="36357"/>
                    <a:pt x="52030" y="36428"/>
                  </a:cubicBezTo>
                  <a:cubicBezTo>
                    <a:pt x="52119" y="36446"/>
                    <a:pt x="52204" y="36455"/>
                    <a:pt x="52286" y="36455"/>
                  </a:cubicBezTo>
                  <a:cubicBezTo>
                    <a:pt x="52531" y="36455"/>
                    <a:pt x="52745" y="36374"/>
                    <a:pt x="52960" y="36213"/>
                  </a:cubicBezTo>
                  <a:lnTo>
                    <a:pt x="53032" y="36213"/>
                  </a:lnTo>
                  <a:cubicBezTo>
                    <a:pt x="53246" y="36142"/>
                    <a:pt x="53461" y="36070"/>
                    <a:pt x="53676" y="35927"/>
                  </a:cubicBezTo>
                  <a:cubicBezTo>
                    <a:pt x="53819" y="35784"/>
                    <a:pt x="53962" y="35784"/>
                    <a:pt x="54248" y="35641"/>
                  </a:cubicBezTo>
                  <a:cubicBezTo>
                    <a:pt x="54535" y="35498"/>
                    <a:pt x="54821" y="35211"/>
                    <a:pt x="54749" y="34854"/>
                  </a:cubicBezTo>
                  <a:cubicBezTo>
                    <a:pt x="54678" y="34639"/>
                    <a:pt x="54535" y="34424"/>
                    <a:pt x="54320" y="34353"/>
                  </a:cubicBezTo>
                  <a:cubicBezTo>
                    <a:pt x="54105" y="34281"/>
                    <a:pt x="53962" y="34281"/>
                    <a:pt x="53747" y="34281"/>
                  </a:cubicBezTo>
                  <a:close/>
                  <a:moveTo>
                    <a:pt x="33064" y="34281"/>
                  </a:moveTo>
                  <a:cubicBezTo>
                    <a:pt x="32921" y="34353"/>
                    <a:pt x="32850" y="34424"/>
                    <a:pt x="32850" y="34567"/>
                  </a:cubicBezTo>
                  <a:cubicBezTo>
                    <a:pt x="32778" y="34567"/>
                    <a:pt x="32707" y="34567"/>
                    <a:pt x="32635" y="34639"/>
                  </a:cubicBezTo>
                  <a:cubicBezTo>
                    <a:pt x="32563" y="34710"/>
                    <a:pt x="32563" y="34782"/>
                    <a:pt x="32635" y="34854"/>
                  </a:cubicBezTo>
                  <a:lnTo>
                    <a:pt x="32635" y="34997"/>
                  </a:lnTo>
                  <a:cubicBezTo>
                    <a:pt x="32635" y="35140"/>
                    <a:pt x="32707" y="35211"/>
                    <a:pt x="32707" y="35283"/>
                  </a:cubicBezTo>
                  <a:cubicBezTo>
                    <a:pt x="32850" y="35426"/>
                    <a:pt x="32921" y="35498"/>
                    <a:pt x="33064" y="35641"/>
                  </a:cubicBezTo>
                  <a:lnTo>
                    <a:pt x="33136" y="35641"/>
                  </a:lnTo>
                  <a:cubicBezTo>
                    <a:pt x="33136" y="35712"/>
                    <a:pt x="33208" y="35784"/>
                    <a:pt x="33279" y="35927"/>
                  </a:cubicBezTo>
                  <a:cubicBezTo>
                    <a:pt x="33422" y="36070"/>
                    <a:pt x="33565" y="36142"/>
                    <a:pt x="33780" y="36213"/>
                  </a:cubicBezTo>
                  <a:lnTo>
                    <a:pt x="33780" y="36285"/>
                  </a:lnTo>
                  <a:lnTo>
                    <a:pt x="33995" y="36285"/>
                  </a:lnTo>
                  <a:cubicBezTo>
                    <a:pt x="34066" y="36428"/>
                    <a:pt x="34138" y="36571"/>
                    <a:pt x="34209" y="36714"/>
                  </a:cubicBezTo>
                  <a:cubicBezTo>
                    <a:pt x="34251" y="36798"/>
                    <a:pt x="34342" y="36833"/>
                    <a:pt x="34439" y="36833"/>
                  </a:cubicBezTo>
                  <a:cubicBezTo>
                    <a:pt x="34508" y="36833"/>
                    <a:pt x="34580" y="36816"/>
                    <a:pt x="34639" y="36786"/>
                  </a:cubicBezTo>
                  <a:cubicBezTo>
                    <a:pt x="34710" y="36786"/>
                    <a:pt x="34710" y="36714"/>
                    <a:pt x="34782" y="36571"/>
                  </a:cubicBezTo>
                  <a:cubicBezTo>
                    <a:pt x="34925" y="36571"/>
                    <a:pt x="35068" y="36357"/>
                    <a:pt x="34997" y="36142"/>
                  </a:cubicBezTo>
                  <a:cubicBezTo>
                    <a:pt x="34925" y="35927"/>
                    <a:pt x="34782" y="35712"/>
                    <a:pt x="34567" y="35569"/>
                  </a:cubicBezTo>
                  <a:lnTo>
                    <a:pt x="34496" y="35498"/>
                  </a:lnTo>
                  <a:cubicBezTo>
                    <a:pt x="34424" y="35426"/>
                    <a:pt x="34353" y="35426"/>
                    <a:pt x="34353" y="35355"/>
                  </a:cubicBezTo>
                  <a:cubicBezTo>
                    <a:pt x="34209" y="35283"/>
                    <a:pt x="34138" y="35140"/>
                    <a:pt x="33995" y="35068"/>
                  </a:cubicBezTo>
                  <a:lnTo>
                    <a:pt x="33923" y="34854"/>
                  </a:lnTo>
                  <a:cubicBezTo>
                    <a:pt x="33852" y="34782"/>
                    <a:pt x="33780" y="34710"/>
                    <a:pt x="33780" y="34639"/>
                  </a:cubicBezTo>
                  <a:cubicBezTo>
                    <a:pt x="33780" y="34567"/>
                    <a:pt x="33709" y="34496"/>
                    <a:pt x="33709" y="34496"/>
                  </a:cubicBezTo>
                  <a:lnTo>
                    <a:pt x="33565" y="34496"/>
                  </a:lnTo>
                  <a:cubicBezTo>
                    <a:pt x="33422" y="34353"/>
                    <a:pt x="33279" y="34281"/>
                    <a:pt x="33064" y="34281"/>
                  </a:cubicBezTo>
                  <a:close/>
                  <a:moveTo>
                    <a:pt x="105922" y="33466"/>
                  </a:moveTo>
                  <a:cubicBezTo>
                    <a:pt x="105849" y="33466"/>
                    <a:pt x="105770" y="33501"/>
                    <a:pt x="105705" y="33565"/>
                  </a:cubicBezTo>
                  <a:cubicBezTo>
                    <a:pt x="105491" y="33709"/>
                    <a:pt x="105419" y="33923"/>
                    <a:pt x="105491" y="34209"/>
                  </a:cubicBezTo>
                  <a:cubicBezTo>
                    <a:pt x="105491" y="34281"/>
                    <a:pt x="105491" y="34353"/>
                    <a:pt x="105491" y="34424"/>
                  </a:cubicBezTo>
                  <a:lnTo>
                    <a:pt x="105491" y="34496"/>
                  </a:lnTo>
                  <a:cubicBezTo>
                    <a:pt x="105419" y="34782"/>
                    <a:pt x="105419" y="35068"/>
                    <a:pt x="105562" y="35283"/>
                  </a:cubicBezTo>
                  <a:cubicBezTo>
                    <a:pt x="105634" y="35426"/>
                    <a:pt x="105634" y="35641"/>
                    <a:pt x="105634" y="35856"/>
                  </a:cubicBezTo>
                  <a:cubicBezTo>
                    <a:pt x="105777" y="36142"/>
                    <a:pt x="105849" y="36500"/>
                    <a:pt x="106063" y="36786"/>
                  </a:cubicBezTo>
                  <a:cubicBezTo>
                    <a:pt x="106278" y="37144"/>
                    <a:pt x="106421" y="37430"/>
                    <a:pt x="106636" y="37716"/>
                  </a:cubicBezTo>
                  <a:cubicBezTo>
                    <a:pt x="106707" y="37931"/>
                    <a:pt x="106922" y="38003"/>
                    <a:pt x="107137" y="38003"/>
                  </a:cubicBezTo>
                  <a:cubicBezTo>
                    <a:pt x="107423" y="37931"/>
                    <a:pt x="107566" y="37788"/>
                    <a:pt x="107638" y="37573"/>
                  </a:cubicBezTo>
                  <a:lnTo>
                    <a:pt x="107638" y="37645"/>
                  </a:lnTo>
                  <a:cubicBezTo>
                    <a:pt x="107709" y="37072"/>
                    <a:pt x="107709" y="36500"/>
                    <a:pt x="107638" y="35927"/>
                  </a:cubicBezTo>
                  <a:cubicBezTo>
                    <a:pt x="107566" y="35426"/>
                    <a:pt x="107280" y="34925"/>
                    <a:pt x="106850" y="34567"/>
                  </a:cubicBezTo>
                  <a:cubicBezTo>
                    <a:pt x="106779" y="34496"/>
                    <a:pt x="106636" y="34424"/>
                    <a:pt x="106493" y="34353"/>
                  </a:cubicBezTo>
                  <a:cubicBezTo>
                    <a:pt x="106493" y="34281"/>
                    <a:pt x="106421" y="34138"/>
                    <a:pt x="106421" y="34066"/>
                  </a:cubicBezTo>
                  <a:cubicBezTo>
                    <a:pt x="106350" y="33995"/>
                    <a:pt x="106350" y="33923"/>
                    <a:pt x="106350" y="33852"/>
                  </a:cubicBezTo>
                  <a:cubicBezTo>
                    <a:pt x="106278" y="33709"/>
                    <a:pt x="106206" y="33637"/>
                    <a:pt x="106135" y="33637"/>
                  </a:cubicBezTo>
                  <a:cubicBezTo>
                    <a:pt x="106095" y="33519"/>
                    <a:pt x="106013" y="33466"/>
                    <a:pt x="105922" y="33466"/>
                  </a:cubicBezTo>
                  <a:close/>
                  <a:moveTo>
                    <a:pt x="28208" y="37188"/>
                  </a:moveTo>
                  <a:cubicBezTo>
                    <a:pt x="28131" y="37188"/>
                    <a:pt x="28055" y="37197"/>
                    <a:pt x="27983" y="37215"/>
                  </a:cubicBezTo>
                  <a:cubicBezTo>
                    <a:pt x="27768" y="37215"/>
                    <a:pt x="27625" y="37287"/>
                    <a:pt x="27411" y="37287"/>
                  </a:cubicBezTo>
                  <a:cubicBezTo>
                    <a:pt x="27267" y="37287"/>
                    <a:pt x="27196" y="37358"/>
                    <a:pt x="27053" y="37358"/>
                  </a:cubicBezTo>
                  <a:cubicBezTo>
                    <a:pt x="26981" y="37430"/>
                    <a:pt x="26910" y="37430"/>
                    <a:pt x="26910" y="37573"/>
                  </a:cubicBezTo>
                  <a:lnTo>
                    <a:pt x="26766" y="37573"/>
                  </a:lnTo>
                  <a:cubicBezTo>
                    <a:pt x="26695" y="37645"/>
                    <a:pt x="26623" y="37716"/>
                    <a:pt x="26623" y="37788"/>
                  </a:cubicBezTo>
                  <a:cubicBezTo>
                    <a:pt x="26480" y="37859"/>
                    <a:pt x="26409" y="38074"/>
                    <a:pt x="26409" y="38217"/>
                  </a:cubicBezTo>
                  <a:cubicBezTo>
                    <a:pt x="26409" y="38360"/>
                    <a:pt x="26552" y="38504"/>
                    <a:pt x="26695" y="38504"/>
                  </a:cubicBezTo>
                  <a:cubicBezTo>
                    <a:pt x="26695" y="38575"/>
                    <a:pt x="26838" y="38647"/>
                    <a:pt x="26910" y="38718"/>
                  </a:cubicBezTo>
                  <a:cubicBezTo>
                    <a:pt x="27053" y="38718"/>
                    <a:pt x="27267" y="38790"/>
                    <a:pt x="27482" y="38790"/>
                  </a:cubicBezTo>
                  <a:lnTo>
                    <a:pt x="27983" y="38790"/>
                  </a:lnTo>
                  <a:cubicBezTo>
                    <a:pt x="28126" y="38718"/>
                    <a:pt x="28269" y="38647"/>
                    <a:pt x="28413" y="38575"/>
                  </a:cubicBezTo>
                  <a:cubicBezTo>
                    <a:pt x="28556" y="38504"/>
                    <a:pt x="28699" y="38360"/>
                    <a:pt x="28770" y="38146"/>
                  </a:cubicBezTo>
                  <a:cubicBezTo>
                    <a:pt x="28842" y="38074"/>
                    <a:pt x="28842" y="38003"/>
                    <a:pt x="28842" y="37931"/>
                  </a:cubicBezTo>
                  <a:cubicBezTo>
                    <a:pt x="28985" y="37788"/>
                    <a:pt x="29057" y="37502"/>
                    <a:pt x="28842" y="37430"/>
                  </a:cubicBezTo>
                  <a:cubicBezTo>
                    <a:pt x="28681" y="37269"/>
                    <a:pt x="28439" y="37188"/>
                    <a:pt x="28208" y="37188"/>
                  </a:cubicBezTo>
                  <a:close/>
                  <a:moveTo>
                    <a:pt x="55603" y="36848"/>
                  </a:moveTo>
                  <a:cubicBezTo>
                    <a:pt x="55496" y="36848"/>
                    <a:pt x="55393" y="36919"/>
                    <a:pt x="55393" y="37072"/>
                  </a:cubicBezTo>
                  <a:cubicBezTo>
                    <a:pt x="55322" y="37502"/>
                    <a:pt x="55322" y="37931"/>
                    <a:pt x="55393" y="38360"/>
                  </a:cubicBezTo>
                  <a:cubicBezTo>
                    <a:pt x="55465" y="38790"/>
                    <a:pt x="55680" y="39148"/>
                    <a:pt x="56038" y="39505"/>
                  </a:cubicBezTo>
                  <a:cubicBezTo>
                    <a:pt x="56109" y="39577"/>
                    <a:pt x="56109" y="39577"/>
                    <a:pt x="56181" y="39649"/>
                  </a:cubicBezTo>
                  <a:cubicBezTo>
                    <a:pt x="56252" y="39684"/>
                    <a:pt x="56324" y="39702"/>
                    <a:pt x="56386" y="39702"/>
                  </a:cubicBezTo>
                  <a:cubicBezTo>
                    <a:pt x="56449" y="39702"/>
                    <a:pt x="56503" y="39684"/>
                    <a:pt x="56539" y="39649"/>
                  </a:cubicBezTo>
                  <a:lnTo>
                    <a:pt x="56467" y="39649"/>
                  </a:lnTo>
                  <a:cubicBezTo>
                    <a:pt x="56682" y="39505"/>
                    <a:pt x="56610" y="39148"/>
                    <a:pt x="56610" y="38933"/>
                  </a:cubicBezTo>
                  <a:cubicBezTo>
                    <a:pt x="56610" y="38718"/>
                    <a:pt x="56539" y="38504"/>
                    <a:pt x="56539" y="38289"/>
                  </a:cubicBezTo>
                  <a:cubicBezTo>
                    <a:pt x="56467" y="37859"/>
                    <a:pt x="56324" y="37502"/>
                    <a:pt x="56109" y="37144"/>
                  </a:cubicBezTo>
                  <a:cubicBezTo>
                    <a:pt x="56038" y="37072"/>
                    <a:pt x="55966" y="37001"/>
                    <a:pt x="55823" y="37001"/>
                  </a:cubicBezTo>
                  <a:cubicBezTo>
                    <a:pt x="55790" y="36901"/>
                    <a:pt x="55695" y="36848"/>
                    <a:pt x="55603" y="36848"/>
                  </a:cubicBezTo>
                  <a:close/>
                  <a:moveTo>
                    <a:pt x="111652" y="36942"/>
                  </a:moveTo>
                  <a:cubicBezTo>
                    <a:pt x="111348" y="36942"/>
                    <a:pt x="111002" y="37114"/>
                    <a:pt x="110787" y="37287"/>
                  </a:cubicBezTo>
                  <a:cubicBezTo>
                    <a:pt x="110357" y="37502"/>
                    <a:pt x="110143" y="37716"/>
                    <a:pt x="109785" y="37931"/>
                  </a:cubicBezTo>
                  <a:cubicBezTo>
                    <a:pt x="109427" y="38504"/>
                    <a:pt x="108926" y="38933"/>
                    <a:pt x="108353" y="39291"/>
                  </a:cubicBezTo>
                  <a:cubicBezTo>
                    <a:pt x="108139" y="39505"/>
                    <a:pt x="108139" y="39863"/>
                    <a:pt x="108353" y="40078"/>
                  </a:cubicBezTo>
                  <a:cubicBezTo>
                    <a:pt x="108461" y="40185"/>
                    <a:pt x="108604" y="40239"/>
                    <a:pt x="108747" y="40239"/>
                  </a:cubicBezTo>
                  <a:cubicBezTo>
                    <a:pt x="108890" y="40239"/>
                    <a:pt x="109033" y="40185"/>
                    <a:pt x="109141" y="40078"/>
                  </a:cubicBezTo>
                  <a:lnTo>
                    <a:pt x="109284" y="40006"/>
                  </a:lnTo>
                  <a:cubicBezTo>
                    <a:pt x="109284" y="40006"/>
                    <a:pt x="109284" y="40006"/>
                    <a:pt x="109284" y="39935"/>
                  </a:cubicBezTo>
                  <a:lnTo>
                    <a:pt x="109498" y="39792"/>
                  </a:lnTo>
                  <a:cubicBezTo>
                    <a:pt x="109713" y="39649"/>
                    <a:pt x="109856" y="39577"/>
                    <a:pt x="110071" y="39434"/>
                  </a:cubicBezTo>
                  <a:cubicBezTo>
                    <a:pt x="110429" y="39291"/>
                    <a:pt x="110787" y="39076"/>
                    <a:pt x="111145" y="38790"/>
                  </a:cubicBezTo>
                  <a:cubicBezTo>
                    <a:pt x="111359" y="38575"/>
                    <a:pt x="111646" y="38360"/>
                    <a:pt x="111860" y="38146"/>
                  </a:cubicBezTo>
                  <a:cubicBezTo>
                    <a:pt x="112075" y="37931"/>
                    <a:pt x="112361" y="37645"/>
                    <a:pt x="112146" y="37287"/>
                  </a:cubicBezTo>
                  <a:lnTo>
                    <a:pt x="112146" y="37215"/>
                  </a:lnTo>
                  <a:cubicBezTo>
                    <a:pt x="112033" y="37016"/>
                    <a:pt x="111852" y="36942"/>
                    <a:pt x="111652" y="36942"/>
                  </a:cubicBezTo>
                  <a:close/>
                  <a:moveTo>
                    <a:pt x="109864" y="44613"/>
                  </a:moveTo>
                  <a:cubicBezTo>
                    <a:pt x="109622" y="44613"/>
                    <a:pt x="109374" y="44668"/>
                    <a:pt x="109141" y="44801"/>
                  </a:cubicBezTo>
                  <a:lnTo>
                    <a:pt x="108854" y="44873"/>
                  </a:lnTo>
                  <a:lnTo>
                    <a:pt x="107781" y="44873"/>
                  </a:lnTo>
                  <a:cubicBezTo>
                    <a:pt x="107280" y="44873"/>
                    <a:pt x="106707" y="45016"/>
                    <a:pt x="106564" y="45660"/>
                  </a:cubicBezTo>
                  <a:cubicBezTo>
                    <a:pt x="106421" y="46018"/>
                    <a:pt x="106636" y="46376"/>
                    <a:pt x="106994" y="46448"/>
                  </a:cubicBezTo>
                  <a:cubicBezTo>
                    <a:pt x="107329" y="46531"/>
                    <a:pt x="107640" y="46566"/>
                    <a:pt x="107940" y="46566"/>
                  </a:cubicBezTo>
                  <a:cubicBezTo>
                    <a:pt x="108153" y="46566"/>
                    <a:pt x="108361" y="46549"/>
                    <a:pt x="108568" y="46519"/>
                  </a:cubicBezTo>
                  <a:cubicBezTo>
                    <a:pt x="108926" y="46448"/>
                    <a:pt x="109212" y="46448"/>
                    <a:pt x="109498" y="46448"/>
                  </a:cubicBezTo>
                  <a:cubicBezTo>
                    <a:pt x="109856" y="46448"/>
                    <a:pt x="110214" y="46376"/>
                    <a:pt x="110572" y="46233"/>
                  </a:cubicBezTo>
                  <a:cubicBezTo>
                    <a:pt x="111073" y="46018"/>
                    <a:pt x="111216" y="45446"/>
                    <a:pt x="110930" y="45016"/>
                  </a:cubicBezTo>
                  <a:cubicBezTo>
                    <a:pt x="110858" y="44945"/>
                    <a:pt x="110787" y="44873"/>
                    <a:pt x="110644" y="44801"/>
                  </a:cubicBezTo>
                  <a:cubicBezTo>
                    <a:pt x="110414" y="44687"/>
                    <a:pt x="110143" y="44613"/>
                    <a:pt x="109864" y="44613"/>
                  </a:cubicBezTo>
                  <a:close/>
                  <a:moveTo>
                    <a:pt x="103201" y="40651"/>
                  </a:moveTo>
                  <a:cubicBezTo>
                    <a:pt x="102843" y="40651"/>
                    <a:pt x="102556" y="40937"/>
                    <a:pt x="102556" y="41295"/>
                  </a:cubicBezTo>
                  <a:cubicBezTo>
                    <a:pt x="102556" y="41509"/>
                    <a:pt x="102556" y="41796"/>
                    <a:pt x="102700" y="42082"/>
                  </a:cubicBezTo>
                  <a:cubicBezTo>
                    <a:pt x="102843" y="42225"/>
                    <a:pt x="102986" y="42440"/>
                    <a:pt x="103129" y="42654"/>
                  </a:cubicBezTo>
                  <a:cubicBezTo>
                    <a:pt x="103201" y="42726"/>
                    <a:pt x="103344" y="42869"/>
                    <a:pt x="103415" y="42941"/>
                  </a:cubicBezTo>
                  <a:cubicBezTo>
                    <a:pt x="103487" y="43012"/>
                    <a:pt x="103558" y="43084"/>
                    <a:pt x="103558" y="43155"/>
                  </a:cubicBezTo>
                  <a:lnTo>
                    <a:pt x="103344" y="43155"/>
                  </a:lnTo>
                  <a:cubicBezTo>
                    <a:pt x="103129" y="43299"/>
                    <a:pt x="103057" y="43513"/>
                    <a:pt x="102986" y="43728"/>
                  </a:cubicBezTo>
                  <a:cubicBezTo>
                    <a:pt x="102914" y="44086"/>
                    <a:pt x="102986" y="44515"/>
                    <a:pt x="103057" y="44945"/>
                  </a:cubicBezTo>
                  <a:cubicBezTo>
                    <a:pt x="103057" y="45159"/>
                    <a:pt x="103129" y="45446"/>
                    <a:pt x="103201" y="45732"/>
                  </a:cubicBezTo>
                  <a:cubicBezTo>
                    <a:pt x="103272" y="46161"/>
                    <a:pt x="103415" y="46519"/>
                    <a:pt x="103702" y="46877"/>
                  </a:cubicBezTo>
                  <a:cubicBezTo>
                    <a:pt x="103776" y="46952"/>
                    <a:pt x="103869" y="46983"/>
                    <a:pt x="103960" y="46983"/>
                  </a:cubicBezTo>
                  <a:cubicBezTo>
                    <a:pt x="104131" y="46983"/>
                    <a:pt x="104299" y="46874"/>
                    <a:pt x="104346" y="46734"/>
                  </a:cubicBezTo>
                  <a:cubicBezTo>
                    <a:pt x="104417" y="46161"/>
                    <a:pt x="104417" y="45660"/>
                    <a:pt x="104346" y="45159"/>
                  </a:cubicBezTo>
                  <a:cubicBezTo>
                    <a:pt x="104346" y="44658"/>
                    <a:pt x="104274" y="44229"/>
                    <a:pt x="104131" y="43800"/>
                  </a:cubicBezTo>
                  <a:lnTo>
                    <a:pt x="104131" y="43800"/>
                  </a:lnTo>
                  <a:cubicBezTo>
                    <a:pt x="104274" y="43871"/>
                    <a:pt x="104417" y="43943"/>
                    <a:pt x="104560" y="44014"/>
                  </a:cubicBezTo>
                  <a:cubicBezTo>
                    <a:pt x="104614" y="44032"/>
                    <a:pt x="104668" y="44041"/>
                    <a:pt x="104720" y="44041"/>
                  </a:cubicBezTo>
                  <a:cubicBezTo>
                    <a:pt x="104878" y="44041"/>
                    <a:pt x="105026" y="43961"/>
                    <a:pt x="105133" y="43800"/>
                  </a:cubicBezTo>
                  <a:lnTo>
                    <a:pt x="105133" y="43871"/>
                  </a:lnTo>
                  <a:cubicBezTo>
                    <a:pt x="105276" y="43656"/>
                    <a:pt x="105276" y="43442"/>
                    <a:pt x="105204" y="43227"/>
                  </a:cubicBezTo>
                  <a:cubicBezTo>
                    <a:pt x="104918" y="42726"/>
                    <a:pt x="104703" y="42225"/>
                    <a:pt x="104417" y="41724"/>
                  </a:cubicBezTo>
                  <a:cubicBezTo>
                    <a:pt x="104274" y="41509"/>
                    <a:pt x="104131" y="41295"/>
                    <a:pt x="103916" y="41080"/>
                  </a:cubicBezTo>
                  <a:cubicBezTo>
                    <a:pt x="103773" y="40794"/>
                    <a:pt x="103487" y="40651"/>
                    <a:pt x="103201" y="40651"/>
                  </a:cubicBezTo>
                  <a:close/>
                  <a:moveTo>
                    <a:pt x="73807" y="44799"/>
                  </a:moveTo>
                  <a:cubicBezTo>
                    <a:pt x="73518" y="44799"/>
                    <a:pt x="73217" y="45030"/>
                    <a:pt x="72999" y="45302"/>
                  </a:cubicBezTo>
                  <a:cubicBezTo>
                    <a:pt x="72641" y="45732"/>
                    <a:pt x="72355" y="46233"/>
                    <a:pt x="72140" y="46734"/>
                  </a:cubicBezTo>
                  <a:cubicBezTo>
                    <a:pt x="71926" y="46949"/>
                    <a:pt x="71854" y="47020"/>
                    <a:pt x="71639" y="47306"/>
                  </a:cubicBezTo>
                  <a:cubicBezTo>
                    <a:pt x="71425" y="47664"/>
                    <a:pt x="71138" y="48094"/>
                    <a:pt x="71353" y="48451"/>
                  </a:cubicBezTo>
                  <a:cubicBezTo>
                    <a:pt x="71425" y="48630"/>
                    <a:pt x="71586" y="48684"/>
                    <a:pt x="71765" y="48684"/>
                  </a:cubicBezTo>
                  <a:cubicBezTo>
                    <a:pt x="71943" y="48684"/>
                    <a:pt x="72140" y="48630"/>
                    <a:pt x="72283" y="48595"/>
                  </a:cubicBezTo>
                  <a:cubicBezTo>
                    <a:pt x="72570" y="48451"/>
                    <a:pt x="72784" y="48308"/>
                    <a:pt x="72999" y="48094"/>
                  </a:cubicBezTo>
                  <a:cubicBezTo>
                    <a:pt x="73214" y="47879"/>
                    <a:pt x="73357" y="47664"/>
                    <a:pt x="73500" y="47449"/>
                  </a:cubicBezTo>
                  <a:cubicBezTo>
                    <a:pt x="73572" y="47306"/>
                    <a:pt x="73643" y="47235"/>
                    <a:pt x="73643" y="47092"/>
                  </a:cubicBezTo>
                  <a:cubicBezTo>
                    <a:pt x="73715" y="47092"/>
                    <a:pt x="73715" y="47020"/>
                    <a:pt x="73715" y="46949"/>
                  </a:cubicBezTo>
                  <a:cubicBezTo>
                    <a:pt x="73929" y="46662"/>
                    <a:pt x="74073" y="46304"/>
                    <a:pt x="74216" y="45947"/>
                  </a:cubicBezTo>
                  <a:cubicBezTo>
                    <a:pt x="74359" y="45660"/>
                    <a:pt x="74502" y="45088"/>
                    <a:pt x="74073" y="44873"/>
                  </a:cubicBezTo>
                  <a:cubicBezTo>
                    <a:pt x="73987" y="44822"/>
                    <a:pt x="73898" y="44799"/>
                    <a:pt x="73807" y="44799"/>
                  </a:cubicBezTo>
                  <a:close/>
                  <a:moveTo>
                    <a:pt x="31415" y="46628"/>
                  </a:moveTo>
                  <a:cubicBezTo>
                    <a:pt x="31311" y="46628"/>
                    <a:pt x="31211" y="46643"/>
                    <a:pt x="31132" y="46662"/>
                  </a:cubicBezTo>
                  <a:cubicBezTo>
                    <a:pt x="30703" y="46805"/>
                    <a:pt x="30273" y="47020"/>
                    <a:pt x="29915" y="47306"/>
                  </a:cubicBezTo>
                  <a:cubicBezTo>
                    <a:pt x="29772" y="47306"/>
                    <a:pt x="29629" y="47378"/>
                    <a:pt x="29486" y="47449"/>
                  </a:cubicBezTo>
                  <a:cubicBezTo>
                    <a:pt x="29200" y="47593"/>
                    <a:pt x="28914" y="47879"/>
                    <a:pt x="28770" y="48165"/>
                  </a:cubicBezTo>
                  <a:cubicBezTo>
                    <a:pt x="28699" y="48595"/>
                    <a:pt x="28985" y="48952"/>
                    <a:pt x="29414" y="48952"/>
                  </a:cubicBezTo>
                  <a:cubicBezTo>
                    <a:pt x="29558" y="48952"/>
                    <a:pt x="29772" y="48952"/>
                    <a:pt x="29915" y="48881"/>
                  </a:cubicBezTo>
                  <a:cubicBezTo>
                    <a:pt x="30130" y="48738"/>
                    <a:pt x="30345" y="48666"/>
                    <a:pt x="30488" y="48523"/>
                  </a:cubicBezTo>
                  <a:cubicBezTo>
                    <a:pt x="30774" y="48380"/>
                    <a:pt x="31132" y="48165"/>
                    <a:pt x="31418" y="47879"/>
                  </a:cubicBezTo>
                  <a:cubicBezTo>
                    <a:pt x="31490" y="47807"/>
                    <a:pt x="31562" y="47736"/>
                    <a:pt x="31633" y="47664"/>
                  </a:cubicBezTo>
                  <a:lnTo>
                    <a:pt x="31776" y="47593"/>
                  </a:lnTo>
                  <a:cubicBezTo>
                    <a:pt x="31848" y="47521"/>
                    <a:pt x="31848" y="47449"/>
                    <a:pt x="31919" y="47378"/>
                  </a:cubicBezTo>
                  <a:cubicBezTo>
                    <a:pt x="31991" y="47306"/>
                    <a:pt x="31991" y="47163"/>
                    <a:pt x="31991" y="47092"/>
                  </a:cubicBezTo>
                  <a:cubicBezTo>
                    <a:pt x="31991" y="46728"/>
                    <a:pt x="31689" y="46628"/>
                    <a:pt x="31415" y="46628"/>
                  </a:cubicBezTo>
                  <a:close/>
                  <a:moveTo>
                    <a:pt x="98200" y="49471"/>
                  </a:moveTo>
                  <a:cubicBezTo>
                    <a:pt x="98137" y="49471"/>
                    <a:pt x="98083" y="49489"/>
                    <a:pt x="98048" y="49525"/>
                  </a:cubicBezTo>
                  <a:cubicBezTo>
                    <a:pt x="97905" y="49525"/>
                    <a:pt x="97833" y="49597"/>
                    <a:pt x="97833" y="49740"/>
                  </a:cubicBezTo>
                  <a:cubicBezTo>
                    <a:pt x="97761" y="49811"/>
                    <a:pt x="97761" y="49883"/>
                    <a:pt x="97761" y="49954"/>
                  </a:cubicBezTo>
                  <a:cubicBezTo>
                    <a:pt x="97761" y="50026"/>
                    <a:pt x="97833" y="50097"/>
                    <a:pt x="97905" y="50169"/>
                  </a:cubicBezTo>
                  <a:lnTo>
                    <a:pt x="97976" y="50241"/>
                  </a:lnTo>
                  <a:cubicBezTo>
                    <a:pt x="97976" y="50312"/>
                    <a:pt x="98048" y="50384"/>
                    <a:pt x="98119" y="50455"/>
                  </a:cubicBezTo>
                  <a:cubicBezTo>
                    <a:pt x="98262" y="50598"/>
                    <a:pt x="98406" y="50670"/>
                    <a:pt x="98549" y="50742"/>
                  </a:cubicBezTo>
                  <a:cubicBezTo>
                    <a:pt x="98835" y="50885"/>
                    <a:pt x="99121" y="50956"/>
                    <a:pt x="99479" y="50956"/>
                  </a:cubicBezTo>
                  <a:cubicBezTo>
                    <a:pt x="99622" y="50956"/>
                    <a:pt x="99694" y="50885"/>
                    <a:pt x="99837" y="50813"/>
                  </a:cubicBezTo>
                  <a:lnTo>
                    <a:pt x="99908" y="50813"/>
                  </a:lnTo>
                  <a:cubicBezTo>
                    <a:pt x="100123" y="50742"/>
                    <a:pt x="100266" y="50527"/>
                    <a:pt x="100195" y="50312"/>
                  </a:cubicBezTo>
                  <a:cubicBezTo>
                    <a:pt x="100123" y="50026"/>
                    <a:pt x="99908" y="49811"/>
                    <a:pt x="99622" y="49740"/>
                  </a:cubicBezTo>
                  <a:cubicBezTo>
                    <a:pt x="99407" y="49668"/>
                    <a:pt x="99193" y="49597"/>
                    <a:pt x="98978" y="49597"/>
                  </a:cubicBezTo>
                  <a:cubicBezTo>
                    <a:pt x="98826" y="49546"/>
                    <a:pt x="98674" y="49495"/>
                    <a:pt x="98548" y="49495"/>
                  </a:cubicBezTo>
                  <a:cubicBezTo>
                    <a:pt x="98496" y="49495"/>
                    <a:pt x="98447" y="49504"/>
                    <a:pt x="98406" y="49525"/>
                  </a:cubicBezTo>
                  <a:cubicBezTo>
                    <a:pt x="98334" y="49489"/>
                    <a:pt x="98262" y="49471"/>
                    <a:pt x="98200" y="49471"/>
                  </a:cubicBezTo>
                  <a:close/>
                  <a:moveTo>
                    <a:pt x="20540" y="49310"/>
                  </a:moveTo>
                  <a:cubicBezTo>
                    <a:pt x="20397" y="49382"/>
                    <a:pt x="20254" y="49453"/>
                    <a:pt x="20182" y="49525"/>
                  </a:cubicBezTo>
                  <a:lnTo>
                    <a:pt x="20111" y="49597"/>
                  </a:lnTo>
                  <a:cubicBezTo>
                    <a:pt x="19968" y="49668"/>
                    <a:pt x="19896" y="49668"/>
                    <a:pt x="19824" y="49740"/>
                  </a:cubicBezTo>
                  <a:cubicBezTo>
                    <a:pt x="19610" y="49954"/>
                    <a:pt x="19395" y="50169"/>
                    <a:pt x="19252" y="50384"/>
                  </a:cubicBezTo>
                  <a:cubicBezTo>
                    <a:pt x="19037" y="50527"/>
                    <a:pt x="18966" y="50742"/>
                    <a:pt x="18894" y="50956"/>
                  </a:cubicBezTo>
                  <a:cubicBezTo>
                    <a:pt x="18822" y="51099"/>
                    <a:pt x="18822" y="51243"/>
                    <a:pt x="18894" y="51386"/>
                  </a:cubicBezTo>
                  <a:cubicBezTo>
                    <a:pt x="18822" y="51529"/>
                    <a:pt x="18894" y="51672"/>
                    <a:pt x="19037" y="51744"/>
                  </a:cubicBezTo>
                  <a:cubicBezTo>
                    <a:pt x="19073" y="51779"/>
                    <a:pt x="19127" y="51797"/>
                    <a:pt x="19180" y="51797"/>
                  </a:cubicBezTo>
                  <a:cubicBezTo>
                    <a:pt x="19234" y="51797"/>
                    <a:pt x="19288" y="51779"/>
                    <a:pt x="19323" y="51744"/>
                  </a:cubicBezTo>
                  <a:lnTo>
                    <a:pt x="19467" y="51672"/>
                  </a:lnTo>
                  <a:cubicBezTo>
                    <a:pt x="19681" y="51600"/>
                    <a:pt x="19896" y="51457"/>
                    <a:pt x="20039" y="51314"/>
                  </a:cubicBezTo>
                  <a:cubicBezTo>
                    <a:pt x="20111" y="51243"/>
                    <a:pt x="20182" y="51171"/>
                    <a:pt x="20254" y="51099"/>
                  </a:cubicBezTo>
                  <a:lnTo>
                    <a:pt x="20397" y="50885"/>
                  </a:lnTo>
                  <a:cubicBezTo>
                    <a:pt x="20469" y="50742"/>
                    <a:pt x="20540" y="50670"/>
                    <a:pt x="20683" y="50670"/>
                  </a:cubicBezTo>
                  <a:cubicBezTo>
                    <a:pt x="20826" y="50455"/>
                    <a:pt x="20970" y="50241"/>
                    <a:pt x="21041" y="49954"/>
                  </a:cubicBezTo>
                  <a:cubicBezTo>
                    <a:pt x="21041" y="49811"/>
                    <a:pt x="21041" y="49597"/>
                    <a:pt x="20898" y="49453"/>
                  </a:cubicBezTo>
                  <a:cubicBezTo>
                    <a:pt x="20826" y="49382"/>
                    <a:pt x="20612" y="49310"/>
                    <a:pt x="20540" y="49310"/>
                  </a:cubicBezTo>
                  <a:close/>
                  <a:moveTo>
                    <a:pt x="108951" y="49379"/>
                  </a:moveTo>
                  <a:cubicBezTo>
                    <a:pt x="108822" y="49379"/>
                    <a:pt x="108686" y="49458"/>
                    <a:pt x="108640" y="49597"/>
                  </a:cubicBezTo>
                  <a:cubicBezTo>
                    <a:pt x="108497" y="49883"/>
                    <a:pt x="108425" y="50169"/>
                    <a:pt x="108425" y="50455"/>
                  </a:cubicBezTo>
                  <a:cubicBezTo>
                    <a:pt x="108353" y="50742"/>
                    <a:pt x="108353" y="51099"/>
                    <a:pt x="108425" y="51386"/>
                  </a:cubicBezTo>
                  <a:cubicBezTo>
                    <a:pt x="108568" y="51815"/>
                    <a:pt x="108783" y="52173"/>
                    <a:pt x="109141" y="52531"/>
                  </a:cubicBezTo>
                  <a:cubicBezTo>
                    <a:pt x="109391" y="52906"/>
                    <a:pt x="109750" y="53117"/>
                    <a:pt x="110170" y="53117"/>
                  </a:cubicBezTo>
                  <a:cubicBezTo>
                    <a:pt x="110231" y="53117"/>
                    <a:pt x="110294" y="53112"/>
                    <a:pt x="110357" y="53103"/>
                  </a:cubicBezTo>
                  <a:cubicBezTo>
                    <a:pt x="110930" y="52817"/>
                    <a:pt x="110930" y="52245"/>
                    <a:pt x="110787" y="51815"/>
                  </a:cubicBezTo>
                  <a:cubicBezTo>
                    <a:pt x="110715" y="51672"/>
                    <a:pt x="110644" y="51529"/>
                    <a:pt x="110572" y="51386"/>
                  </a:cubicBezTo>
                  <a:cubicBezTo>
                    <a:pt x="110572" y="51314"/>
                    <a:pt x="110572" y="51243"/>
                    <a:pt x="110500" y="51243"/>
                  </a:cubicBezTo>
                  <a:cubicBezTo>
                    <a:pt x="110500" y="51099"/>
                    <a:pt x="110429" y="50885"/>
                    <a:pt x="110357" y="50742"/>
                  </a:cubicBezTo>
                  <a:cubicBezTo>
                    <a:pt x="110357" y="50598"/>
                    <a:pt x="110286" y="50527"/>
                    <a:pt x="110214" y="50384"/>
                  </a:cubicBezTo>
                  <a:cubicBezTo>
                    <a:pt x="110214" y="50384"/>
                    <a:pt x="109999" y="50169"/>
                    <a:pt x="109999" y="50169"/>
                  </a:cubicBezTo>
                  <a:cubicBezTo>
                    <a:pt x="109999" y="50097"/>
                    <a:pt x="109999" y="50097"/>
                    <a:pt x="109928" y="50026"/>
                  </a:cubicBezTo>
                  <a:cubicBezTo>
                    <a:pt x="109856" y="49954"/>
                    <a:pt x="109785" y="49883"/>
                    <a:pt x="109713" y="49811"/>
                  </a:cubicBezTo>
                  <a:cubicBezTo>
                    <a:pt x="109642" y="49668"/>
                    <a:pt x="109498" y="49597"/>
                    <a:pt x="109427" y="49453"/>
                  </a:cubicBezTo>
                  <a:lnTo>
                    <a:pt x="109141" y="49453"/>
                  </a:lnTo>
                  <a:cubicBezTo>
                    <a:pt x="109090" y="49403"/>
                    <a:pt x="109021" y="49379"/>
                    <a:pt x="108951" y="49379"/>
                  </a:cubicBezTo>
                  <a:close/>
                  <a:moveTo>
                    <a:pt x="86358" y="49335"/>
                  </a:moveTo>
                  <a:cubicBezTo>
                    <a:pt x="86274" y="49335"/>
                    <a:pt x="86185" y="49352"/>
                    <a:pt x="86096" y="49382"/>
                  </a:cubicBezTo>
                  <a:cubicBezTo>
                    <a:pt x="85881" y="49453"/>
                    <a:pt x="85738" y="49597"/>
                    <a:pt x="85595" y="49740"/>
                  </a:cubicBezTo>
                  <a:cubicBezTo>
                    <a:pt x="85523" y="49811"/>
                    <a:pt x="85452" y="49954"/>
                    <a:pt x="85380" y="50026"/>
                  </a:cubicBezTo>
                  <a:lnTo>
                    <a:pt x="85309" y="50169"/>
                  </a:lnTo>
                  <a:cubicBezTo>
                    <a:pt x="85237" y="50312"/>
                    <a:pt x="85094" y="50455"/>
                    <a:pt x="84951" y="50598"/>
                  </a:cubicBezTo>
                  <a:cubicBezTo>
                    <a:pt x="84593" y="50956"/>
                    <a:pt x="84307" y="51314"/>
                    <a:pt x="84020" y="51744"/>
                  </a:cubicBezTo>
                  <a:cubicBezTo>
                    <a:pt x="83877" y="52030"/>
                    <a:pt x="83806" y="52388"/>
                    <a:pt x="83949" y="52745"/>
                  </a:cubicBezTo>
                  <a:cubicBezTo>
                    <a:pt x="84186" y="52983"/>
                    <a:pt x="84472" y="53122"/>
                    <a:pt x="84767" y="53122"/>
                  </a:cubicBezTo>
                  <a:cubicBezTo>
                    <a:pt x="84828" y="53122"/>
                    <a:pt x="84889" y="53116"/>
                    <a:pt x="84951" y="53103"/>
                  </a:cubicBezTo>
                  <a:cubicBezTo>
                    <a:pt x="85034" y="53070"/>
                    <a:pt x="85116" y="53034"/>
                    <a:pt x="85196" y="52995"/>
                  </a:cubicBezTo>
                  <a:lnTo>
                    <a:pt x="85196" y="52995"/>
                  </a:lnTo>
                  <a:cubicBezTo>
                    <a:pt x="85177" y="53034"/>
                    <a:pt x="85166" y="53074"/>
                    <a:pt x="85166" y="53103"/>
                  </a:cubicBezTo>
                  <a:cubicBezTo>
                    <a:pt x="84808" y="53103"/>
                    <a:pt x="84450" y="53390"/>
                    <a:pt x="84450" y="53747"/>
                  </a:cubicBezTo>
                  <a:cubicBezTo>
                    <a:pt x="84450" y="53819"/>
                    <a:pt x="84450" y="53962"/>
                    <a:pt x="84593" y="53962"/>
                  </a:cubicBezTo>
                  <a:cubicBezTo>
                    <a:pt x="84750" y="54067"/>
                    <a:pt x="84907" y="54133"/>
                    <a:pt x="85093" y="54133"/>
                  </a:cubicBezTo>
                  <a:cubicBezTo>
                    <a:pt x="85160" y="54133"/>
                    <a:pt x="85232" y="54124"/>
                    <a:pt x="85309" y="54105"/>
                  </a:cubicBezTo>
                  <a:cubicBezTo>
                    <a:pt x="85523" y="54320"/>
                    <a:pt x="85881" y="54463"/>
                    <a:pt x="86239" y="54535"/>
                  </a:cubicBezTo>
                  <a:cubicBezTo>
                    <a:pt x="86454" y="54570"/>
                    <a:pt x="86668" y="54588"/>
                    <a:pt x="86883" y="54588"/>
                  </a:cubicBezTo>
                  <a:cubicBezTo>
                    <a:pt x="87098" y="54588"/>
                    <a:pt x="87313" y="54570"/>
                    <a:pt x="87527" y="54535"/>
                  </a:cubicBezTo>
                  <a:cubicBezTo>
                    <a:pt x="87814" y="54463"/>
                    <a:pt x="87957" y="54105"/>
                    <a:pt x="87670" y="53962"/>
                  </a:cubicBezTo>
                  <a:cubicBezTo>
                    <a:pt x="87599" y="53891"/>
                    <a:pt x="87527" y="53819"/>
                    <a:pt x="87456" y="53747"/>
                  </a:cubicBezTo>
                  <a:cubicBezTo>
                    <a:pt x="87456" y="53747"/>
                    <a:pt x="87456" y="53676"/>
                    <a:pt x="87456" y="53676"/>
                  </a:cubicBezTo>
                  <a:cubicBezTo>
                    <a:pt x="87456" y="53461"/>
                    <a:pt x="87384" y="53318"/>
                    <a:pt x="87241" y="53246"/>
                  </a:cubicBezTo>
                  <a:cubicBezTo>
                    <a:pt x="86955" y="53032"/>
                    <a:pt x="86668" y="52889"/>
                    <a:pt x="86311" y="52889"/>
                  </a:cubicBezTo>
                  <a:lnTo>
                    <a:pt x="85400" y="52889"/>
                  </a:lnTo>
                  <a:cubicBezTo>
                    <a:pt x="85927" y="52591"/>
                    <a:pt x="86372" y="52162"/>
                    <a:pt x="86597" y="51600"/>
                  </a:cubicBezTo>
                  <a:cubicBezTo>
                    <a:pt x="86668" y="51314"/>
                    <a:pt x="86740" y="50956"/>
                    <a:pt x="86812" y="50598"/>
                  </a:cubicBezTo>
                  <a:cubicBezTo>
                    <a:pt x="86812" y="50455"/>
                    <a:pt x="86812" y="50241"/>
                    <a:pt x="86740" y="50026"/>
                  </a:cubicBezTo>
                  <a:cubicBezTo>
                    <a:pt x="86883" y="49811"/>
                    <a:pt x="86883" y="49597"/>
                    <a:pt x="86668" y="49453"/>
                  </a:cubicBezTo>
                  <a:cubicBezTo>
                    <a:pt x="86585" y="49370"/>
                    <a:pt x="86476" y="49335"/>
                    <a:pt x="86358" y="49335"/>
                  </a:cubicBezTo>
                  <a:close/>
                  <a:moveTo>
                    <a:pt x="87655" y="58614"/>
                  </a:moveTo>
                  <a:cubicBezTo>
                    <a:pt x="87400" y="58614"/>
                    <a:pt x="87146" y="58709"/>
                    <a:pt x="86955" y="58900"/>
                  </a:cubicBezTo>
                  <a:cubicBezTo>
                    <a:pt x="86883" y="58972"/>
                    <a:pt x="86812" y="59115"/>
                    <a:pt x="86812" y="59187"/>
                  </a:cubicBezTo>
                  <a:cubicBezTo>
                    <a:pt x="86812" y="59258"/>
                    <a:pt x="86812" y="59258"/>
                    <a:pt x="86812" y="59258"/>
                  </a:cubicBezTo>
                  <a:cubicBezTo>
                    <a:pt x="86740" y="59401"/>
                    <a:pt x="86740" y="59473"/>
                    <a:pt x="86740" y="59544"/>
                  </a:cubicBezTo>
                  <a:cubicBezTo>
                    <a:pt x="86740" y="59902"/>
                    <a:pt x="87098" y="60045"/>
                    <a:pt x="87384" y="60045"/>
                  </a:cubicBezTo>
                  <a:cubicBezTo>
                    <a:pt x="87670" y="60189"/>
                    <a:pt x="88028" y="60260"/>
                    <a:pt x="88315" y="60332"/>
                  </a:cubicBezTo>
                  <a:lnTo>
                    <a:pt x="88601" y="60403"/>
                  </a:lnTo>
                  <a:cubicBezTo>
                    <a:pt x="88815" y="60475"/>
                    <a:pt x="88959" y="60475"/>
                    <a:pt x="89102" y="60546"/>
                  </a:cubicBezTo>
                  <a:cubicBezTo>
                    <a:pt x="89245" y="60618"/>
                    <a:pt x="89460" y="60690"/>
                    <a:pt x="89603" y="60761"/>
                  </a:cubicBezTo>
                  <a:cubicBezTo>
                    <a:pt x="89710" y="60797"/>
                    <a:pt x="89835" y="60815"/>
                    <a:pt x="89961" y="60815"/>
                  </a:cubicBezTo>
                  <a:cubicBezTo>
                    <a:pt x="90086" y="60815"/>
                    <a:pt x="90211" y="60797"/>
                    <a:pt x="90318" y="60761"/>
                  </a:cubicBezTo>
                  <a:cubicBezTo>
                    <a:pt x="90462" y="60690"/>
                    <a:pt x="90605" y="60546"/>
                    <a:pt x="90605" y="60403"/>
                  </a:cubicBezTo>
                  <a:cubicBezTo>
                    <a:pt x="90605" y="60045"/>
                    <a:pt x="90318" y="59831"/>
                    <a:pt x="89961" y="59688"/>
                  </a:cubicBezTo>
                  <a:lnTo>
                    <a:pt x="89817" y="59616"/>
                  </a:lnTo>
                  <a:lnTo>
                    <a:pt x="89746" y="59544"/>
                  </a:lnTo>
                  <a:cubicBezTo>
                    <a:pt x="89603" y="59473"/>
                    <a:pt x="89460" y="59330"/>
                    <a:pt x="89316" y="59187"/>
                  </a:cubicBezTo>
                  <a:cubicBezTo>
                    <a:pt x="89102" y="59043"/>
                    <a:pt x="88815" y="58972"/>
                    <a:pt x="88529" y="58900"/>
                  </a:cubicBezTo>
                  <a:cubicBezTo>
                    <a:pt x="88386" y="58829"/>
                    <a:pt x="88171" y="58757"/>
                    <a:pt x="88028" y="58686"/>
                  </a:cubicBezTo>
                  <a:cubicBezTo>
                    <a:pt x="87909" y="58638"/>
                    <a:pt x="87782" y="58614"/>
                    <a:pt x="87655" y="58614"/>
                  </a:cubicBezTo>
                  <a:close/>
                  <a:moveTo>
                    <a:pt x="99407" y="60332"/>
                  </a:moveTo>
                  <a:cubicBezTo>
                    <a:pt x="99193" y="60332"/>
                    <a:pt x="99050" y="60475"/>
                    <a:pt x="99050" y="60690"/>
                  </a:cubicBezTo>
                  <a:cubicBezTo>
                    <a:pt x="99050" y="60904"/>
                    <a:pt x="99121" y="61119"/>
                    <a:pt x="99264" y="61262"/>
                  </a:cubicBezTo>
                  <a:cubicBezTo>
                    <a:pt x="99264" y="61334"/>
                    <a:pt x="99264" y="61334"/>
                    <a:pt x="99336" y="61405"/>
                  </a:cubicBezTo>
                  <a:cubicBezTo>
                    <a:pt x="99479" y="61620"/>
                    <a:pt x="99694" y="61835"/>
                    <a:pt x="99980" y="61906"/>
                  </a:cubicBezTo>
                  <a:cubicBezTo>
                    <a:pt x="100123" y="62049"/>
                    <a:pt x="100338" y="62121"/>
                    <a:pt x="100481" y="62192"/>
                  </a:cubicBezTo>
                  <a:cubicBezTo>
                    <a:pt x="100696" y="62264"/>
                    <a:pt x="100910" y="62407"/>
                    <a:pt x="101125" y="62479"/>
                  </a:cubicBezTo>
                  <a:cubicBezTo>
                    <a:pt x="101268" y="62550"/>
                    <a:pt x="101483" y="62550"/>
                    <a:pt x="101698" y="62550"/>
                  </a:cubicBezTo>
                  <a:lnTo>
                    <a:pt x="101841" y="62550"/>
                  </a:lnTo>
                  <a:cubicBezTo>
                    <a:pt x="101912" y="62550"/>
                    <a:pt x="102055" y="62479"/>
                    <a:pt x="102127" y="62407"/>
                  </a:cubicBezTo>
                  <a:cubicBezTo>
                    <a:pt x="102342" y="62336"/>
                    <a:pt x="102413" y="62049"/>
                    <a:pt x="102342" y="61835"/>
                  </a:cubicBezTo>
                  <a:lnTo>
                    <a:pt x="102413" y="61835"/>
                  </a:lnTo>
                  <a:cubicBezTo>
                    <a:pt x="102413" y="61691"/>
                    <a:pt x="102413" y="61548"/>
                    <a:pt x="102342" y="61477"/>
                  </a:cubicBezTo>
                  <a:cubicBezTo>
                    <a:pt x="102199" y="61334"/>
                    <a:pt x="102055" y="61262"/>
                    <a:pt x="101912" y="61190"/>
                  </a:cubicBezTo>
                  <a:lnTo>
                    <a:pt x="101698" y="61119"/>
                  </a:lnTo>
                  <a:lnTo>
                    <a:pt x="101626" y="61047"/>
                  </a:lnTo>
                  <a:cubicBezTo>
                    <a:pt x="101411" y="60976"/>
                    <a:pt x="101197" y="60833"/>
                    <a:pt x="100982" y="60833"/>
                  </a:cubicBezTo>
                  <a:lnTo>
                    <a:pt x="100839" y="60833"/>
                  </a:lnTo>
                  <a:cubicBezTo>
                    <a:pt x="100409" y="60546"/>
                    <a:pt x="99908" y="60403"/>
                    <a:pt x="99407" y="60332"/>
                  </a:cubicBezTo>
                  <a:close/>
                  <a:moveTo>
                    <a:pt x="80818" y="70628"/>
                  </a:moveTo>
                  <a:cubicBezTo>
                    <a:pt x="80765" y="70628"/>
                    <a:pt x="80711" y="70631"/>
                    <a:pt x="80657" y="70637"/>
                  </a:cubicBezTo>
                  <a:cubicBezTo>
                    <a:pt x="80371" y="70709"/>
                    <a:pt x="80013" y="70709"/>
                    <a:pt x="79726" y="70781"/>
                  </a:cubicBezTo>
                  <a:lnTo>
                    <a:pt x="79154" y="70781"/>
                  </a:lnTo>
                  <a:cubicBezTo>
                    <a:pt x="79053" y="70764"/>
                    <a:pt x="78947" y="70755"/>
                    <a:pt x="78840" y="70755"/>
                  </a:cubicBezTo>
                  <a:cubicBezTo>
                    <a:pt x="78492" y="70755"/>
                    <a:pt x="78122" y="70848"/>
                    <a:pt x="77794" y="71067"/>
                  </a:cubicBezTo>
                  <a:cubicBezTo>
                    <a:pt x="77651" y="71210"/>
                    <a:pt x="77651" y="71496"/>
                    <a:pt x="77794" y="71639"/>
                  </a:cubicBezTo>
                  <a:cubicBezTo>
                    <a:pt x="78080" y="71926"/>
                    <a:pt x="78438" y="71997"/>
                    <a:pt x="78796" y="71997"/>
                  </a:cubicBezTo>
                  <a:cubicBezTo>
                    <a:pt x="79154" y="71997"/>
                    <a:pt x="79512" y="71926"/>
                    <a:pt x="79870" y="71926"/>
                  </a:cubicBezTo>
                  <a:lnTo>
                    <a:pt x="80013" y="71926"/>
                  </a:lnTo>
                  <a:lnTo>
                    <a:pt x="80227" y="71997"/>
                  </a:lnTo>
                  <a:cubicBezTo>
                    <a:pt x="80442" y="72069"/>
                    <a:pt x="80657" y="72069"/>
                    <a:pt x="80871" y="72140"/>
                  </a:cubicBezTo>
                  <a:cubicBezTo>
                    <a:pt x="80973" y="72157"/>
                    <a:pt x="81074" y="72166"/>
                    <a:pt x="81175" y="72166"/>
                  </a:cubicBezTo>
                  <a:cubicBezTo>
                    <a:pt x="81500" y="72166"/>
                    <a:pt x="81815" y="72073"/>
                    <a:pt x="82088" y="71854"/>
                  </a:cubicBezTo>
                  <a:cubicBezTo>
                    <a:pt x="82160" y="71782"/>
                    <a:pt x="82160" y="71639"/>
                    <a:pt x="82160" y="71568"/>
                  </a:cubicBezTo>
                  <a:cubicBezTo>
                    <a:pt x="81898" y="70978"/>
                    <a:pt x="81396" y="70628"/>
                    <a:pt x="80818" y="70628"/>
                  </a:cubicBezTo>
                  <a:close/>
                  <a:moveTo>
                    <a:pt x="99229" y="70512"/>
                  </a:moveTo>
                  <a:cubicBezTo>
                    <a:pt x="99139" y="70512"/>
                    <a:pt x="99050" y="70530"/>
                    <a:pt x="98978" y="70566"/>
                  </a:cubicBezTo>
                  <a:cubicBezTo>
                    <a:pt x="98953" y="70553"/>
                    <a:pt x="98925" y="70547"/>
                    <a:pt x="98897" y="70547"/>
                  </a:cubicBezTo>
                  <a:cubicBezTo>
                    <a:pt x="98766" y="70547"/>
                    <a:pt x="98620" y="70675"/>
                    <a:pt x="98620" y="70852"/>
                  </a:cubicBezTo>
                  <a:lnTo>
                    <a:pt x="98620" y="72212"/>
                  </a:lnTo>
                  <a:lnTo>
                    <a:pt x="98620" y="72999"/>
                  </a:lnTo>
                  <a:cubicBezTo>
                    <a:pt x="98620" y="73572"/>
                    <a:pt x="98763" y="74144"/>
                    <a:pt x="99050" y="74574"/>
                  </a:cubicBezTo>
                  <a:cubicBezTo>
                    <a:pt x="99193" y="74860"/>
                    <a:pt x="99407" y="75003"/>
                    <a:pt x="99694" y="75075"/>
                  </a:cubicBezTo>
                  <a:cubicBezTo>
                    <a:pt x="99790" y="75113"/>
                    <a:pt x="99891" y="75131"/>
                    <a:pt x="99991" y="75131"/>
                  </a:cubicBezTo>
                  <a:cubicBezTo>
                    <a:pt x="100266" y="75131"/>
                    <a:pt x="100539" y="74998"/>
                    <a:pt x="100696" y="74788"/>
                  </a:cubicBezTo>
                  <a:lnTo>
                    <a:pt x="100767" y="74788"/>
                  </a:lnTo>
                  <a:cubicBezTo>
                    <a:pt x="100982" y="74430"/>
                    <a:pt x="101054" y="74001"/>
                    <a:pt x="100982" y="73572"/>
                  </a:cubicBezTo>
                  <a:cubicBezTo>
                    <a:pt x="100910" y="73214"/>
                    <a:pt x="100553" y="72928"/>
                    <a:pt x="100409" y="72570"/>
                  </a:cubicBezTo>
                  <a:cubicBezTo>
                    <a:pt x="100266" y="72427"/>
                    <a:pt x="100195" y="72212"/>
                    <a:pt x="100195" y="71997"/>
                  </a:cubicBezTo>
                  <a:cubicBezTo>
                    <a:pt x="100123" y="71854"/>
                    <a:pt x="100052" y="71711"/>
                    <a:pt x="99980" y="71568"/>
                  </a:cubicBezTo>
                  <a:cubicBezTo>
                    <a:pt x="99908" y="71210"/>
                    <a:pt x="99765" y="70709"/>
                    <a:pt x="99479" y="70566"/>
                  </a:cubicBezTo>
                  <a:cubicBezTo>
                    <a:pt x="99407" y="70530"/>
                    <a:pt x="99318" y="70512"/>
                    <a:pt x="99229" y="70512"/>
                  </a:cubicBezTo>
                  <a:close/>
                  <a:moveTo>
                    <a:pt x="67703" y="77579"/>
                  </a:moveTo>
                  <a:cubicBezTo>
                    <a:pt x="67560" y="77651"/>
                    <a:pt x="67345" y="77723"/>
                    <a:pt x="67202" y="77794"/>
                  </a:cubicBezTo>
                  <a:cubicBezTo>
                    <a:pt x="67202" y="77866"/>
                    <a:pt x="67131" y="77866"/>
                    <a:pt x="67059" y="77937"/>
                  </a:cubicBezTo>
                  <a:lnTo>
                    <a:pt x="67059" y="78009"/>
                  </a:lnTo>
                  <a:cubicBezTo>
                    <a:pt x="66987" y="78152"/>
                    <a:pt x="66916" y="78295"/>
                    <a:pt x="66844" y="78438"/>
                  </a:cubicBezTo>
                  <a:cubicBezTo>
                    <a:pt x="66701" y="78653"/>
                    <a:pt x="66630" y="78939"/>
                    <a:pt x="66630" y="79154"/>
                  </a:cubicBezTo>
                  <a:lnTo>
                    <a:pt x="66630" y="79226"/>
                  </a:lnTo>
                  <a:cubicBezTo>
                    <a:pt x="66558" y="79297"/>
                    <a:pt x="66558" y="79369"/>
                    <a:pt x="66630" y="79440"/>
                  </a:cubicBezTo>
                  <a:cubicBezTo>
                    <a:pt x="66630" y="79512"/>
                    <a:pt x="66630" y="79583"/>
                    <a:pt x="66630" y="79655"/>
                  </a:cubicBezTo>
                  <a:cubicBezTo>
                    <a:pt x="66558" y="79655"/>
                    <a:pt x="66558" y="79726"/>
                    <a:pt x="66630" y="79726"/>
                  </a:cubicBezTo>
                  <a:lnTo>
                    <a:pt x="66630" y="79941"/>
                  </a:lnTo>
                  <a:cubicBezTo>
                    <a:pt x="66630" y="80084"/>
                    <a:pt x="66701" y="80227"/>
                    <a:pt x="66916" y="80227"/>
                  </a:cubicBezTo>
                  <a:cubicBezTo>
                    <a:pt x="66942" y="80241"/>
                    <a:pt x="66968" y="80247"/>
                    <a:pt x="66994" y="80247"/>
                  </a:cubicBezTo>
                  <a:cubicBezTo>
                    <a:pt x="67109" y="80247"/>
                    <a:pt x="67215" y="80130"/>
                    <a:pt x="67274" y="80013"/>
                  </a:cubicBezTo>
                  <a:cubicBezTo>
                    <a:pt x="67274" y="80013"/>
                    <a:pt x="67274" y="79941"/>
                    <a:pt x="67274" y="79941"/>
                  </a:cubicBezTo>
                  <a:lnTo>
                    <a:pt x="67417" y="79655"/>
                  </a:lnTo>
                  <a:lnTo>
                    <a:pt x="67488" y="79512"/>
                  </a:lnTo>
                  <a:lnTo>
                    <a:pt x="67632" y="79369"/>
                  </a:lnTo>
                  <a:cubicBezTo>
                    <a:pt x="67703" y="79226"/>
                    <a:pt x="67846" y="79082"/>
                    <a:pt x="67989" y="78939"/>
                  </a:cubicBezTo>
                  <a:cubicBezTo>
                    <a:pt x="68132" y="78581"/>
                    <a:pt x="68347" y="78152"/>
                    <a:pt x="68061" y="77794"/>
                  </a:cubicBezTo>
                  <a:cubicBezTo>
                    <a:pt x="67989" y="77651"/>
                    <a:pt x="67846" y="77579"/>
                    <a:pt x="67703" y="77579"/>
                  </a:cubicBezTo>
                  <a:close/>
                  <a:moveTo>
                    <a:pt x="71613" y="79339"/>
                  </a:moveTo>
                  <a:cubicBezTo>
                    <a:pt x="71550" y="79339"/>
                    <a:pt x="71487" y="79348"/>
                    <a:pt x="71425" y="79369"/>
                  </a:cubicBezTo>
                  <a:cubicBezTo>
                    <a:pt x="71138" y="79369"/>
                    <a:pt x="70852" y="79440"/>
                    <a:pt x="70637" y="79583"/>
                  </a:cubicBezTo>
                  <a:cubicBezTo>
                    <a:pt x="70566" y="79655"/>
                    <a:pt x="70494" y="79655"/>
                    <a:pt x="70423" y="79726"/>
                  </a:cubicBezTo>
                  <a:cubicBezTo>
                    <a:pt x="70136" y="79798"/>
                    <a:pt x="69922" y="79941"/>
                    <a:pt x="69779" y="80084"/>
                  </a:cubicBezTo>
                  <a:cubicBezTo>
                    <a:pt x="69635" y="80371"/>
                    <a:pt x="69850" y="80657"/>
                    <a:pt x="70065" y="80800"/>
                  </a:cubicBezTo>
                  <a:cubicBezTo>
                    <a:pt x="70208" y="80872"/>
                    <a:pt x="70351" y="80872"/>
                    <a:pt x="70566" y="80872"/>
                  </a:cubicBezTo>
                  <a:cubicBezTo>
                    <a:pt x="70852" y="80872"/>
                    <a:pt x="71067" y="80800"/>
                    <a:pt x="71353" y="80657"/>
                  </a:cubicBezTo>
                  <a:cubicBezTo>
                    <a:pt x="71496" y="80657"/>
                    <a:pt x="71639" y="80585"/>
                    <a:pt x="71711" y="80514"/>
                  </a:cubicBezTo>
                  <a:cubicBezTo>
                    <a:pt x="71926" y="80514"/>
                    <a:pt x="72069" y="80442"/>
                    <a:pt x="72212" y="80299"/>
                  </a:cubicBezTo>
                  <a:lnTo>
                    <a:pt x="72140" y="80299"/>
                  </a:lnTo>
                  <a:cubicBezTo>
                    <a:pt x="72212" y="80227"/>
                    <a:pt x="72283" y="80084"/>
                    <a:pt x="72283" y="79941"/>
                  </a:cubicBezTo>
                  <a:cubicBezTo>
                    <a:pt x="72283" y="79798"/>
                    <a:pt x="72212" y="79583"/>
                    <a:pt x="72069" y="79440"/>
                  </a:cubicBezTo>
                  <a:cubicBezTo>
                    <a:pt x="71917" y="79390"/>
                    <a:pt x="71765" y="79339"/>
                    <a:pt x="71613" y="79339"/>
                  </a:cubicBezTo>
                  <a:close/>
                  <a:moveTo>
                    <a:pt x="59286" y="77476"/>
                  </a:moveTo>
                  <a:cubicBezTo>
                    <a:pt x="58961" y="77476"/>
                    <a:pt x="58746" y="77788"/>
                    <a:pt x="58686" y="78152"/>
                  </a:cubicBezTo>
                  <a:cubicBezTo>
                    <a:pt x="58614" y="78581"/>
                    <a:pt x="58614" y="79011"/>
                    <a:pt x="58686" y="79440"/>
                  </a:cubicBezTo>
                  <a:cubicBezTo>
                    <a:pt x="58686" y="79583"/>
                    <a:pt x="58757" y="79655"/>
                    <a:pt x="58757" y="79726"/>
                  </a:cubicBezTo>
                  <a:cubicBezTo>
                    <a:pt x="58829" y="79870"/>
                    <a:pt x="58829" y="79941"/>
                    <a:pt x="58829" y="80013"/>
                  </a:cubicBezTo>
                  <a:cubicBezTo>
                    <a:pt x="58900" y="80227"/>
                    <a:pt x="58972" y="80442"/>
                    <a:pt x="59043" y="80657"/>
                  </a:cubicBezTo>
                  <a:cubicBezTo>
                    <a:pt x="59043" y="80728"/>
                    <a:pt x="59115" y="80728"/>
                    <a:pt x="59187" y="80800"/>
                  </a:cubicBezTo>
                  <a:lnTo>
                    <a:pt x="59187" y="80872"/>
                  </a:lnTo>
                  <a:cubicBezTo>
                    <a:pt x="59187" y="80950"/>
                    <a:pt x="59294" y="81007"/>
                    <a:pt x="59391" y="81007"/>
                  </a:cubicBezTo>
                  <a:cubicBezTo>
                    <a:pt x="59471" y="81007"/>
                    <a:pt x="59544" y="80968"/>
                    <a:pt x="59544" y="80872"/>
                  </a:cubicBezTo>
                  <a:cubicBezTo>
                    <a:pt x="59544" y="80800"/>
                    <a:pt x="59544" y="80800"/>
                    <a:pt x="59544" y="80728"/>
                  </a:cubicBezTo>
                  <a:cubicBezTo>
                    <a:pt x="59688" y="80728"/>
                    <a:pt x="59759" y="80585"/>
                    <a:pt x="59759" y="80514"/>
                  </a:cubicBezTo>
                  <a:cubicBezTo>
                    <a:pt x="59759" y="80371"/>
                    <a:pt x="59759" y="80227"/>
                    <a:pt x="59759" y="80084"/>
                  </a:cubicBezTo>
                  <a:cubicBezTo>
                    <a:pt x="59831" y="79583"/>
                    <a:pt x="59902" y="79082"/>
                    <a:pt x="59902" y="78653"/>
                  </a:cubicBezTo>
                  <a:lnTo>
                    <a:pt x="59974" y="78653"/>
                  </a:lnTo>
                  <a:cubicBezTo>
                    <a:pt x="59974" y="78224"/>
                    <a:pt x="59974" y="77651"/>
                    <a:pt x="59473" y="77508"/>
                  </a:cubicBezTo>
                  <a:cubicBezTo>
                    <a:pt x="59407" y="77486"/>
                    <a:pt x="59345" y="77476"/>
                    <a:pt x="59286" y="77476"/>
                  </a:cubicBezTo>
                  <a:close/>
                  <a:moveTo>
                    <a:pt x="83269" y="80585"/>
                  </a:moveTo>
                  <a:cubicBezTo>
                    <a:pt x="82983" y="80585"/>
                    <a:pt x="82696" y="80657"/>
                    <a:pt x="82446" y="80800"/>
                  </a:cubicBezTo>
                  <a:cubicBezTo>
                    <a:pt x="82231" y="80872"/>
                    <a:pt x="82017" y="80943"/>
                    <a:pt x="81730" y="81015"/>
                  </a:cubicBezTo>
                  <a:cubicBezTo>
                    <a:pt x="81444" y="81158"/>
                    <a:pt x="81086" y="81301"/>
                    <a:pt x="80728" y="81373"/>
                  </a:cubicBezTo>
                  <a:cubicBezTo>
                    <a:pt x="80227" y="81516"/>
                    <a:pt x="80299" y="82231"/>
                    <a:pt x="80871" y="82231"/>
                  </a:cubicBezTo>
                  <a:lnTo>
                    <a:pt x="82017" y="82231"/>
                  </a:lnTo>
                  <a:cubicBezTo>
                    <a:pt x="82732" y="82231"/>
                    <a:pt x="83519" y="82017"/>
                    <a:pt x="84092" y="81516"/>
                  </a:cubicBezTo>
                  <a:cubicBezTo>
                    <a:pt x="84235" y="81301"/>
                    <a:pt x="84235" y="80943"/>
                    <a:pt x="84092" y="80800"/>
                  </a:cubicBezTo>
                  <a:cubicBezTo>
                    <a:pt x="83842" y="80657"/>
                    <a:pt x="83555" y="80585"/>
                    <a:pt x="83269" y="80585"/>
                  </a:cubicBezTo>
                  <a:close/>
                  <a:moveTo>
                    <a:pt x="50592" y="83204"/>
                  </a:moveTo>
                  <a:cubicBezTo>
                    <a:pt x="50569" y="83204"/>
                    <a:pt x="50548" y="83212"/>
                    <a:pt x="50527" y="83233"/>
                  </a:cubicBezTo>
                  <a:cubicBezTo>
                    <a:pt x="50169" y="83376"/>
                    <a:pt x="49883" y="83520"/>
                    <a:pt x="49668" y="83734"/>
                  </a:cubicBezTo>
                  <a:cubicBezTo>
                    <a:pt x="49525" y="83806"/>
                    <a:pt x="49453" y="83877"/>
                    <a:pt x="49310" y="83949"/>
                  </a:cubicBezTo>
                  <a:cubicBezTo>
                    <a:pt x="49167" y="84092"/>
                    <a:pt x="49096" y="84164"/>
                    <a:pt x="49024" y="84307"/>
                  </a:cubicBezTo>
                  <a:cubicBezTo>
                    <a:pt x="48881" y="84378"/>
                    <a:pt x="48809" y="84522"/>
                    <a:pt x="48738" y="84593"/>
                  </a:cubicBezTo>
                  <a:cubicBezTo>
                    <a:pt x="48666" y="84665"/>
                    <a:pt x="48595" y="84736"/>
                    <a:pt x="48523" y="84808"/>
                  </a:cubicBezTo>
                  <a:cubicBezTo>
                    <a:pt x="48451" y="84808"/>
                    <a:pt x="48380" y="84879"/>
                    <a:pt x="48380" y="84879"/>
                  </a:cubicBezTo>
                  <a:cubicBezTo>
                    <a:pt x="48308" y="85023"/>
                    <a:pt x="48237" y="85094"/>
                    <a:pt x="48237" y="85237"/>
                  </a:cubicBezTo>
                  <a:cubicBezTo>
                    <a:pt x="48237" y="85452"/>
                    <a:pt x="48380" y="85595"/>
                    <a:pt x="48523" y="85595"/>
                  </a:cubicBezTo>
                  <a:lnTo>
                    <a:pt x="48595" y="85595"/>
                  </a:lnTo>
                  <a:cubicBezTo>
                    <a:pt x="48952" y="85595"/>
                    <a:pt x="49310" y="85380"/>
                    <a:pt x="49597" y="85166"/>
                  </a:cubicBezTo>
                  <a:cubicBezTo>
                    <a:pt x="49668" y="85023"/>
                    <a:pt x="49811" y="84951"/>
                    <a:pt x="49954" y="84808"/>
                  </a:cubicBezTo>
                  <a:cubicBezTo>
                    <a:pt x="50241" y="84665"/>
                    <a:pt x="50527" y="84378"/>
                    <a:pt x="50670" y="84021"/>
                  </a:cubicBezTo>
                  <a:lnTo>
                    <a:pt x="50598" y="84021"/>
                  </a:lnTo>
                  <a:cubicBezTo>
                    <a:pt x="50742" y="83877"/>
                    <a:pt x="50813" y="83734"/>
                    <a:pt x="50885" y="83591"/>
                  </a:cubicBezTo>
                  <a:cubicBezTo>
                    <a:pt x="50885" y="83448"/>
                    <a:pt x="50885" y="83376"/>
                    <a:pt x="50813" y="83305"/>
                  </a:cubicBezTo>
                  <a:cubicBezTo>
                    <a:pt x="50712" y="83254"/>
                    <a:pt x="50647" y="83204"/>
                    <a:pt x="50592" y="83204"/>
                  </a:cubicBezTo>
                  <a:close/>
                  <a:moveTo>
                    <a:pt x="43341" y="83778"/>
                  </a:moveTo>
                  <a:cubicBezTo>
                    <a:pt x="43304" y="83778"/>
                    <a:pt x="43265" y="83787"/>
                    <a:pt x="43227" y="83806"/>
                  </a:cubicBezTo>
                  <a:cubicBezTo>
                    <a:pt x="43155" y="83806"/>
                    <a:pt x="43084" y="83877"/>
                    <a:pt x="43084" y="83877"/>
                  </a:cubicBezTo>
                  <a:lnTo>
                    <a:pt x="43012" y="83877"/>
                  </a:lnTo>
                  <a:cubicBezTo>
                    <a:pt x="42869" y="83877"/>
                    <a:pt x="42798" y="83877"/>
                    <a:pt x="42726" y="84021"/>
                  </a:cubicBezTo>
                  <a:cubicBezTo>
                    <a:pt x="42440" y="84522"/>
                    <a:pt x="42225" y="85094"/>
                    <a:pt x="42225" y="85738"/>
                  </a:cubicBezTo>
                  <a:cubicBezTo>
                    <a:pt x="42225" y="85810"/>
                    <a:pt x="42297" y="85881"/>
                    <a:pt x="42440" y="85953"/>
                  </a:cubicBezTo>
                  <a:cubicBezTo>
                    <a:pt x="42440" y="85953"/>
                    <a:pt x="42511" y="86024"/>
                    <a:pt x="42583" y="86024"/>
                  </a:cubicBezTo>
                  <a:cubicBezTo>
                    <a:pt x="42654" y="86024"/>
                    <a:pt x="42726" y="85953"/>
                    <a:pt x="42798" y="85881"/>
                  </a:cubicBezTo>
                  <a:cubicBezTo>
                    <a:pt x="42798" y="85881"/>
                    <a:pt x="42798" y="85810"/>
                    <a:pt x="42798" y="85810"/>
                  </a:cubicBezTo>
                  <a:cubicBezTo>
                    <a:pt x="43370" y="85380"/>
                    <a:pt x="43656" y="84665"/>
                    <a:pt x="43585" y="83949"/>
                  </a:cubicBezTo>
                  <a:cubicBezTo>
                    <a:pt x="43532" y="83844"/>
                    <a:pt x="43442" y="83778"/>
                    <a:pt x="43341" y="83778"/>
                  </a:cubicBezTo>
                  <a:close/>
                  <a:moveTo>
                    <a:pt x="78867" y="88830"/>
                  </a:moveTo>
                  <a:cubicBezTo>
                    <a:pt x="78730" y="88830"/>
                    <a:pt x="78581" y="88947"/>
                    <a:pt x="78581" y="89102"/>
                  </a:cubicBezTo>
                  <a:cubicBezTo>
                    <a:pt x="78581" y="89317"/>
                    <a:pt x="78581" y="89531"/>
                    <a:pt x="78653" y="89674"/>
                  </a:cubicBezTo>
                  <a:cubicBezTo>
                    <a:pt x="78653" y="89746"/>
                    <a:pt x="78653" y="89818"/>
                    <a:pt x="78653" y="89889"/>
                  </a:cubicBezTo>
                  <a:cubicBezTo>
                    <a:pt x="78724" y="90175"/>
                    <a:pt x="78868" y="90390"/>
                    <a:pt x="79011" y="90533"/>
                  </a:cubicBezTo>
                  <a:lnTo>
                    <a:pt x="79082" y="90533"/>
                  </a:lnTo>
                  <a:cubicBezTo>
                    <a:pt x="79082" y="90676"/>
                    <a:pt x="79082" y="90819"/>
                    <a:pt x="79154" y="90963"/>
                  </a:cubicBezTo>
                  <a:cubicBezTo>
                    <a:pt x="79297" y="91464"/>
                    <a:pt x="79583" y="91893"/>
                    <a:pt x="79941" y="92322"/>
                  </a:cubicBezTo>
                  <a:cubicBezTo>
                    <a:pt x="80173" y="92554"/>
                    <a:pt x="80585" y="92816"/>
                    <a:pt x="80944" y="92816"/>
                  </a:cubicBezTo>
                  <a:cubicBezTo>
                    <a:pt x="81139" y="92816"/>
                    <a:pt x="81318" y="92739"/>
                    <a:pt x="81444" y="92537"/>
                  </a:cubicBezTo>
                  <a:cubicBezTo>
                    <a:pt x="81444" y="92466"/>
                    <a:pt x="81444" y="92394"/>
                    <a:pt x="81444" y="92322"/>
                  </a:cubicBezTo>
                  <a:cubicBezTo>
                    <a:pt x="81587" y="92251"/>
                    <a:pt x="81730" y="92179"/>
                    <a:pt x="81730" y="92036"/>
                  </a:cubicBezTo>
                  <a:cubicBezTo>
                    <a:pt x="81730" y="91249"/>
                    <a:pt x="81301" y="90462"/>
                    <a:pt x="80657" y="89961"/>
                  </a:cubicBezTo>
                  <a:cubicBezTo>
                    <a:pt x="80328" y="89566"/>
                    <a:pt x="79879" y="88870"/>
                    <a:pt x="79253" y="88870"/>
                  </a:cubicBezTo>
                  <a:cubicBezTo>
                    <a:pt x="79198" y="88870"/>
                    <a:pt x="79141" y="88875"/>
                    <a:pt x="79082" y="88887"/>
                  </a:cubicBezTo>
                  <a:lnTo>
                    <a:pt x="79011" y="88887"/>
                  </a:lnTo>
                  <a:cubicBezTo>
                    <a:pt x="78971" y="88847"/>
                    <a:pt x="78920" y="88830"/>
                    <a:pt x="78867" y="8883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 name="Google Shape;136;p6"/>
          <p:cNvGrpSpPr/>
          <p:nvPr/>
        </p:nvGrpSpPr>
        <p:grpSpPr>
          <a:xfrm>
            <a:off x="-721189" y="-1796501"/>
            <a:ext cx="2789653" cy="4202140"/>
            <a:chOff x="-540892" y="-970126"/>
            <a:chExt cx="2092240" cy="3151605"/>
          </a:xfrm>
        </p:grpSpPr>
        <p:sp>
          <p:nvSpPr>
            <p:cNvPr id="137" name="Google Shape;137;p6"/>
            <p:cNvSpPr/>
            <p:nvPr/>
          </p:nvSpPr>
          <p:spPr>
            <a:xfrm rot="551020">
              <a:off x="1463425" y="584523"/>
              <a:ext cx="68316" cy="28992"/>
            </a:xfrm>
            <a:custGeom>
              <a:avLst/>
              <a:gdLst/>
              <a:ahLst/>
              <a:cxnLst/>
              <a:rect l="l" t="t" r="r" b="b"/>
              <a:pathLst>
                <a:path w="2929" h="1243" extrusionOk="0">
                  <a:moveTo>
                    <a:pt x="727" y="1"/>
                  </a:moveTo>
                  <a:cubicBezTo>
                    <a:pt x="1" y="49"/>
                    <a:pt x="93" y="1098"/>
                    <a:pt x="747" y="1098"/>
                  </a:cubicBezTo>
                  <a:cubicBezTo>
                    <a:pt x="790" y="1098"/>
                    <a:pt x="835" y="1094"/>
                    <a:pt x="882" y="1084"/>
                  </a:cubicBezTo>
                  <a:cubicBezTo>
                    <a:pt x="934" y="1033"/>
                    <a:pt x="1037" y="1033"/>
                    <a:pt x="1088" y="1033"/>
                  </a:cubicBezTo>
                  <a:lnTo>
                    <a:pt x="1295" y="1033"/>
                  </a:lnTo>
                  <a:lnTo>
                    <a:pt x="1707" y="1084"/>
                  </a:lnTo>
                  <a:cubicBezTo>
                    <a:pt x="1965" y="1188"/>
                    <a:pt x="2223" y="1239"/>
                    <a:pt x="2533" y="1239"/>
                  </a:cubicBezTo>
                  <a:cubicBezTo>
                    <a:pt x="2550" y="1242"/>
                    <a:pt x="2566" y="1243"/>
                    <a:pt x="2582" y="1243"/>
                  </a:cubicBezTo>
                  <a:cubicBezTo>
                    <a:pt x="2898" y="1243"/>
                    <a:pt x="2928" y="772"/>
                    <a:pt x="2584" y="723"/>
                  </a:cubicBezTo>
                  <a:lnTo>
                    <a:pt x="2481" y="672"/>
                  </a:lnTo>
                  <a:lnTo>
                    <a:pt x="2430" y="672"/>
                  </a:lnTo>
                  <a:cubicBezTo>
                    <a:pt x="2326" y="672"/>
                    <a:pt x="2275" y="620"/>
                    <a:pt x="2223" y="568"/>
                  </a:cubicBezTo>
                  <a:cubicBezTo>
                    <a:pt x="2068" y="517"/>
                    <a:pt x="1965" y="414"/>
                    <a:pt x="1810" y="311"/>
                  </a:cubicBezTo>
                  <a:cubicBezTo>
                    <a:pt x="1501" y="104"/>
                    <a:pt x="1140" y="1"/>
                    <a:pt x="7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6"/>
            <p:cNvSpPr/>
            <p:nvPr/>
          </p:nvSpPr>
          <p:spPr>
            <a:xfrm rot="551020">
              <a:off x="513837" y="993110"/>
              <a:ext cx="54158" cy="45505"/>
            </a:xfrm>
            <a:custGeom>
              <a:avLst/>
              <a:gdLst/>
              <a:ahLst/>
              <a:cxnLst/>
              <a:rect l="l" t="t" r="r" b="b"/>
              <a:pathLst>
                <a:path w="2322" h="1951" extrusionOk="0">
                  <a:moveTo>
                    <a:pt x="1600" y="0"/>
                  </a:moveTo>
                  <a:cubicBezTo>
                    <a:pt x="1531" y="0"/>
                    <a:pt x="1462" y="7"/>
                    <a:pt x="1393" y="21"/>
                  </a:cubicBezTo>
                  <a:cubicBezTo>
                    <a:pt x="1238" y="72"/>
                    <a:pt x="1084" y="175"/>
                    <a:pt x="929" y="279"/>
                  </a:cubicBezTo>
                  <a:cubicBezTo>
                    <a:pt x="568" y="485"/>
                    <a:pt x="310" y="743"/>
                    <a:pt x="104" y="1052"/>
                  </a:cubicBezTo>
                  <a:cubicBezTo>
                    <a:pt x="0" y="1207"/>
                    <a:pt x="0" y="1362"/>
                    <a:pt x="52" y="1517"/>
                  </a:cubicBezTo>
                  <a:cubicBezTo>
                    <a:pt x="52" y="1672"/>
                    <a:pt x="155" y="1775"/>
                    <a:pt x="310" y="1878"/>
                  </a:cubicBezTo>
                  <a:cubicBezTo>
                    <a:pt x="383" y="1914"/>
                    <a:pt x="482" y="1951"/>
                    <a:pt x="588" y="1951"/>
                  </a:cubicBezTo>
                  <a:cubicBezTo>
                    <a:pt x="632" y="1951"/>
                    <a:pt x="677" y="1945"/>
                    <a:pt x="723" y="1929"/>
                  </a:cubicBezTo>
                  <a:cubicBezTo>
                    <a:pt x="877" y="1878"/>
                    <a:pt x="981" y="1775"/>
                    <a:pt x="1084" y="1672"/>
                  </a:cubicBezTo>
                  <a:lnTo>
                    <a:pt x="1135" y="1568"/>
                  </a:lnTo>
                  <a:cubicBezTo>
                    <a:pt x="1238" y="1465"/>
                    <a:pt x="1393" y="1310"/>
                    <a:pt x="1496" y="1207"/>
                  </a:cubicBezTo>
                  <a:cubicBezTo>
                    <a:pt x="1600" y="1156"/>
                    <a:pt x="1703" y="1052"/>
                    <a:pt x="1806" y="1001"/>
                  </a:cubicBezTo>
                  <a:lnTo>
                    <a:pt x="1858" y="1001"/>
                  </a:lnTo>
                  <a:cubicBezTo>
                    <a:pt x="1909" y="1001"/>
                    <a:pt x="1961" y="949"/>
                    <a:pt x="2012" y="898"/>
                  </a:cubicBezTo>
                  <a:lnTo>
                    <a:pt x="2064" y="846"/>
                  </a:lnTo>
                  <a:lnTo>
                    <a:pt x="2115" y="846"/>
                  </a:lnTo>
                  <a:cubicBezTo>
                    <a:pt x="2270" y="795"/>
                    <a:pt x="2322" y="640"/>
                    <a:pt x="2322" y="485"/>
                  </a:cubicBezTo>
                  <a:cubicBezTo>
                    <a:pt x="2322" y="330"/>
                    <a:pt x="2219" y="227"/>
                    <a:pt x="2115" y="124"/>
                  </a:cubicBezTo>
                  <a:cubicBezTo>
                    <a:pt x="1964" y="48"/>
                    <a:pt x="1786" y="0"/>
                    <a:pt x="16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6"/>
            <p:cNvSpPr/>
            <p:nvPr/>
          </p:nvSpPr>
          <p:spPr>
            <a:xfrm rot="551020">
              <a:off x="842734" y="179519"/>
              <a:ext cx="74613" cy="71325"/>
            </a:xfrm>
            <a:custGeom>
              <a:avLst/>
              <a:gdLst/>
              <a:ahLst/>
              <a:cxnLst/>
              <a:rect l="l" t="t" r="r" b="b"/>
              <a:pathLst>
                <a:path w="3199" h="3058" extrusionOk="0">
                  <a:moveTo>
                    <a:pt x="2820" y="1"/>
                  </a:moveTo>
                  <a:cubicBezTo>
                    <a:pt x="2709" y="1"/>
                    <a:pt x="2598" y="54"/>
                    <a:pt x="2528" y="170"/>
                  </a:cubicBezTo>
                  <a:cubicBezTo>
                    <a:pt x="2476" y="222"/>
                    <a:pt x="2476" y="274"/>
                    <a:pt x="2425" y="325"/>
                  </a:cubicBezTo>
                  <a:lnTo>
                    <a:pt x="2373" y="325"/>
                  </a:lnTo>
                  <a:cubicBezTo>
                    <a:pt x="2064" y="428"/>
                    <a:pt x="1806" y="583"/>
                    <a:pt x="1548" y="789"/>
                  </a:cubicBezTo>
                  <a:cubicBezTo>
                    <a:pt x="1032" y="1202"/>
                    <a:pt x="568" y="1666"/>
                    <a:pt x="155" y="2234"/>
                  </a:cubicBezTo>
                  <a:cubicBezTo>
                    <a:pt x="0" y="2492"/>
                    <a:pt x="103" y="2801"/>
                    <a:pt x="361" y="3008"/>
                  </a:cubicBezTo>
                  <a:cubicBezTo>
                    <a:pt x="443" y="3040"/>
                    <a:pt x="530" y="3058"/>
                    <a:pt x="615" y="3058"/>
                  </a:cubicBezTo>
                  <a:cubicBezTo>
                    <a:pt x="800" y="3058"/>
                    <a:pt x="978" y="2978"/>
                    <a:pt x="1084" y="2801"/>
                  </a:cubicBezTo>
                  <a:cubicBezTo>
                    <a:pt x="1135" y="2698"/>
                    <a:pt x="1187" y="2647"/>
                    <a:pt x="1238" y="2543"/>
                  </a:cubicBezTo>
                  <a:lnTo>
                    <a:pt x="1341" y="2492"/>
                  </a:lnTo>
                  <a:cubicBezTo>
                    <a:pt x="1445" y="2337"/>
                    <a:pt x="1548" y="2234"/>
                    <a:pt x="1651" y="2131"/>
                  </a:cubicBezTo>
                  <a:cubicBezTo>
                    <a:pt x="1857" y="1924"/>
                    <a:pt x="2167" y="1718"/>
                    <a:pt x="2373" y="1512"/>
                  </a:cubicBezTo>
                  <a:lnTo>
                    <a:pt x="2528" y="1305"/>
                  </a:lnTo>
                  <a:lnTo>
                    <a:pt x="2580" y="1254"/>
                  </a:lnTo>
                  <a:cubicBezTo>
                    <a:pt x="2683" y="1202"/>
                    <a:pt x="2734" y="1151"/>
                    <a:pt x="2838" y="1099"/>
                  </a:cubicBezTo>
                  <a:cubicBezTo>
                    <a:pt x="2941" y="1047"/>
                    <a:pt x="3044" y="893"/>
                    <a:pt x="3095" y="789"/>
                  </a:cubicBezTo>
                  <a:cubicBezTo>
                    <a:pt x="3147" y="738"/>
                    <a:pt x="3199" y="635"/>
                    <a:pt x="3199" y="531"/>
                  </a:cubicBezTo>
                  <a:cubicBezTo>
                    <a:pt x="3199" y="428"/>
                    <a:pt x="3147" y="325"/>
                    <a:pt x="3147" y="222"/>
                  </a:cubicBezTo>
                  <a:cubicBezTo>
                    <a:pt x="3090" y="80"/>
                    <a:pt x="2956" y="1"/>
                    <a:pt x="28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6"/>
            <p:cNvSpPr/>
            <p:nvPr/>
          </p:nvSpPr>
          <p:spPr>
            <a:xfrm rot="551020">
              <a:off x="1448016" y="132629"/>
              <a:ext cx="99127" cy="60666"/>
            </a:xfrm>
            <a:custGeom>
              <a:avLst/>
              <a:gdLst/>
              <a:ahLst/>
              <a:cxnLst/>
              <a:rect l="l" t="t" r="r" b="b"/>
              <a:pathLst>
                <a:path w="4250" h="2601" extrusionOk="0">
                  <a:moveTo>
                    <a:pt x="654" y="1"/>
                  </a:moveTo>
                  <a:cubicBezTo>
                    <a:pt x="256" y="1"/>
                    <a:pt x="0" y="579"/>
                    <a:pt x="432" y="795"/>
                  </a:cubicBezTo>
                  <a:cubicBezTo>
                    <a:pt x="1052" y="1156"/>
                    <a:pt x="1722" y="1414"/>
                    <a:pt x="2290" y="1827"/>
                  </a:cubicBezTo>
                  <a:cubicBezTo>
                    <a:pt x="2393" y="1878"/>
                    <a:pt x="2444" y="1930"/>
                    <a:pt x="2548" y="2033"/>
                  </a:cubicBezTo>
                  <a:cubicBezTo>
                    <a:pt x="2651" y="2136"/>
                    <a:pt x="2805" y="2239"/>
                    <a:pt x="2909" y="2291"/>
                  </a:cubicBezTo>
                  <a:cubicBezTo>
                    <a:pt x="3167" y="2497"/>
                    <a:pt x="3476" y="2601"/>
                    <a:pt x="3786" y="2601"/>
                  </a:cubicBezTo>
                  <a:cubicBezTo>
                    <a:pt x="4147" y="2549"/>
                    <a:pt x="4250" y="1982"/>
                    <a:pt x="3837" y="1878"/>
                  </a:cubicBezTo>
                  <a:cubicBezTo>
                    <a:pt x="3734" y="1827"/>
                    <a:pt x="3631" y="1827"/>
                    <a:pt x="3528" y="1775"/>
                  </a:cubicBezTo>
                  <a:lnTo>
                    <a:pt x="3373" y="1672"/>
                  </a:lnTo>
                  <a:lnTo>
                    <a:pt x="3270" y="1620"/>
                  </a:lnTo>
                  <a:cubicBezTo>
                    <a:pt x="3063" y="1414"/>
                    <a:pt x="2857" y="1208"/>
                    <a:pt x="2651" y="1053"/>
                  </a:cubicBezTo>
                  <a:cubicBezTo>
                    <a:pt x="2083" y="692"/>
                    <a:pt x="1464" y="434"/>
                    <a:pt x="897" y="73"/>
                  </a:cubicBezTo>
                  <a:cubicBezTo>
                    <a:pt x="813" y="23"/>
                    <a:pt x="731" y="1"/>
                    <a:pt x="6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6"/>
            <p:cNvSpPr/>
            <p:nvPr/>
          </p:nvSpPr>
          <p:spPr>
            <a:xfrm rot="5641188">
              <a:off x="-1089407" y="-260299"/>
              <a:ext cx="3037666" cy="1731952"/>
            </a:xfrm>
            <a:custGeom>
              <a:avLst/>
              <a:gdLst/>
              <a:ahLst/>
              <a:cxnLst/>
              <a:rect l="l" t="t" r="r" b="b"/>
              <a:pathLst>
                <a:path w="166038" h="94668" extrusionOk="0">
                  <a:moveTo>
                    <a:pt x="64214" y="1"/>
                  </a:moveTo>
                  <a:cubicBezTo>
                    <a:pt x="64113" y="1"/>
                    <a:pt x="64012" y="51"/>
                    <a:pt x="63911" y="102"/>
                  </a:cubicBezTo>
                  <a:cubicBezTo>
                    <a:pt x="63848" y="165"/>
                    <a:pt x="63729" y="228"/>
                    <a:pt x="63556" y="291"/>
                  </a:cubicBezTo>
                  <a:lnTo>
                    <a:pt x="63556" y="291"/>
                  </a:lnTo>
                  <a:lnTo>
                    <a:pt x="63624" y="245"/>
                  </a:lnTo>
                  <a:lnTo>
                    <a:pt x="63481" y="317"/>
                  </a:lnTo>
                  <a:cubicBezTo>
                    <a:pt x="63507" y="308"/>
                    <a:pt x="63532" y="299"/>
                    <a:pt x="63556" y="291"/>
                  </a:cubicBezTo>
                  <a:lnTo>
                    <a:pt x="63556" y="291"/>
                  </a:lnTo>
                  <a:lnTo>
                    <a:pt x="63410" y="388"/>
                  </a:lnTo>
                  <a:cubicBezTo>
                    <a:pt x="63338" y="388"/>
                    <a:pt x="63195" y="460"/>
                    <a:pt x="63123" y="460"/>
                  </a:cubicBezTo>
                  <a:lnTo>
                    <a:pt x="62622" y="460"/>
                  </a:lnTo>
                  <a:cubicBezTo>
                    <a:pt x="62479" y="460"/>
                    <a:pt x="62336" y="531"/>
                    <a:pt x="62193" y="603"/>
                  </a:cubicBezTo>
                  <a:cubicBezTo>
                    <a:pt x="62121" y="746"/>
                    <a:pt x="62050" y="889"/>
                    <a:pt x="62050" y="1032"/>
                  </a:cubicBezTo>
                  <a:cubicBezTo>
                    <a:pt x="62050" y="1175"/>
                    <a:pt x="62121" y="1318"/>
                    <a:pt x="62193" y="1390"/>
                  </a:cubicBezTo>
                  <a:lnTo>
                    <a:pt x="62336" y="1462"/>
                  </a:lnTo>
                  <a:cubicBezTo>
                    <a:pt x="62408" y="1533"/>
                    <a:pt x="62479" y="1533"/>
                    <a:pt x="62622" y="1533"/>
                  </a:cubicBezTo>
                  <a:cubicBezTo>
                    <a:pt x="62771" y="1563"/>
                    <a:pt x="62919" y="1580"/>
                    <a:pt x="63062" y="1580"/>
                  </a:cubicBezTo>
                  <a:cubicBezTo>
                    <a:pt x="63264" y="1580"/>
                    <a:pt x="63457" y="1545"/>
                    <a:pt x="63624" y="1462"/>
                  </a:cubicBezTo>
                  <a:lnTo>
                    <a:pt x="63911" y="1318"/>
                  </a:lnTo>
                  <a:cubicBezTo>
                    <a:pt x="64054" y="1247"/>
                    <a:pt x="64125" y="1247"/>
                    <a:pt x="64197" y="1175"/>
                  </a:cubicBezTo>
                  <a:cubicBezTo>
                    <a:pt x="64340" y="1032"/>
                    <a:pt x="64483" y="889"/>
                    <a:pt x="64555" y="746"/>
                  </a:cubicBezTo>
                  <a:cubicBezTo>
                    <a:pt x="64626" y="603"/>
                    <a:pt x="64698" y="531"/>
                    <a:pt x="64626" y="388"/>
                  </a:cubicBezTo>
                  <a:cubicBezTo>
                    <a:pt x="64626" y="317"/>
                    <a:pt x="64626" y="245"/>
                    <a:pt x="64483" y="173"/>
                  </a:cubicBezTo>
                  <a:cubicBezTo>
                    <a:pt x="64483" y="102"/>
                    <a:pt x="64412" y="30"/>
                    <a:pt x="64340" y="30"/>
                  </a:cubicBezTo>
                  <a:cubicBezTo>
                    <a:pt x="64298" y="9"/>
                    <a:pt x="64256" y="1"/>
                    <a:pt x="64214" y="1"/>
                  </a:cubicBezTo>
                  <a:close/>
                  <a:moveTo>
                    <a:pt x="57796" y="4754"/>
                  </a:moveTo>
                  <a:cubicBezTo>
                    <a:pt x="57621" y="4754"/>
                    <a:pt x="57446" y="4849"/>
                    <a:pt x="57398" y="5040"/>
                  </a:cubicBezTo>
                  <a:cubicBezTo>
                    <a:pt x="57255" y="5326"/>
                    <a:pt x="57398" y="5613"/>
                    <a:pt x="57684" y="5684"/>
                  </a:cubicBezTo>
                  <a:cubicBezTo>
                    <a:pt x="58328" y="5970"/>
                    <a:pt x="58972" y="6114"/>
                    <a:pt x="59617" y="6185"/>
                  </a:cubicBezTo>
                  <a:cubicBezTo>
                    <a:pt x="60261" y="6185"/>
                    <a:pt x="60905" y="6185"/>
                    <a:pt x="61549" y="6114"/>
                  </a:cubicBezTo>
                  <a:cubicBezTo>
                    <a:pt x="61907" y="5970"/>
                    <a:pt x="61907" y="5469"/>
                    <a:pt x="61549" y="5398"/>
                  </a:cubicBezTo>
                  <a:cubicBezTo>
                    <a:pt x="61263" y="5398"/>
                    <a:pt x="60905" y="5326"/>
                    <a:pt x="60618" y="5326"/>
                  </a:cubicBezTo>
                  <a:cubicBezTo>
                    <a:pt x="60261" y="5326"/>
                    <a:pt x="60046" y="5326"/>
                    <a:pt x="59688" y="5255"/>
                  </a:cubicBezTo>
                  <a:cubicBezTo>
                    <a:pt x="59116" y="5183"/>
                    <a:pt x="58615" y="5040"/>
                    <a:pt x="58042" y="4825"/>
                  </a:cubicBezTo>
                  <a:cubicBezTo>
                    <a:pt x="57970" y="4778"/>
                    <a:pt x="57883" y="4754"/>
                    <a:pt x="57796" y="4754"/>
                  </a:cubicBezTo>
                  <a:close/>
                  <a:moveTo>
                    <a:pt x="91197" y="3224"/>
                  </a:moveTo>
                  <a:cubicBezTo>
                    <a:pt x="90829" y="3224"/>
                    <a:pt x="90493" y="3729"/>
                    <a:pt x="90820" y="4110"/>
                  </a:cubicBezTo>
                  <a:cubicBezTo>
                    <a:pt x="91536" y="4825"/>
                    <a:pt x="92251" y="5541"/>
                    <a:pt x="93110" y="6114"/>
                  </a:cubicBezTo>
                  <a:cubicBezTo>
                    <a:pt x="93540" y="6400"/>
                    <a:pt x="94041" y="6615"/>
                    <a:pt x="94541" y="6829"/>
                  </a:cubicBezTo>
                  <a:cubicBezTo>
                    <a:pt x="94792" y="6901"/>
                    <a:pt x="95060" y="6937"/>
                    <a:pt x="95329" y="6937"/>
                  </a:cubicBezTo>
                  <a:cubicBezTo>
                    <a:pt x="95597" y="6937"/>
                    <a:pt x="95865" y="6901"/>
                    <a:pt x="96116" y="6829"/>
                  </a:cubicBezTo>
                  <a:cubicBezTo>
                    <a:pt x="96474" y="6543"/>
                    <a:pt x="96402" y="5970"/>
                    <a:pt x="95973" y="5899"/>
                  </a:cubicBezTo>
                  <a:lnTo>
                    <a:pt x="95758" y="5899"/>
                  </a:lnTo>
                  <a:lnTo>
                    <a:pt x="95400" y="5827"/>
                  </a:lnTo>
                  <a:cubicBezTo>
                    <a:pt x="95186" y="5827"/>
                    <a:pt x="94971" y="5756"/>
                    <a:pt x="94756" y="5684"/>
                  </a:cubicBezTo>
                  <a:cubicBezTo>
                    <a:pt x="94327" y="5541"/>
                    <a:pt x="93969" y="5326"/>
                    <a:pt x="93611" y="5040"/>
                  </a:cubicBezTo>
                  <a:cubicBezTo>
                    <a:pt x="92895" y="4611"/>
                    <a:pt x="92180" y="4038"/>
                    <a:pt x="91536" y="3394"/>
                  </a:cubicBezTo>
                  <a:cubicBezTo>
                    <a:pt x="91433" y="3274"/>
                    <a:pt x="91313" y="3224"/>
                    <a:pt x="91197" y="3224"/>
                  </a:cubicBezTo>
                  <a:close/>
                  <a:moveTo>
                    <a:pt x="34498" y="10165"/>
                  </a:moveTo>
                  <a:cubicBezTo>
                    <a:pt x="34402" y="10165"/>
                    <a:pt x="34306" y="10174"/>
                    <a:pt x="34210" y="10193"/>
                  </a:cubicBezTo>
                  <a:cubicBezTo>
                    <a:pt x="34067" y="10193"/>
                    <a:pt x="33852" y="10193"/>
                    <a:pt x="33709" y="10264"/>
                  </a:cubicBezTo>
                  <a:cubicBezTo>
                    <a:pt x="33638" y="10336"/>
                    <a:pt x="33494" y="10408"/>
                    <a:pt x="33423" y="10479"/>
                  </a:cubicBezTo>
                  <a:cubicBezTo>
                    <a:pt x="32922" y="10765"/>
                    <a:pt x="32492" y="11123"/>
                    <a:pt x="32063" y="11553"/>
                  </a:cubicBezTo>
                  <a:lnTo>
                    <a:pt x="32063" y="11624"/>
                  </a:lnTo>
                  <a:cubicBezTo>
                    <a:pt x="32349" y="11410"/>
                    <a:pt x="32636" y="11266"/>
                    <a:pt x="32993" y="11123"/>
                  </a:cubicBezTo>
                  <a:cubicBezTo>
                    <a:pt x="33208" y="10980"/>
                    <a:pt x="33423" y="10980"/>
                    <a:pt x="33638" y="10909"/>
                  </a:cubicBezTo>
                  <a:lnTo>
                    <a:pt x="33924" y="10909"/>
                  </a:lnTo>
                  <a:cubicBezTo>
                    <a:pt x="33960" y="10944"/>
                    <a:pt x="33995" y="10962"/>
                    <a:pt x="34031" y="10962"/>
                  </a:cubicBezTo>
                  <a:cubicBezTo>
                    <a:pt x="34067" y="10962"/>
                    <a:pt x="34103" y="10944"/>
                    <a:pt x="34139" y="10909"/>
                  </a:cubicBezTo>
                  <a:lnTo>
                    <a:pt x="34353" y="10909"/>
                  </a:lnTo>
                  <a:cubicBezTo>
                    <a:pt x="34639" y="10837"/>
                    <a:pt x="34997" y="10765"/>
                    <a:pt x="35284" y="10694"/>
                  </a:cubicBezTo>
                  <a:cubicBezTo>
                    <a:pt x="35498" y="10622"/>
                    <a:pt x="35427" y="10336"/>
                    <a:pt x="35284" y="10336"/>
                  </a:cubicBezTo>
                  <a:cubicBezTo>
                    <a:pt x="35022" y="10231"/>
                    <a:pt x="34760" y="10165"/>
                    <a:pt x="34498" y="10165"/>
                  </a:cubicBezTo>
                  <a:close/>
                  <a:moveTo>
                    <a:pt x="73787" y="14702"/>
                  </a:moveTo>
                  <a:cubicBezTo>
                    <a:pt x="73572" y="14702"/>
                    <a:pt x="73429" y="14773"/>
                    <a:pt x="73214" y="14773"/>
                  </a:cubicBezTo>
                  <a:cubicBezTo>
                    <a:pt x="72857" y="14916"/>
                    <a:pt x="72499" y="15131"/>
                    <a:pt x="72284" y="15417"/>
                  </a:cubicBezTo>
                  <a:cubicBezTo>
                    <a:pt x="72141" y="15560"/>
                    <a:pt x="72141" y="15632"/>
                    <a:pt x="72141" y="15775"/>
                  </a:cubicBezTo>
                  <a:cubicBezTo>
                    <a:pt x="72141" y="16105"/>
                    <a:pt x="72389" y="16311"/>
                    <a:pt x="72640" y="16311"/>
                  </a:cubicBezTo>
                  <a:cubicBezTo>
                    <a:pt x="72771" y="16311"/>
                    <a:pt x="72902" y="16255"/>
                    <a:pt x="73000" y="16133"/>
                  </a:cubicBezTo>
                  <a:cubicBezTo>
                    <a:pt x="73071" y="16061"/>
                    <a:pt x="73143" y="15990"/>
                    <a:pt x="73214" y="15918"/>
                  </a:cubicBezTo>
                  <a:lnTo>
                    <a:pt x="73429" y="15847"/>
                  </a:lnTo>
                  <a:cubicBezTo>
                    <a:pt x="73501" y="15775"/>
                    <a:pt x="73572" y="15775"/>
                    <a:pt x="73715" y="15775"/>
                  </a:cubicBezTo>
                  <a:lnTo>
                    <a:pt x="73930" y="15775"/>
                  </a:lnTo>
                  <a:cubicBezTo>
                    <a:pt x="74073" y="15775"/>
                    <a:pt x="74216" y="15704"/>
                    <a:pt x="74359" y="15704"/>
                  </a:cubicBezTo>
                  <a:cubicBezTo>
                    <a:pt x="74431" y="15632"/>
                    <a:pt x="74503" y="15632"/>
                    <a:pt x="74503" y="15560"/>
                  </a:cubicBezTo>
                  <a:cubicBezTo>
                    <a:pt x="74574" y="15489"/>
                    <a:pt x="74646" y="15417"/>
                    <a:pt x="74646" y="15346"/>
                  </a:cubicBezTo>
                  <a:cubicBezTo>
                    <a:pt x="74646" y="15131"/>
                    <a:pt x="74574" y="14988"/>
                    <a:pt x="74431" y="14916"/>
                  </a:cubicBezTo>
                  <a:cubicBezTo>
                    <a:pt x="74359" y="14845"/>
                    <a:pt x="74288" y="14845"/>
                    <a:pt x="74216" y="14773"/>
                  </a:cubicBezTo>
                  <a:cubicBezTo>
                    <a:pt x="74145" y="14773"/>
                    <a:pt x="74002" y="14702"/>
                    <a:pt x="73930" y="14702"/>
                  </a:cubicBezTo>
                  <a:close/>
                  <a:moveTo>
                    <a:pt x="45889" y="19311"/>
                  </a:moveTo>
                  <a:cubicBezTo>
                    <a:pt x="45641" y="19311"/>
                    <a:pt x="45396" y="19327"/>
                    <a:pt x="45160" y="19354"/>
                  </a:cubicBezTo>
                  <a:cubicBezTo>
                    <a:pt x="45088" y="19425"/>
                    <a:pt x="45088" y="19497"/>
                    <a:pt x="45160" y="19568"/>
                  </a:cubicBezTo>
                  <a:cubicBezTo>
                    <a:pt x="45804" y="19640"/>
                    <a:pt x="46448" y="19783"/>
                    <a:pt x="47021" y="19998"/>
                  </a:cubicBezTo>
                  <a:cubicBezTo>
                    <a:pt x="47665" y="20212"/>
                    <a:pt x="48237" y="20427"/>
                    <a:pt x="48810" y="20642"/>
                  </a:cubicBezTo>
                  <a:cubicBezTo>
                    <a:pt x="48830" y="20652"/>
                    <a:pt x="48850" y="20656"/>
                    <a:pt x="48869" y="20656"/>
                  </a:cubicBezTo>
                  <a:cubicBezTo>
                    <a:pt x="48987" y="20656"/>
                    <a:pt x="49076" y="20489"/>
                    <a:pt x="48953" y="20427"/>
                  </a:cubicBezTo>
                  <a:cubicBezTo>
                    <a:pt x="48667" y="20212"/>
                    <a:pt x="48380" y="20069"/>
                    <a:pt x="48023" y="19855"/>
                  </a:cubicBezTo>
                  <a:cubicBezTo>
                    <a:pt x="47736" y="19711"/>
                    <a:pt x="47450" y="19640"/>
                    <a:pt x="47164" y="19497"/>
                  </a:cubicBezTo>
                  <a:cubicBezTo>
                    <a:pt x="46755" y="19361"/>
                    <a:pt x="46318" y="19311"/>
                    <a:pt x="45889" y="19311"/>
                  </a:cubicBezTo>
                  <a:close/>
                  <a:moveTo>
                    <a:pt x="90104" y="20141"/>
                  </a:moveTo>
                  <a:cubicBezTo>
                    <a:pt x="89961" y="20141"/>
                    <a:pt x="89818" y="20212"/>
                    <a:pt x="89746" y="20284"/>
                  </a:cubicBezTo>
                  <a:cubicBezTo>
                    <a:pt x="89675" y="20284"/>
                    <a:pt x="89603" y="20355"/>
                    <a:pt x="89532" y="20427"/>
                  </a:cubicBezTo>
                  <a:cubicBezTo>
                    <a:pt x="89389" y="20499"/>
                    <a:pt x="89317" y="20642"/>
                    <a:pt x="89245" y="20785"/>
                  </a:cubicBezTo>
                  <a:cubicBezTo>
                    <a:pt x="89174" y="20856"/>
                    <a:pt x="89102" y="21000"/>
                    <a:pt x="89031" y="21143"/>
                  </a:cubicBezTo>
                  <a:cubicBezTo>
                    <a:pt x="88959" y="21286"/>
                    <a:pt x="88959" y="21501"/>
                    <a:pt x="88959" y="21644"/>
                  </a:cubicBezTo>
                  <a:cubicBezTo>
                    <a:pt x="88959" y="21715"/>
                    <a:pt x="88959" y="21787"/>
                    <a:pt x="89031" y="21858"/>
                  </a:cubicBezTo>
                  <a:cubicBezTo>
                    <a:pt x="89031" y="21930"/>
                    <a:pt x="89031" y="22002"/>
                    <a:pt x="89102" y="22073"/>
                  </a:cubicBezTo>
                  <a:cubicBezTo>
                    <a:pt x="89245" y="22216"/>
                    <a:pt x="89407" y="22288"/>
                    <a:pt x="89568" y="22288"/>
                  </a:cubicBezTo>
                  <a:cubicBezTo>
                    <a:pt x="89729" y="22288"/>
                    <a:pt x="89890" y="22216"/>
                    <a:pt x="90033" y="22073"/>
                  </a:cubicBezTo>
                  <a:cubicBezTo>
                    <a:pt x="90104" y="21930"/>
                    <a:pt x="90176" y="21787"/>
                    <a:pt x="90176" y="21644"/>
                  </a:cubicBezTo>
                  <a:cubicBezTo>
                    <a:pt x="90176" y="21572"/>
                    <a:pt x="90176" y="21429"/>
                    <a:pt x="90176" y="21357"/>
                  </a:cubicBezTo>
                  <a:cubicBezTo>
                    <a:pt x="90176" y="21286"/>
                    <a:pt x="90176" y="21286"/>
                    <a:pt x="90176" y="21214"/>
                  </a:cubicBezTo>
                  <a:cubicBezTo>
                    <a:pt x="90247" y="21143"/>
                    <a:pt x="90247" y="21071"/>
                    <a:pt x="90319" y="21000"/>
                  </a:cubicBezTo>
                  <a:lnTo>
                    <a:pt x="90319" y="21000"/>
                  </a:lnTo>
                  <a:lnTo>
                    <a:pt x="90247" y="21071"/>
                  </a:lnTo>
                  <a:lnTo>
                    <a:pt x="90247" y="21071"/>
                  </a:lnTo>
                  <a:cubicBezTo>
                    <a:pt x="90319" y="21000"/>
                    <a:pt x="90391" y="20928"/>
                    <a:pt x="90391" y="20785"/>
                  </a:cubicBezTo>
                  <a:cubicBezTo>
                    <a:pt x="90462" y="20713"/>
                    <a:pt x="90462" y="20713"/>
                    <a:pt x="90462" y="20642"/>
                  </a:cubicBezTo>
                  <a:lnTo>
                    <a:pt x="90462" y="20713"/>
                  </a:lnTo>
                  <a:cubicBezTo>
                    <a:pt x="90534" y="20427"/>
                    <a:pt x="90319" y="20212"/>
                    <a:pt x="90104" y="20141"/>
                  </a:cubicBezTo>
                  <a:close/>
                  <a:moveTo>
                    <a:pt x="76936" y="22359"/>
                  </a:moveTo>
                  <a:cubicBezTo>
                    <a:pt x="76793" y="22359"/>
                    <a:pt x="76650" y="22503"/>
                    <a:pt x="76578" y="22646"/>
                  </a:cubicBezTo>
                  <a:cubicBezTo>
                    <a:pt x="76578" y="22717"/>
                    <a:pt x="76578" y="22789"/>
                    <a:pt x="76578" y="22932"/>
                  </a:cubicBezTo>
                  <a:lnTo>
                    <a:pt x="76506" y="23361"/>
                  </a:lnTo>
                  <a:lnTo>
                    <a:pt x="76435" y="24220"/>
                  </a:lnTo>
                  <a:cubicBezTo>
                    <a:pt x="76435" y="24363"/>
                    <a:pt x="76506" y="24506"/>
                    <a:pt x="76578" y="24578"/>
                  </a:cubicBezTo>
                  <a:cubicBezTo>
                    <a:pt x="76650" y="24721"/>
                    <a:pt x="76793" y="24721"/>
                    <a:pt x="76936" y="24793"/>
                  </a:cubicBezTo>
                  <a:cubicBezTo>
                    <a:pt x="77079" y="24721"/>
                    <a:pt x="77222" y="24721"/>
                    <a:pt x="77294" y="24578"/>
                  </a:cubicBezTo>
                  <a:cubicBezTo>
                    <a:pt x="77437" y="24506"/>
                    <a:pt x="77437" y="24363"/>
                    <a:pt x="77437" y="24220"/>
                  </a:cubicBezTo>
                  <a:lnTo>
                    <a:pt x="77294" y="23361"/>
                  </a:lnTo>
                  <a:lnTo>
                    <a:pt x="77222" y="22932"/>
                  </a:lnTo>
                  <a:cubicBezTo>
                    <a:pt x="77294" y="22789"/>
                    <a:pt x="77294" y="22717"/>
                    <a:pt x="77222" y="22646"/>
                  </a:cubicBezTo>
                  <a:cubicBezTo>
                    <a:pt x="77222" y="22503"/>
                    <a:pt x="77079" y="22359"/>
                    <a:pt x="76936" y="22359"/>
                  </a:cubicBezTo>
                  <a:close/>
                  <a:moveTo>
                    <a:pt x="93754" y="24793"/>
                  </a:moveTo>
                  <a:cubicBezTo>
                    <a:pt x="93039" y="24793"/>
                    <a:pt x="93039" y="25866"/>
                    <a:pt x="93754" y="25866"/>
                  </a:cubicBezTo>
                  <a:lnTo>
                    <a:pt x="95901" y="25723"/>
                  </a:lnTo>
                  <a:cubicBezTo>
                    <a:pt x="96116" y="25723"/>
                    <a:pt x="96259" y="25580"/>
                    <a:pt x="96259" y="25365"/>
                  </a:cubicBezTo>
                  <a:cubicBezTo>
                    <a:pt x="96321" y="25117"/>
                    <a:pt x="96167" y="24922"/>
                    <a:pt x="95985" y="24922"/>
                  </a:cubicBezTo>
                  <a:cubicBezTo>
                    <a:pt x="95958" y="24922"/>
                    <a:pt x="95929" y="24926"/>
                    <a:pt x="95901" y="24936"/>
                  </a:cubicBezTo>
                  <a:lnTo>
                    <a:pt x="93754" y="24793"/>
                  </a:lnTo>
                  <a:close/>
                  <a:moveTo>
                    <a:pt x="27178" y="23399"/>
                  </a:moveTo>
                  <a:cubicBezTo>
                    <a:pt x="27055" y="23399"/>
                    <a:pt x="26928" y="23457"/>
                    <a:pt x="26839" y="23576"/>
                  </a:cubicBezTo>
                  <a:cubicBezTo>
                    <a:pt x="26839" y="23648"/>
                    <a:pt x="26767" y="23719"/>
                    <a:pt x="26767" y="23791"/>
                  </a:cubicBezTo>
                  <a:lnTo>
                    <a:pt x="26696" y="23791"/>
                  </a:lnTo>
                  <a:cubicBezTo>
                    <a:pt x="26338" y="23862"/>
                    <a:pt x="25980" y="24077"/>
                    <a:pt x="25765" y="24292"/>
                  </a:cubicBezTo>
                  <a:cubicBezTo>
                    <a:pt x="25121" y="24793"/>
                    <a:pt x="24548" y="25365"/>
                    <a:pt x="24048" y="26009"/>
                  </a:cubicBezTo>
                  <a:cubicBezTo>
                    <a:pt x="23750" y="26504"/>
                    <a:pt x="24207" y="26965"/>
                    <a:pt x="24659" y="26965"/>
                  </a:cubicBezTo>
                  <a:cubicBezTo>
                    <a:pt x="24860" y="26965"/>
                    <a:pt x="25060" y="26874"/>
                    <a:pt x="25193" y="26653"/>
                  </a:cubicBezTo>
                  <a:cubicBezTo>
                    <a:pt x="25264" y="26582"/>
                    <a:pt x="25336" y="26510"/>
                    <a:pt x="25336" y="26367"/>
                  </a:cubicBezTo>
                  <a:lnTo>
                    <a:pt x="25479" y="26296"/>
                  </a:lnTo>
                  <a:cubicBezTo>
                    <a:pt x="25550" y="26152"/>
                    <a:pt x="25694" y="26009"/>
                    <a:pt x="25837" y="25938"/>
                  </a:cubicBezTo>
                  <a:cubicBezTo>
                    <a:pt x="26123" y="25651"/>
                    <a:pt x="26409" y="25437"/>
                    <a:pt x="26624" y="25151"/>
                  </a:cubicBezTo>
                  <a:lnTo>
                    <a:pt x="26839" y="24936"/>
                  </a:lnTo>
                  <a:lnTo>
                    <a:pt x="26910" y="24864"/>
                  </a:lnTo>
                  <a:lnTo>
                    <a:pt x="27196" y="24721"/>
                  </a:lnTo>
                  <a:cubicBezTo>
                    <a:pt x="27340" y="24578"/>
                    <a:pt x="27483" y="24506"/>
                    <a:pt x="27554" y="24363"/>
                  </a:cubicBezTo>
                  <a:cubicBezTo>
                    <a:pt x="27626" y="24220"/>
                    <a:pt x="27626" y="24149"/>
                    <a:pt x="27626" y="24077"/>
                  </a:cubicBezTo>
                  <a:lnTo>
                    <a:pt x="27626" y="24005"/>
                  </a:lnTo>
                  <a:cubicBezTo>
                    <a:pt x="27626" y="23934"/>
                    <a:pt x="27626" y="23791"/>
                    <a:pt x="27554" y="23719"/>
                  </a:cubicBezTo>
                  <a:cubicBezTo>
                    <a:pt x="27513" y="23511"/>
                    <a:pt x="27349" y="23399"/>
                    <a:pt x="27178" y="23399"/>
                  </a:cubicBezTo>
                  <a:close/>
                  <a:moveTo>
                    <a:pt x="72642" y="26671"/>
                  </a:moveTo>
                  <a:cubicBezTo>
                    <a:pt x="72588" y="26671"/>
                    <a:pt x="72534" y="26689"/>
                    <a:pt x="72499" y="26725"/>
                  </a:cubicBezTo>
                  <a:cubicBezTo>
                    <a:pt x="72356" y="26940"/>
                    <a:pt x="72141" y="27154"/>
                    <a:pt x="71926" y="27369"/>
                  </a:cubicBezTo>
                  <a:lnTo>
                    <a:pt x="71783" y="27441"/>
                  </a:lnTo>
                  <a:cubicBezTo>
                    <a:pt x="71711" y="27441"/>
                    <a:pt x="71568" y="27512"/>
                    <a:pt x="71497" y="27512"/>
                  </a:cubicBezTo>
                  <a:cubicBezTo>
                    <a:pt x="71354" y="27512"/>
                    <a:pt x="71282" y="27584"/>
                    <a:pt x="71210" y="27727"/>
                  </a:cubicBezTo>
                  <a:cubicBezTo>
                    <a:pt x="71210" y="27799"/>
                    <a:pt x="71210" y="27942"/>
                    <a:pt x="71210" y="28085"/>
                  </a:cubicBezTo>
                  <a:cubicBezTo>
                    <a:pt x="71282" y="28156"/>
                    <a:pt x="71354" y="28228"/>
                    <a:pt x="71497" y="28299"/>
                  </a:cubicBezTo>
                  <a:cubicBezTo>
                    <a:pt x="71533" y="28335"/>
                    <a:pt x="71586" y="28353"/>
                    <a:pt x="71649" y="28353"/>
                  </a:cubicBezTo>
                  <a:cubicBezTo>
                    <a:pt x="71711" y="28353"/>
                    <a:pt x="71783" y="28335"/>
                    <a:pt x="71855" y="28299"/>
                  </a:cubicBezTo>
                  <a:cubicBezTo>
                    <a:pt x="72141" y="28156"/>
                    <a:pt x="72356" y="27942"/>
                    <a:pt x="72499" y="27727"/>
                  </a:cubicBezTo>
                  <a:cubicBezTo>
                    <a:pt x="72642" y="27441"/>
                    <a:pt x="72713" y="27226"/>
                    <a:pt x="72857" y="27011"/>
                  </a:cubicBezTo>
                  <a:cubicBezTo>
                    <a:pt x="72857" y="26868"/>
                    <a:pt x="72857" y="26797"/>
                    <a:pt x="72785" y="26725"/>
                  </a:cubicBezTo>
                  <a:cubicBezTo>
                    <a:pt x="72749" y="26689"/>
                    <a:pt x="72696" y="26671"/>
                    <a:pt x="72642" y="26671"/>
                  </a:cubicBezTo>
                  <a:close/>
                  <a:moveTo>
                    <a:pt x="87671" y="26582"/>
                  </a:moveTo>
                  <a:cubicBezTo>
                    <a:pt x="87456" y="26582"/>
                    <a:pt x="87242" y="26582"/>
                    <a:pt x="87027" y="26725"/>
                  </a:cubicBezTo>
                  <a:cubicBezTo>
                    <a:pt x="86812" y="26797"/>
                    <a:pt x="86669" y="27011"/>
                    <a:pt x="86597" y="27226"/>
                  </a:cubicBezTo>
                  <a:cubicBezTo>
                    <a:pt x="86597" y="27441"/>
                    <a:pt x="86597" y="27655"/>
                    <a:pt x="86741" y="27870"/>
                  </a:cubicBezTo>
                  <a:cubicBezTo>
                    <a:pt x="86812" y="28085"/>
                    <a:pt x="87027" y="28156"/>
                    <a:pt x="87242" y="28228"/>
                  </a:cubicBezTo>
                  <a:cubicBezTo>
                    <a:pt x="87599" y="28299"/>
                    <a:pt x="87957" y="28443"/>
                    <a:pt x="88315" y="28586"/>
                  </a:cubicBezTo>
                  <a:lnTo>
                    <a:pt x="88172" y="28514"/>
                  </a:lnTo>
                  <a:lnTo>
                    <a:pt x="88172" y="28514"/>
                  </a:lnTo>
                  <a:cubicBezTo>
                    <a:pt x="88458" y="28657"/>
                    <a:pt x="88816" y="28801"/>
                    <a:pt x="89174" y="28944"/>
                  </a:cubicBezTo>
                  <a:cubicBezTo>
                    <a:pt x="89245" y="29015"/>
                    <a:pt x="89389" y="29015"/>
                    <a:pt x="89532" y="29087"/>
                  </a:cubicBezTo>
                  <a:lnTo>
                    <a:pt x="90033" y="29087"/>
                  </a:lnTo>
                  <a:cubicBezTo>
                    <a:pt x="90176" y="29015"/>
                    <a:pt x="90247" y="29015"/>
                    <a:pt x="90391" y="28944"/>
                  </a:cubicBezTo>
                  <a:cubicBezTo>
                    <a:pt x="90677" y="28729"/>
                    <a:pt x="90677" y="28299"/>
                    <a:pt x="90462" y="28085"/>
                  </a:cubicBezTo>
                  <a:lnTo>
                    <a:pt x="90391" y="27942"/>
                  </a:lnTo>
                  <a:cubicBezTo>
                    <a:pt x="90247" y="27870"/>
                    <a:pt x="90104" y="27799"/>
                    <a:pt x="89961" y="27727"/>
                  </a:cubicBezTo>
                  <a:lnTo>
                    <a:pt x="89746" y="27655"/>
                  </a:lnTo>
                  <a:cubicBezTo>
                    <a:pt x="89532" y="27584"/>
                    <a:pt x="89389" y="27441"/>
                    <a:pt x="89174" y="27298"/>
                  </a:cubicBezTo>
                  <a:cubicBezTo>
                    <a:pt x="88745" y="26940"/>
                    <a:pt x="88244" y="26725"/>
                    <a:pt x="87671" y="26582"/>
                  </a:cubicBezTo>
                  <a:close/>
                  <a:moveTo>
                    <a:pt x="108663" y="30509"/>
                  </a:moveTo>
                  <a:cubicBezTo>
                    <a:pt x="107803" y="30509"/>
                    <a:pt x="107822" y="31952"/>
                    <a:pt x="108721" y="31952"/>
                  </a:cubicBezTo>
                  <a:cubicBezTo>
                    <a:pt x="108741" y="31952"/>
                    <a:pt x="108762" y="31951"/>
                    <a:pt x="108783" y="31949"/>
                  </a:cubicBezTo>
                  <a:cubicBezTo>
                    <a:pt x="109284" y="31949"/>
                    <a:pt x="109785" y="31878"/>
                    <a:pt x="110286" y="31878"/>
                  </a:cubicBezTo>
                  <a:lnTo>
                    <a:pt x="111575" y="31592"/>
                  </a:lnTo>
                  <a:cubicBezTo>
                    <a:pt x="112076" y="31592"/>
                    <a:pt x="112076" y="30804"/>
                    <a:pt x="111575" y="30804"/>
                  </a:cubicBezTo>
                  <a:lnTo>
                    <a:pt x="110286" y="30590"/>
                  </a:lnTo>
                  <a:cubicBezTo>
                    <a:pt x="109785" y="30518"/>
                    <a:pt x="109284" y="30518"/>
                    <a:pt x="108783" y="30518"/>
                  </a:cubicBezTo>
                  <a:cubicBezTo>
                    <a:pt x="108742" y="30512"/>
                    <a:pt x="108702" y="30509"/>
                    <a:pt x="108663" y="30509"/>
                  </a:cubicBezTo>
                  <a:close/>
                  <a:moveTo>
                    <a:pt x="91679" y="31663"/>
                  </a:moveTo>
                  <a:cubicBezTo>
                    <a:pt x="90813" y="31663"/>
                    <a:pt x="90939" y="32902"/>
                    <a:pt x="91709" y="32902"/>
                  </a:cubicBezTo>
                  <a:cubicBezTo>
                    <a:pt x="91767" y="32902"/>
                    <a:pt x="91829" y="32895"/>
                    <a:pt x="91893" y="32880"/>
                  </a:cubicBezTo>
                  <a:lnTo>
                    <a:pt x="92108" y="32808"/>
                  </a:lnTo>
                  <a:lnTo>
                    <a:pt x="92394" y="32808"/>
                  </a:lnTo>
                  <a:cubicBezTo>
                    <a:pt x="92538" y="32880"/>
                    <a:pt x="92681" y="32880"/>
                    <a:pt x="92824" y="32951"/>
                  </a:cubicBezTo>
                  <a:cubicBezTo>
                    <a:pt x="93110" y="33023"/>
                    <a:pt x="93468" y="33095"/>
                    <a:pt x="93826" y="33095"/>
                  </a:cubicBezTo>
                  <a:cubicBezTo>
                    <a:pt x="94255" y="33095"/>
                    <a:pt x="94327" y="32450"/>
                    <a:pt x="93826" y="32379"/>
                  </a:cubicBezTo>
                  <a:lnTo>
                    <a:pt x="93826" y="32379"/>
                  </a:lnTo>
                  <a:lnTo>
                    <a:pt x="93897" y="32450"/>
                  </a:lnTo>
                  <a:lnTo>
                    <a:pt x="93683" y="32450"/>
                  </a:lnTo>
                  <a:cubicBezTo>
                    <a:pt x="93611" y="32379"/>
                    <a:pt x="93468" y="32379"/>
                    <a:pt x="93396" y="32307"/>
                  </a:cubicBezTo>
                  <a:cubicBezTo>
                    <a:pt x="93253" y="32236"/>
                    <a:pt x="93110" y="32093"/>
                    <a:pt x="92967" y="32021"/>
                  </a:cubicBezTo>
                  <a:cubicBezTo>
                    <a:pt x="92609" y="31735"/>
                    <a:pt x="92108" y="31663"/>
                    <a:pt x="91679" y="31663"/>
                  </a:cubicBezTo>
                  <a:close/>
                  <a:moveTo>
                    <a:pt x="37809" y="30658"/>
                  </a:moveTo>
                  <a:cubicBezTo>
                    <a:pt x="37633" y="30658"/>
                    <a:pt x="37451" y="30737"/>
                    <a:pt x="37359" y="30876"/>
                  </a:cubicBezTo>
                  <a:cubicBezTo>
                    <a:pt x="37216" y="31162"/>
                    <a:pt x="37359" y="31448"/>
                    <a:pt x="37574" y="31592"/>
                  </a:cubicBezTo>
                  <a:cubicBezTo>
                    <a:pt x="38289" y="32021"/>
                    <a:pt x="39077" y="32307"/>
                    <a:pt x="39721" y="32737"/>
                  </a:cubicBezTo>
                  <a:cubicBezTo>
                    <a:pt x="39864" y="32808"/>
                    <a:pt x="39935" y="32951"/>
                    <a:pt x="40079" y="33023"/>
                  </a:cubicBezTo>
                  <a:cubicBezTo>
                    <a:pt x="40222" y="33166"/>
                    <a:pt x="40365" y="33238"/>
                    <a:pt x="40508" y="33381"/>
                  </a:cubicBezTo>
                  <a:cubicBezTo>
                    <a:pt x="40794" y="33595"/>
                    <a:pt x="41152" y="33667"/>
                    <a:pt x="41510" y="33667"/>
                  </a:cubicBezTo>
                  <a:cubicBezTo>
                    <a:pt x="41533" y="33670"/>
                    <a:pt x="41555" y="33671"/>
                    <a:pt x="41576" y="33671"/>
                  </a:cubicBezTo>
                  <a:cubicBezTo>
                    <a:pt x="42087" y="33671"/>
                    <a:pt x="42131" y="32877"/>
                    <a:pt x="41582" y="32808"/>
                  </a:cubicBezTo>
                  <a:lnTo>
                    <a:pt x="41582" y="32808"/>
                  </a:lnTo>
                  <a:lnTo>
                    <a:pt x="41582" y="32880"/>
                  </a:lnTo>
                  <a:cubicBezTo>
                    <a:pt x="41438" y="32808"/>
                    <a:pt x="41367" y="32737"/>
                    <a:pt x="41224" y="32665"/>
                  </a:cubicBezTo>
                  <a:lnTo>
                    <a:pt x="41081" y="32594"/>
                  </a:lnTo>
                  <a:lnTo>
                    <a:pt x="40937" y="32522"/>
                  </a:lnTo>
                  <a:cubicBezTo>
                    <a:pt x="40651" y="32307"/>
                    <a:pt x="40436" y="32093"/>
                    <a:pt x="40150" y="31878"/>
                  </a:cubicBezTo>
                  <a:cubicBezTo>
                    <a:pt x="39506" y="31448"/>
                    <a:pt x="38719" y="31162"/>
                    <a:pt x="38075" y="30733"/>
                  </a:cubicBezTo>
                  <a:cubicBezTo>
                    <a:pt x="37999" y="30682"/>
                    <a:pt x="37905" y="30658"/>
                    <a:pt x="37809" y="30658"/>
                  </a:cubicBezTo>
                  <a:close/>
                  <a:moveTo>
                    <a:pt x="70583" y="32209"/>
                  </a:moveTo>
                  <a:cubicBezTo>
                    <a:pt x="70531" y="32209"/>
                    <a:pt x="70477" y="32218"/>
                    <a:pt x="70423" y="32236"/>
                  </a:cubicBezTo>
                  <a:cubicBezTo>
                    <a:pt x="70209" y="32307"/>
                    <a:pt x="70065" y="32450"/>
                    <a:pt x="70065" y="32665"/>
                  </a:cubicBezTo>
                  <a:lnTo>
                    <a:pt x="70065" y="32737"/>
                  </a:lnTo>
                  <a:lnTo>
                    <a:pt x="70065" y="32880"/>
                  </a:lnTo>
                  <a:cubicBezTo>
                    <a:pt x="70065" y="32951"/>
                    <a:pt x="70065" y="33095"/>
                    <a:pt x="70065" y="33166"/>
                  </a:cubicBezTo>
                  <a:cubicBezTo>
                    <a:pt x="70065" y="33166"/>
                    <a:pt x="70065" y="33166"/>
                    <a:pt x="70065" y="33238"/>
                  </a:cubicBezTo>
                  <a:cubicBezTo>
                    <a:pt x="70065" y="33309"/>
                    <a:pt x="70065" y="33381"/>
                    <a:pt x="70065" y="33381"/>
                  </a:cubicBezTo>
                  <a:cubicBezTo>
                    <a:pt x="70065" y="33452"/>
                    <a:pt x="69994" y="33524"/>
                    <a:pt x="69994" y="33595"/>
                  </a:cubicBezTo>
                  <a:cubicBezTo>
                    <a:pt x="69994" y="33739"/>
                    <a:pt x="69922" y="33810"/>
                    <a:pt x="69922" y="33882"/>
                  </a:cubicBezTo>
                  <a:lnTo>
                    <a:pt x="69851" y="33953"/>
                  </a:lnTo>
                  <a:cubicBezTo>
                    <a:pt x="69779" y="34168"/>
                    <a:pt x="69708" y="34311"/>
                    <a:pt x="69636" y="34454"/>
                  </a:cubicBezTo>
                  <a:cubicBezTo>
                    <a:pt x="69493" y="34669"/>
                    <a:pt x="69493" y="34812"/>
                    <a:pt x="69564" y="34955"/>
                  </a:cubicBezTo>
                  <a:cubicBezTo>
                    <a:pt x="69564" y="35098"/>
                    <a:pt x="69708" y="35242"/>
                    <a:pt x="69851" y="35313"/>
                  </a:cubicBezTo>
                  <a:cubicBezTo>
                    <a:pt x="69952" y="35364"/>
                    <a:pt x="70053" y="35414"/>
                    <a:pt x="70154" y="35414"/>
                  </a:cubicBezTo>
                  <a:cubicBezTo>
                    <a:pt x="70196" y="35414"/>
                    <a:pt x="70238" y="35406"/>
                    <a:pt x="70280" y="35385"/>
                  </a:cubicBezTo>
                  <a:cubicBezTo>
                    <a:pt x="70423" y="35385"/>
                    <a:pt x="70566" y="35242"/>
                    <a:pt x="70710" y="35098"/>
                  </a:cubicBezTo>
                  <a:cubicBezTo>
                    <a:pt x="70853" y="34741"/>
                    <a:pt x="70996" y="34311"/>
                    <a:pt x="71139" y="33882"/>
                  </a:cubicBezTo>
                  <a:cubicBezTo>
                    <a:pt x="71210" y="33667"/>
                    <a:pt x="71282" y="33452"/>
                    <a:pt x="71282" y="33238"/>
                  </a:cubicBezTo>
                  <a:cubicBezTo>
                    <a:pt x="71210" y="33095"/>
                    <a:pt x="71210" y="32951"/>
                    <a:pt x="71067" y="32808"/>
                  </a:cubicBezTo>
                  <a:lnTo>
                    <a:pt x="71139" y="32808"/>
                  </a:lnTo>
                  <a:cubicBezTo>
                    <a:pt x="71067" y="32665"/>
                    <a:pt x="70996" y="32522"/>
                    <a:pt x="70996" y="32450"/>
                  </a:cubicBezTo>
                  <a:cubicBezTo>
                    <a:pt x="70888" y="32289"/>
                    <a:pt x="70741" y="32209"/>
                    <a:pt x="70583" y="32209"/>
                  </a:cubicBezTo>
                  <a:close/>
                  <a:moveTo>
                    <a:pt x="74851" y="32218"/>
                  </a:moveTo>
                  <a:cubicBezTo>
                    <a:pt x="74735" y="32218"/>
                    <a:pt x="74610" y="32271"/>
                    <a:pt x="74503" y="32379"/>
                  </a:cubicBezTo>
                  <a:cubicBezTo>
                    <a:pt x="74359" y="32594"/>
                    <a:pt x="74359" y="32880"/>
                    <a:pt x="74503" y="33023"/>
                  </a:cubicBezTo>
                  <a:cubicBezTo>
                    <a:pt x="74574" y="33095"/>
                    <a:pt x="74574" y="33166"/>
                    <a:pt x="74646" y="33166"/>
                  </a:cubicBezTo>
                  <a:lnTo>
                    <a:pt x="74717" y="33238"/>
                  </a:lnTo>
                  <a:cubicBezTo>
                    <a:pt x="74789" y="33381"/>
                    <a:pt x="74860" y="33524"/>
                    <a:pt x="74932" y="33595"/>
                  </a:cubicBezTo>
                  <a:cubicBezTo>
                    <a:pt x="75075" y="33810"/>
                    <a:pt x="75147" y="34096"/>
                    <a:pt x="75290" y="34311"/>
                  </a:cubicBezTo>
                  <a:cubicBezTo>
                    <a:pt x="75361" y="34597"/>
                    <a:pt x="75505" y="34812"/>
                    <a:pt x="75648" y="35027"/>
                  </a:cubicBezTo>
                  <a:cubicBezTo>
                    <a:pt x="75791" y="35242"/>
                    <a:pt x="76006" y="35456"/>
                    <a:pt x="76292" y="35599"/>
                  </a:cubicBezTo>
                  <a:cubicBezTo>
                    <a:pt x="76318" y="35626"/>
                    <a:pt x="76352" y="35637"/>
                    <a:pt x="76387" y="35637"/>
                  </a:cubicBezTo>
                  <a:cubicBezTo>
                    <a:pt x="76547" y="35637"/>
                    <a:pt x="76753" y="35404"/>
                    <a:pt x="76578" y="35170"/>
                  </a:cubicBezTo>
                  <a:lnTo>
                    <a:pt x="76650" y="35170"/>
                  </a:lnTo>
                  <a:cubicBezTo>
                    <a:pt x="76578" y="35027"/>
                    <a:pt x="76506" y="34955"/>
                    <a:pt x="76435" y="34812"/>
                  </a:cubicBezTo>
                  <a:lnTo>
                    <a:pt x="76363" y="34741"/>
                  </a:lnTo>
                  <a:lnTo>
                    <a:pt x="76292" y="34526"/>
                  </a:lnTo>
                  <a:lnTo>
                    <a:pt x="76149" y="34168"/>
                  </a:lnTo>
                  <a:lnTo>
                    <a:pt x="76149" y="34025"/>
                  </a:lnTo>
                  <a:lnTo>
                    <a:pt x="76077" y="33882"/>
                  </a:lnTo>
                  <a:cubicBezTo>
                    <a:pt x="75862" y="33309"/>
                    <a:pt x="75576" y="32808"/>
                    <a:pt x="75147" y="32379"/>
                  </a:cubicBezTo>
                  <a:cubicBezTo>
                    <a:pt x="75075" y="32271"/>
                    <a:pt x="74968" y="32218"/>
                    <a:pt x="74851" y="32218"/>
                  </a:cubicBezTo>
                  <a:close/>
                  <a:moveTo>
                    <a:pt x="23133" y="35858"/>
                  </a:moveTo>
                  <a:cubicBezTo>
                    <a:pt x="23056" y="35858"/>
                    <a:pt x="22979" y="35866"/>
                    <a:pt x="22902" y="35886"/>
                  </a:cubicBezTo>
                  <a:cubicBezTo>
                    <a:pt x="22688" y="35957"/>
                    <a:pt x="22473" y="36029"/>
                    <a:pt x="22330" y="36172"/>
                  </a:cubicBezTo>
                  <a:cubicBezTo>
                    <a:pt x="21972" y="36458"/>
                    <a:pt x="21614" y="36744"/>
                    <a:pt x="21400" y="37102"/>
                  </a:cubicBezTo>
                  <a:cubicBezTo>
                    <a:pt x="21256" y="37245"/>
                    <a:pt x="21256" y="37460"/>
                    <a:pt x="21328" y="37675"/>
                  </a:cubicBezTo>
                  <a:cubicBezTo>
                    <a:pt x="21384" y="37956"/>
                    <a:pt x="21617" y="38149"/>
                    <a:pt x="21889" y="38149"/>
                  </a:cubicBezTo>
                  <a:cubicBezTo>
                    <a:pt x="21962" y="38149"/>
                    <a:pt x="22039" y="38135"/>
                    <a:pt x="22115" y="38104"/>
                  </a:cubicBezTo>
                  <a:cubicBezTo>
                    <a:pt x="22330" y="38033"/>
                    <a:pt x="22473" y="37961"/>
                    <a:pt x="22545" y="37818"/>
                  </a:cubicBezTo>
                  <a:lnTo>
                    <a:pt x="22616" y="37746"/>
                  </a:lnTo>
                  <a:cubicBezTo>
                    <a:pt x="22759" y="37532"/>
                    <a:pt x="22902" y="37389"/>
                    <a:pt x="23046" y="37245"/>
                  </a:cubicBezTo>
                  <a:cubicBezTo>
                    <a:pt x="23117" y="37174"/>
                    <a:pt x="23260" y="37102"/>
                    <a:pt x="23403" y="37102"/>
                  </a:cubicBezTo>
                  <a:lnTo>
                    <a:pt x="23475" y="37102"/>
                  </a:lnTo>
                  <a:cubicBezTo>
                    <a:pt x="23547" y="37031"/>
                    <a:pt x="23547" y="36959"/>
                    <a:pt x="23618" y="36959"/>
                  </a:cubicBezTo>
                  <a:lnTo>
                    <a:pt x="23690" y="36888"/>
                  </a:lnTo>
                  <a:lnTo>
                    <a:pt x="23761" y="36888"/>
                  </a:lnTo>
                  <a:cubicBezTo>
                    <a:pt x="23904" y="36744"/>
                    <a:pt x="24048" y="36601"/>
                    <a:pt x="23976" y="36387"/>
                  </a:cubicBezTo>
                  <a:cubicBezTo>
                    <a:pt x="23976" y="36243"/>
                    <a:pt x="23904" y="36100"/>
                    <a:pt x="23761" y="36029"/>
                  </a:cubicBezTo>
                  <a:cubicBezTo>
                    <a:pt x="23552" y="35924"/>
                    <a:pt x="23342" y="35858"/>
                    <a:pt x="23133" y="35858"/>
                  </a:cubicBezTo>
                  <a:close/>
                  <a:moveTo>
                    <a:pt x="87998" y="34798"/>
                  </a:moveTo>
                  <a:cubicBezTo>
                    <a:pt x="87961" y="34798"/>
                    <a:pt x="87923" y="34803"/>
                    <a:pt x="87886" y="34812"/>
                  </a:cubicBezTo>
                  <a:cubicBezTo>
                    <a:pt x="87599" y="34955"/>
                    <a:pt x="87385" y="35242"/>
                    <a:pt x="87456" y="35528"/>
                  </a:cubicBezTo>
                  <a:cubicBezTo>
                    <a:pt x="87599" y="36172"/>
                    <a:pt x="87886" y="36816"/>
                    <a:pt x="88387" y="37317"/>
                  </a:cubicBezTo>
                  <a:cubicBezTo>
                    <a:pt x="88888" y="37675"/>
                    <a:pt x="89389" y="38033"/>
                    <a:pt x="89961" y="38319"/>
                  </a:cubicBezTo>
                  <a:cubicBezTo>
                    <a:pt x="90004" y="38336"/>
                    <a:pt x="90047" y="38344"/>
                    <a:pt x="90087" y="38344"/>
                  </a:cubicBezTo>
                  <a:cubicBezTo>
                    <a:pt x="90380" y="38344"/>
                    <a:pt x="90571" y="37927"/>
                    <a:pt x="90319" y="37675"/>
                  </a:cubicBezTo>
                  <a:lnTo>
                    <a:pt x="90391" y="37675"/>
                  </a:lnTo>
                  <a:cubicBezTo>
                    <a:pt x="90104" y="37460"/>
                    <a:pt x="89890" y="37245"/>
                    <a:pt x="89675" y="37031"/>
                  </a:cubicBezTo>
                  <a:cubicBezTo>
                    <a:pt x="89460" y="36816"/>
                    <a:pt x="89317" y="36744"/>
                    <a:pt x="89102" y="36530"/>
                  </a:cubicBezTo>
                  <a:lnTo>
                    <a:pt x="88959" y="36387"/>
                  </a:lnTo>
                  <a:cubicBezTo>
                    <a:pt x="88888" y="36315"/>
                    <a:pt x="88888" y="36243"/>
                    <a:pt x="88816" y="36100"/>
                  </a:cubicBezTo>
                  <a:cubicBezTo>
                    <a:pt x="88816" y="36100"/>
                    <a:pt x="88745" y="36029"/>
                    <a:pt x="88745" y="36029"/>
                  </a:cubicBezTo>
                  <a:cubicBezTo>
                    <a:pt x="88745" y="35957"/>
                    <a:pt x="88745" y="35886"/>
                    <a:pt x="88673" y="35743"/>
                  </a:cubicBezTo>
                  <a:cubicBezTo>
                    <a:pt x="88601" y="35671"/>
                    <a:pt x="88601" y="35385"/>
                    <a:pt x="88530" y="35242"/>
                  </a:cubicBezTo>
                  <a:cubicBezTo>
                    <a:pt x="88468" y="34993"/>
                    <a:pt x="88244" y="34798"/>
                    <a:pt x="87998" y="34798"/>
                  </a:cubicBezTo>
                  <a:close/>
                  <a:moveTo>
                    <a:pt x="118618" y="37628"/>
                  </a:moveTo>
                  <a:cubicBezTo>
                    <a:pt x="118564" y="37628"/>
                    <a:pt x="118504" y="37645"/>
                    <a:pt x="118445" y="37675"/>
                  </a:cubicBezTo>
                  <a:cubicBezTo>
                    <a:pt x="118230" y="37818"/>
                    <a:pt x="118087" y="37961"/>
                    <a:pt x="117944" y="38104"/>
                  </a:cubicBezTo>
                  <a:lnTo>
                    <a:pt x="117515" y="38462"/>
                  </a:lnTo>
                  <a:lnTo>
                    <a:pt x="116727" y="39249"/>
                  </a:lnTo>
                  <a:cubicBezTo>
                    <a:pt x="116449" y="39527"/>
                    <a:pt x="116733" y="39935"/>
                    <a:pt x="117041" y="39935"/>
                  </a:cubicBezTo>
                  <a:cubicBezTo>
                    <a:pt x="117130" y="39935"/>
                    <a:pt x="117220" y="39902"/>
                    <a:pt x="117300" y="39822"/>
                  </a:cubicBezTo>
                  <a:lnTo>
                    <a:pt x="118087" y="39035"/>
                  </a:lnTo>
                  <a:cubicBezTo>
                    <a:pt x="118230" y="38892"/>
                    <a:pt x="118302" y="38748"/>
                    <a:pt x="118445" y="38605"/>
                  </a:cubicBezTo>
                  <a:cubicBezTo>
                    <a:pt x="118588" y="38462"/>
                    <a:pt x="118731" y="38319"/>
                    <a:pt x="118874" y="38104"/>
                  </a:cubicBezTo>
                  <a:cubicBezTo>
                    <a:pt x="118946" y="37961"/>
                    <a:pt x="118874" y="37818"/>
                    <a:pt x="118803" y="37746"/>
                  </a:cubicBezTo>
                  <a:cubicBezTo>
                    <a:pt x="118761" y="37663"/>
                    <a:pt x="118694" y="37628"/>
                    <a:pt x="118618" y="37628"/>
                  </a:cubicBezTo>
                  <a:close/>
                  <a:moveTo>
                    <a:pt x="141347" y="41683"/>
                  </a:moveTo>
                  <a:lnTo>
                    <a:pt x="141347" y="41683"/>
                  </a:lnTo>
                  <a:cubicBezTo>
                    <a:pt x="141323" y="41730"/>
                    <a:pt x="141299" y="41770"/>
                    <a:pt x="141278" y="41805"/>
                  </a:cubicBezTo>
                  <a:lnTo>
                    <a:pt x="141278" y="41805"/>
                  </a:lnTo>
                  <a:cubicBezTo>
                    <a:pt x="141283" y="41778"/>
                    <a:pt x="141299" y="41730"/>
                    <a:pt x="141347" y="41683"/>
                  </a:cubicBezTo>
                  <a:close/>
                  <a:moveTo>
                    <a:pt x="141991" y="40967"/>
                  </a:moveTo>
                  <a:cubicBezTo>
                    <a:pt x="141704" y="40967"/>
                    <a:pt x="141490" y="41110"/>
                    <a:pt x="141418" y="41396"/>
                  </a:cubicBezTo>
                  <a:lnTo>
                    <a:pt x="141418" y="41540"/>
                  </a:lnTo>
                  <a:cubicBezTo>
                    <a:pt x="141353" y="41605"/>
                    <a:pt x="141287" y="41731"/>
                    <a:pt x="141276" y="41807"/>
                  </a:cubicBezTo>
                  <a:lnTo>
                    <a:pt x="141276" y="41807"/>
                  </a:lnTo>
                  <a:cubicBezTo>
                    <a:pt x="141235" y="41874"/>
                    <a:pt x="141203" y="41922"/>
                    <a:pt x="141203" y="41969"/>
                  </a:cubicBezTo>
                  <a:cubicBezTo>
                    <a:pt x="141060" y="42040"/>
                    <a:pt x="140989" y="42184"/>
                    <a:pt x="140846" y="42255"/>
                  </a:cubicBezTo>
                  <a:cubicBezTo>
                    <a:pt x="140416" y="42541"/>
                    <a:pt x="139987" y="42828"/>
                    <a:pt x="139557" y="43042"/>
                  </a:cubicBezTo>
                  <a:cubicBezTo>
                    <a:pt x="139271" y="43186"/>
                    <a:pt x="139128" y="43615"/>
                    <a:pt x="139343" y="43901"/>
                  </a:cubicBezTo>
                  <a:cubicBezTo>
                    <a:pt x="139438" y="44092"/>
                    <a:pt x="139661" y="44219"/>
                    <a:pt x="139883" y="44219"/>
                  </a:cubicBezTo>
                  <a:cubicBezTo>
                    <a:pt x="139995" y="44219"/>
                    <a:pt x="140106" y="44188"/>
                    <a:pt x="140202" y="44116"/>
                  </a:cubicBezTo>
                  <a:cubicBezTo>
                    <a:pt x="140631" y="43973"/>
                    <a:pt x="140989" y="43758"/>
                    <a:pt x="141347" y="43543"/>
                  </a:cubicBezTo>
                  <a:cubicBezTo>
                    <a:pt x="141776" y="43257"/>
                    <a:pt x="142205" y="42899"/>
                    <a:pt x="142420" y="42470"/>
                  </a:cubicBezTo>
                  <a:cubicBezTo>
                    <a:pt x="142563" y="42255"/>
                    <a:pt x="142635" y="42040"/>
                    <a:pt x="142635" y="41826"/>
                  </a:cubicBezTo>
                  <a:cubicBezTo>
                    <a:pt x="142635" y="41683"/>
                    <a:pt x="142563" y="41468"/>
                    <a:pt x="142492" y="41325"/>
                  </a:cubicBezTo>
                  <a:lnTo>
                    <a:pt x="142492" y="41396"/>
                  </a:lnTo>
                  <a:cubicBezTo>
                    <a:pt x="142420" y="41110"/>
                    <a:pt x="142205" y="40967"/>
                    <a:pt x="141991" y="40967"/>
                  </a:cubicBezTo>
                  <a:close/>
                  <a:moveTo>
                    <a:pt x="165545" y="42810"/>
                  </a:moveTo>
                  <a:cubicBezTo>
                    <a:pt x="165429" y="42810"/>
                    <a:pt x="165322" y="42864"/>
                    <a:pt x="165250" y="42971"/>
                  </a:cubicBezTo>
                  <a:lnTo>
                    <a:pt x="164678" y="43400"/>
                  </a:lnTo>
                  <a:cubicBezTo>
                    <a:pt x="164463" y="43615"/>
                    <a:pt x="164320" y="43758"/>
                    <a:pt x="164105" y="43973"/>
                  </a:cubicBezTo>
                  <a:lnTo>
                    <a:pt x="163032" y="44975"/>
                  </a:lnTo>
                  <a:cubicBezTo>
                    <a:pt x="162817" y="45189"/>
                    <a:pt x="162817" y="45547"/>
                    <a:pt x="163032" y="45762"/>
                  </a:cubicBezTo>
                  <a:cubicBezTo>
                    <a:pt x="163139" y="45869"/>
                    <a:pt x="163282" y="45923"/>
                    <a:pt x="163425" y="45923"/>
                  </a:cubicBezTo>
                  <a:cubicBezTo>
                    <a:pt x="163568" y="45923"/>
                    <a:pt x="163711" y="45869"/>
                    <a:pt x="163819" y="45762"/>
                  </a:cubicBezTo>
                  <a:lnTo>
                    <a:pt x="164892" y="44688"/>
                  </a:lnTo>
                  <a:cubicBezTo>
                    <a:pt x="165035" y="44545"/>
                    <a:pt x="165250" y="44331"/>
                    <a:pt x="165393" y="44188"/>
                  </a:cubicBezTo>
                  <a:lnTo>
                    <a:pt x="165894" y="43615"/>
                  </a:lnTo>
                  <a:cubicBezTo>
                    <a:pt x="166037" y="43400"/>
                    <a:pt x="166037" y="43114"/>
                    <a:pt x="165894" y="42899"/>
                  </a:cubicBezTo>
                  <a:lnTo>
                    <a:pt x="165894" y="42971"/>
                  </a:lnTo>
                  <a:cubicBezTo>
                    <a:pt x="165787" y="42864"/>
                    <a:pt x="165662" y="42810"/>
                    <a:pt x="165545" y="42810"/>
                  </a:cubicBezTo>
                  <a:close/>
                  <a:moveTo>
                    <a:pt x="62126" y="44377"/>
                  </a:moveTo>
                  <a:cubicBezTo>
                    <a:pt x="62079" y="44377"/>
                    <a:pt x="62030" y="44385"/>
                    <a:pt x="61978" y="44402"/>
                  </a:cubicBezTo>
                  <a:cubicBezTo>
                    <a:pt x="61549" y="44545"/>
                    <a:pt x="61191" y="44760"/>
                    <a:pt x="60833" y="45046"/>
                  </a:cubicBezTo>
                  <a:lnTo>
                    <a:pt x="60404" y="45404"/>
                  </a:lnTo>
                  <a:cubicBezTo>
                    <a:pt x="60261" y="45476"/>
                    <a:pt x="60118" y="45547"/>
                    <a:pt x="60046" y="45690"/>
                  </a:cubicBezTo>
                  <a:lnTo>
                    <a:pt x="59974" y="45762"/>
                  </a:lnTo>
                  <a:cubicBezTo>
                    <a:pt x="59831" y="45834"/>
                    <a:pt x="59688" y="45905"/>
                    <a:pt x="59545" y="46048"/>
                  </a:cubicBezTo>
                  <a:lnTo>
                    <a:pt x="59402" y="46048"/>
                  </a:lnTo>
                  <a:lnTo>
                    <a:pt x="59116" y="46191"/>
                  </a:lnTo>
                  <a:lnTo>
                    <a:pt x="58686" y="46191"/>
                  </a:lnTo>
                  <a:cubicBezTo>
                    <a:pt x="58543" y="46227"/>
                    <a:pt x="58400" y="46245"/>
                    <a:pt x="58257" y="46245"/>
                  </a:cubicBezTo>
                  <a:cubicBezTo>
                    <a:pt x="58114" y="46245"/>
                    <a:pt x="57970" y="46227"/>
                    <a:pt x="57827" y="46191"/>
                  </a:cubicBezTo>
                  <a:cubicBezTo>
                    <a:pt x="57470" y="46191"/>
                    <a:pt x="57112" y="46549"/>
                    <a:pt x="57112" y="46979"/>
                  </a:cubicBezTo>
                  <a:cubicBezTo>
                    <a:pt x="57112" y="47408"/>
                    <a:pt x="57470" y="47694"/>
                    <a:pt x="57827" y="47694"/>
                  </a:cubicBezTo>
                  <a:cubicBezTo>
                    <a:pt x="58032" y="47724"/>
                    <a:pt x="58236" y="47738"/>
                    <a:pt x="58439" y="47738"/>
                  </a:cubicBezTo>
                  <a:cubicBezTo>
                    <a:pt x="59229" y="47738"/>
                    <a:pt x="59992" y="47520"/>
                    <a:pt x="60618" y="47122"/>
                  </a:cubicBezTo>
                  <a:cubicBezTo>
                    <a:pt x="60976" y="46836"/>
                    <a:pt x="61334" y="46549"/>
                    <a:pt x="61620" y="46191"/>
                  </a:cubicBezTo>
                  <a:lnTo>
                    <a:pt x="61978" y="45690"/>
                  </a:lnTo>
                  <a:cubicBezTo>
                    <a:pt x="62193" y="45547"/>
                    <a:pt x="62336" y="45333"/>
                    <a:pt x="62479" y="45118"/>
                  </a:cubicBezTo>
                  <a:cubicBezTo>
                    <a:pt x="62668" y="44803"/>
                    <a:pt x="62469" y="44377"/>
                    <a:pt x="62126" y="44377"/>
                  </a:cubicBezTo>
                  <a:close/>
                  <a:moveTo>
                    <a:pt x="37788" y="45046"/>
                  </a:moveTo>
                  <a:cubicBezTo>
                    <a:pt x="37502" y="45046"/>
                    <a:pt x="37216" y="45189"/>
                    <a:pt x="37001" y="45333"/>
                  </a:cubicBezTo>
                  <a:cubicBezTo>
                    <a:pt x="36715" y="45547"/>
                    <a:pt x="36429" y="45762"/>
                    <a:pt x="36214" y="45977"/>
                  </a:cubicBezTo>
                  <a:cubicBezTo>
                    <a:pt x="35713" y="46335"/>
                    <a:pt x="35284" y="46764"/>
                    <a:pt x="34854" y="47122"/>
                  </a:cubicBezTo>
                  <a:cubicBezTo>
                    <a:pt x="34639" y="47336"/>
                    <a:pt x="34639" y="47551"/>
                    <a:pt x="34854" y="47766"/>
                  </a:cubicBezTo>
                  <a:cubicBezTo>
                    <a:pt x="34926" y="47837"/>
                    <a:pt x="35033" y="47873"/>
                    <a:pt x="35140" y="47873"/>
                  </a:cubicBezTo>
                  <a:cubicBezTo>
                    <a:pt x="35248" y="47873"/>
                    <a:pt x="35355" y="47837"/>
                    <a:pt x="35427" y="47766"/>
                  </a:cubicBezTo>
                  <a:cubicBezTo>
                    <a:pt x="35856" y="47336"/>
                    <a:pt x="36214" y="46907"/>
                    <a:pt x="36643" y="46549"/>
                  </a:cubicBezTo>
                  <a:cubicBezTo>
                    <a:pt x="36787" y="46406"/>
                    <a:pt x="36858" y="46335"/>
                    <a:pt x="37001" y="46191"/>
                  </a:cubicBezTo>
                  <a:lnTo>
                    <a:pt x="37144" y="46048"/>
                  </a:lnTo>
                  <a:lnTo>
                    <a:pt x="37216" y="45977"/>
                  </a:lnTo>
                  <a:cubicBezTo>
                    <a:pt x="37431" y="45834"/>
                    <a:pt x="37645" y="45762"/>
                    <a:pt x="37860" y="45619"/>
                  </a:cubicBezTo>
                  <a:cubicBezTo>
                    <a:pt x="38146" y="45476"/>
                    <a:pt x="38075" y="45118"/>
                    <a:pt x="37788" y="45046"/>
                  </a:cubicBezTo>
                  <a:close/>
                  <a:moveTo>
                    <a:pt x="50742" y="45905"/>
                  </a:moveTo>
                  <a:cubicBezTo>
                    <a:pt x="50671" y="45977"/>
                    <a:pt x="50527" y="46048"/>
                    <a:pt x="50456" y="46120"/>
                  </a:cubicBezTo>
                  <a:cubicBezTo>
                    <a:pt x="50384" y="46191"/>
                    <a:pt x="50313" y="46191"/>
                    <a:pt x="50241" y="46263"/>
                  </a:cubicBezTo>
                  <a:lnTo>
                    <a:pt x="49812" y="46621"/>
                  </a:lnTo>
                  <a:lnTo>
                    <a:pt x="49812" y="46621"/>
                  </a:lnTo>
                  <a:lnTo>
                    <a:pt x="49955" y="46549"/>
                  </a:lnTo>
                  <a:lnTo>
                    <a:pt x="49955" y="46549"/>
                  </a:lnTo>
                  <a:cubicBezTo>
                    <a:pt x="49812" y="46621"/>
                    <a:pt x="49740" y="46692"/>
                    <a:pt x="49669" y="46764"/>
                  </a:cubicBezTo>
                  <a:lnTo>
                    <a:pt x="49526" y="46907"/>
                  </a:lnTo>
                  <a:lnTo>
                    <a:pt x="49311" y="47050"/>
                  </a:lnTo>
                  <a:cubicBezTo>
                    <a:pt x="49239" y="47122"/>
                    <a:pt x="49168" y="47122"/>
                    <a:pt x="49096" y="47193"/>
                  </a:cubicBezTo>
                  <a:lnTo>
                    <a:pt x="48881" y="47193"/>
                  </a:lnTo>
                  <a:cubicBezTo>
                    <a:pt x="48452" y="47193"/>
                    <a:pt x="48166" y="47551"/>
                    <a:pt x="48166" y="47909"/>
                  </a:cubicBezTo>
                  <a:cubicBezTo>
                    <a:pt x="48166" y="48338"/>
                    <a:pt x="48452" y="48625"/>
                    <a:pt x="48881" y="48625"/>
                  </a:cubicBezTo>
                  <a:cubicBezTo>
                    <a:pt x="49526" y="48625"/>
                    <a:pt x="50170" y="48338"/>
                    <a:pt x="50599" y="47837"/>
                  </a:cubicBezTo>
                  <a:cubicBezTo>
                    <a:pt x="50814" y="47623"/>
                    <a:pt x="50957" y="47408"/>
                    <a:pt x="51100" y="47122"/>
                  </a:cubicBezTo>
                  <a:lnTo>
                    <a:pt x="51315" y="46836"/>
                  </a:lnTo>
                  <a:lnTo>
                    <a:pt x="51386" y="46692"/>
                  </a:lnTo>
                  <a:cubicBezTo>
                    <a:pt x="51458" y="46621"/>
                    <a:pt x="51458" y="46478"/>
                    <a:pt x="51458" y="46335"/>
                  </a:cubicBezTo>
                  <a:cubicBezTo>
                    <a:pt x="51458" y="46120"/>
                    <a:pt x="51243" y="45905"/>
                    <a:pt x="51028" y="45905"/>
                  </a:cubicBezTo>
                  <a:close/>
                  <a:moveTo>
                    <a:pt x="2089" y="50107"/>
                  </a:moveTo>
                  <a:cubicBezTo>
                    <a:pt x="2082" y="50107"/>
                    <a:pt x="2061" y="50117"/>
                    <a:pt x="2041" y="50128"/>
                  </a:cubicBezTo>
                  <a:lnTo>
                    <a:pt x="2076" y="50128"/>
                  </a:lnTo>
                  <a:cubicBezTo>
                    <a:pt x="2091" y="50112"/>
                    <a:pt x="2094" y="50107"/>
                    <a:pt x="2089" y="50107"/>
                  </a:cubicBezTo>
                  <a:close/>
                  <a:moveTo>
                    <a:pt x="2005" y="50128"/>
                  </a:moveTo>
                  <a:cubicBezTo>
                    <a:pt x="1990" y="50143"/>
                    <a:pt x="1987" y="50148"/>
                    <a:pt x="1992" y="50148"/>
                  </a:cubicBezTo>
                  <a:cubicBezTo>
                    <a:pt x="1999" y="50148"/>
                    <a:pt x="2020" y="50138"/>
                    <a:pt x="2041" y="50128"/>
                  </a:cubicBezTo>
                  <a:close/>
                  <a:moveTo>
                    <a:pt x="83162" y="49698"/>
                  </a:moveTo>
                  <a:cubicBezTo>
                    <a:pt x="83091" y="49698"/>
                    <a:pt x="82948" y="49698"/>
                    <a:pt x="82876" y="49841"/>
                  </a:cubicBezTo>
                  <a:cubicBezTo>
                    <a:pt x="82733" y="49913"/>
                    <a:pt x="82661" y="50056"/>
                    <a:pt x="82733" y="50128"/>
                  </a:cubicBezTo>
                  <a:cubicBezTo>
                    <a:pt x="82661" y="50271"/>
                    <a:pt x="82733" y="50414"/>
                    <a:pt x="82876" y="50485"/>
                  </a:cubicBezTo>
                  <a:cubicBezTo>
                    <a:pt x="82948" y="50629"/>
                    <a:pt x="83091" y="50629"/>
                    <a:pt x="83162" y="50629"/>
                  </a:cubicBezTo>
                  <a:lnTo>
                    <a:pt x="84236" y="50629"/>
                  </a:lnTo>
                  <a:lnTo>
                    <a:pt x="84379" y="50557"/>
                  </a:lnTo>
                  <a:cubicBezTo>
                    <a:pt x="84450" y="50557"/>
                    <a:pt x="84522" y="50485"/>
                    <a:pt x="84594" y="50414"/>
                  </a:cubicBezTo>
                  <a:cubicBezTo>
                    <a:pt x="84594" y="50414"/>
                    <a:pt x="84665" y="50271"/>
                    <a:pt x="84665" y="50199"/>
                  </a:cubicBezTo>
                  <a:cubicBezTo>
                    <a:pt x="84665" y="50128"/>
                    <a:pt x="84665" y="49984"/>
                    <a:pt x="84594" y="49913"/>
                  </a:cubicBezTo>
                  <a:cubicBezTo>
                    <a:pt x="84522" y="49841"/>
                    <a:pt x="84450" y="49770"/>
                    <a:pt x="84379" y="49698"/>
                  </a:cubicBezTo>
                  <a:close/>
                  <a:moveTo>
                    <a:pt x="4522" y="46997"/>
                  </a:moveTo>
                  <a:cubicBezTo>
                    <a:pt x="4415" y="46997"/>
                    <a:pt x="4308" y="47037"/>
                    <a:pt x="4223" y="47122"/>
                  </a:cubicBezTo>
                  <a:cubicBezTo>
                    <a:pt x="4080" y="47265"/>
                    <a:pt x="4009" y="47336"/>
                    <a:pt x="3937" y="47480"/>
                  </a:cubicBezTo>
                  <a:cubicBezTo>
                    <a:pt x="3865" y="47623"/>
                    <a:pt x="3794" y="47766"/>
                    <a:pt x="3722" y="47837"/>
                  </a:cubicBezTo>
                  <a:lnTo>
                    <a:pt x="3365" y="48338"/>
                  </a:lnTo>
                  <a:lnTo>
                    <a:pt x="3293" y="48482"/>
                  </a:lnTo>
                  <a:lnTo>
                    <a:pt x="3221" y="48553"/>
                  </a:lnTo>
                  <a:lnTo>
                    <a:pt x="3078" y="48839"/>
                  </a:lnTo>
                  <a:lnTo>
                    <a:pt x="2720" y="49340"/>
                  </a:lnTo>
                  <a:lnTo>
                    <a:pt x="2577" y="49555"/>
                  </a:lnTo>
                  <a:lnTo>
                    <a:pt x="2506" y="49627"/>
                  </a:lnTo>
                  <a:cubicBezTo>
                    <a:pt x="2363" y="49770"/>
                    <a:pt x="2291" y="49913"/>
                    <a:pt x="2219" y="49984"/>
                  </a:cubicBezTo>
                  <a:lnTo>
                    <a:pt x="2076" y="50128"/>
                  </a:lnTo>
                  <a:cubicBezTo>
                    <a:pt x="1869" y="50283"/>
                    <a:pt x="1774" y="50513"/>
                    <a:pt x="1792" y="50737"/>
                  </a:cubicBezTo>
                  <a:lnTo>
                    <a:pt x="1792" y="50737"/>
                  </a:lnTo>
                  <a:lnTo>
                    <a:pt x="1718" y="50700"/>
                  </a:lnTo>
                  <a:lnTo>
                    <a:pt x="1647" y="50700"/>
                  </a:lnTo>
                  <a:lnTo>
                    <a:pt x="1504" y="50629"/>
                  </a:lnTo>
                  <a:lnTo>
                    <a:pt x="1432" y="50629"/>
                  </a:lnTo>
                  <a:lnTo>
                    <a:pt x="1289" y="50557"/>
                  </a:lnTo>
                  <a:lnTo>
                    <a:pt x="1217" y="50485"/>
                  </a:lnTo>
                  <a:cubicBezTo>
                    <a:pt x="1146" y="50414"/>
                    <a:pt x="1074" y="50342"/>
                    <a:pt x="1003" y="50342"/>
                  </a:cubicBezTo>
                  <a:cubicBezTo>
                    <a:pt x="1003" y="50271"/>
                    <a:pt x="1003" y="50199"/>
                    <a:pt x="931" y="50199"/>
                  </a:cubicBezTo>
                  <a:lnTo>
                    <a:pt x="931" y="50056"/>
                  </a:lnTo>
                  <a:cubicBezTo>
                    <a:pt x="860" y="49984"/>
                    <a:pt x="860" y="49841"/>
                    <a:pt x="860" y="49770"/>
                  </a:cubicBezTo>
                  <a:cubicBezTo>
                    <a:pt x="860" y="49770"/>
                    <a:pt x="860" y="49770"/>
                    <a:pt x="860" y="49698"/>
                  </a:cubicBezTo>
                  <a:cubicBezTo>
                    <a:pt x="788" y="49698"/>
                    <a:pt x="788" y="49627"/>
                    <a:pt x="788" y="49555"/>
                  </a:cubicBezTo>
                  <a:cubicBezTo>
                    <a:pt x="717" y="49412"/>
                    <a:pt x="573" y="49340"/>
                    <a:pt x="430" y="49340"/>
                  </a:cubicBezTo>
                  <a:cubicBezTo>
                    <a:pt x="216" y="49340"/>
                    <a:pt x="72" y="49412"/>
                    <a:pt x="72" y="49627"/>
                  </a:cubicBezTo>
                  <a:cubicBezTo>
                    <a:pt x="1" y="49627"/>
                    <a:pt x="1" y="49698"/>
                    <a:pt x="1" y="49770"/>
                  </a:cubicBezTo>
                  <a:cubicBezTo>
                    <a:pt x="1" y="49841"/>
                    <a:pt x="1" y="49984"/>
                    <a:pt x="1" y="50128"/>
                  </a:cubicBezTo>
                  <a:cubicBezTo>
                    <a:pt x="1" y="50271"/>
                    <a:pt x="72" y="50414"/>
                    <a:pt x="144" y="50485"/>
                  </a:cubicBezTo>
                  <a:cubicBezTo>
                    <a:pt x="216" y="50772"/>
                    <a:pt x="359" y="50915"/>
                    <a:pt x="573" y="51130"/>
                  </a:cubicBezTo>
                  <a:cubicBezTo>
                    <a:pt x="717" y="51273"/>
                    <a:pt x="931" y="51416"/>
                    <a:pt x="1217" y="51559"/>
                  </a:cubicBezTo>
                  <a:cubicBezTo>
                    <a:pt x="1289" y="51559"/>
                    <a:pt x="1432" y="51631"/>
                    <a:pt x="1504" y="51631"/>
                  </a:cubicBezTo>
                  <a:lnTo>
                    <a:pt x="1647" y="51631"/>
                  </a:lnTo>
                  <a:cubicBezTo>
                    <a:pt x="1790" y="51631"/>
                    <a:pt x="1933" y="51631"/>
                    <a:pt x="2076" y="51559"/>
                  </a:cubicBezTo>
                  <a:cubicBezTo>
                    <a:pt x="2209" y="51559"/>
                    <a:pt x="2342" y="51435"/>
                    <a:pt x="2360" y="51303"/>
                  </a:cubicBezTo>
                  <a:lnTo>
                    <a:pt x="2360" y="51303"/>
                  </a:lnTo>
                  <a:cubicBezTo>
                    <a:pt x="2374" y="51304"/>
                    <a:pt x="2388" y="51305"/>
                    <a:pt x="2402" y="51305"/>
                  </a:cubicBezTo>
                  <a:cubicBezTo>
                    <a:pt x="2514" y="51305"/>
                    <a:pt x="2625" y="51273"/>
                    <a:pt x="2720" y="51201"/>
                  </a:cubicBezTo>
                  <a:cubicBezTo>
                    <a:pt x="3150" y="50843"/>
                    <a:pt x="3579" y="50414"/>
                    <a:pt x="3865" y="49913"/>
                  </a:cubicBezTo>
                  <a:cubicBezTo>
                    <a:pt x="4080" y="49627"/>
                    <a:pt x="4223" y="49412"/>
                    <a:pt x="4438" y="49126"/>
                  </a:cubicBezTo>
                  <a:cubicBezTo>
                    <a:pt x="4581" y="48839"/>
                    <a:pt x="4724" y="48553"/>
                    <a:pt x="4867" y="48195"/>
                  </a:cubicBezTo>
                  <a:cubicBezTo>
                    <a:pt x="4867" y="48124"/>
                    <a:pt x="4939" y="47981"/>
                    <a:pt x="5011" y="47837"/>
                  </a:cubicBezTo>
                  <a:cubicBezTo>
                    <a:pt x="5011" y="47623"/>
                    <a:pt x="5011" y="47408"/>
                    <a:pt x="4939" y="47265"/>
                  </a:cubicBezTo>
                  <a:cubicBezTo>
                    <a:pt x="4852" y="47092"/>
                    <a:pt x="4687" y="46997"/>
                    <a:pt x="4522" y="46997"/>
                  </a:cubicBezTo>
                  <a:close/>
                  <a:moveTo>
                    <a:pt x="104090" y="50038"/>
                  </a:moveTo>
                  <a:cubicBezTo>
                    <a:pt x="103986" y="50038"/>
                    <a:pt x="103881" y="50044"/>
                    <a:pt x="103774" y="50056"/>
                  </a:cubicBezTo>
                  <a:cubicBezTo>
                    <a:pt x="103416" y="50056"/>
                    <a:pt x="103201" y="50414"/>
                    <a:pt x="103201" y="50700"/>
                  </a:cubicBezTo>
                  <a:cubicBezTo>
                    <a:pt x="103201" y="50843"/>
                    <a:pt x="103273" y="50986"/>
                    <a:pt x="103416" y="51058"/>
                  </a:cubicBezTo>
                  <a:cubicBezTo>
                    <a:pt x="103559" y="51201"/>
                    <a:pt x="103774" y="51201"/>
                    <a:pt x="103917" y="51201"/>
                  </a:cubicBezTo>
                  <a:lnTo>
                    <a:pt x="104704" y="51201"/>
                  </a:lnTo>
                  <a:cubicBezTo>
                    <a:pt x="104847" y="51273"/>
                    <a:pt x="104919" y="51344"/>
                    <a:pt x="104990" y="51416"/>
                  </a:cubicBezTo>
                  <a:cubicBezTo>
                    <a:pt x="105205" y="51487"/>
                    <a:pt x="105348" y="51631"/>
                    <a:pt x="105563" y="51774"/>
                  </a:cubicBezTo>
                  <a:cubicBezTo>
                    <a:pt x="105634" y="51845"/>
                    <a:pt x="105778" y="51845"/>
                    <a:pt x="105921" y="51917"/>
                  </a:cubicBezTo>
                  <a:cubicBezTo>
                    <a:pt x="105992" y="51988"/>
                    <a:pt x="106064" y="51988"/>
                    <a:pt x="106135" y="51988"/>
                  </a:cubicBezTo>
                  <a:cubicBezTo>
                    <a:pt x="106207" y="52024"/>
                    <a:pt x="106261" y="52042"/>
                    <a:pt x="106314" y="52042"/>
                  </a:cubicBezTo>
                  <a:cubicBezTo>
                    <a:pt x="106368" y="52042"/>
                    <a:pt x="106422" y="52024"/>
                    <a:pt x="106493" y="51988"/>
                  </a:cubicBezTo>
                  <a:cubicBezTo>
                    <a:pt x="106708" y="51988"/>
                    <a:pt x="106851" y="51702"/>
                    <a:pt x="106708" y="51487"/>
                  </a:cubicBezTo>
                  <a:lnTo>
                    <a:pt x="106780" y="51487"/>
                  </a:lnTo>
                  <a:cubicBezTo>
                    <a:pt x="106708" y="51416"/>
                    <a:pt x="106636" y="51344"/>
                    <a:pt x="106565" y="51273"/>
                  </a:cubicBezTo>
                  <a:lnTo>
                    <a:pt x="106350" y="51130"/>
                  </a:lnTo>
                  <a:lnTo>
                    <a:pt x="106279" y="51130"/>
                  </a:lnTo>
                  <a:lnTo>
                    <a:pt x="106135" y="50986"/>
                  </a:lnTo>
                  <a:cubicBezTo>
                    <a:pt x="105992" y="50843"/>
                    <a:pt x="105778" y="50629"/>
                    <a:pt x="105563" y="50485"/>
                  </a:cubicBezTo>
                  <a:cubicBezTo>
                    <a:pt x="105086" y="50187"/>
                    <a:pt x="104609" y="50038"/>
                    <a:pt x="104090" y="50038"/>
                  </a:cubicBezTo>
                  <a:close/>
                  <a:moveTo>
                    <a:pt x="94327" y="50825"/>
                  </a:moveTo>
                  <a:cubicBezTo>
                    <a:pt x="94202" y="50825"/>
                    <a:pt x="94076" y="50879"/>
                    <a:pt x="93969" y="50986"/>
                  </a:cubicBezTo>
                  <a:cubicBezTo>
                    <a:pt x="93826" y="51130"/>
                    <a:pt x="93826" y="51416"/>
                    <a:pt x="93969" y="51631"/>
                  </a:cubicBezTo>
                  <a:cubicBezTo>
                    <a:pt x="94327" y="51988"/>
                    <a:pt x="94613" y="52346"/>
                    <a:pt x="94971" y="52632"/>
                  </a:cubicBezTo>
                  <a:cubicBezTo>
                    <a:pt x="95186" y="52847"/>
                    <a:pt x="95400" y="52990"/>
                    <a:pt x="95615" y="53133"/>
                  </a:cubicBezTo>
                  <a:cubicBezTo>
                    <a:pt x="95758" y="53133"/>
                    <a:pt x="95901" y="53205"/>
                    <a:pt x="96044" y="53277"/>
                  </a:cubicBezTo>
                  <a:lnTo>
                    <a:pt x="96331" y="53277"/>
                  </a:lnTo>
                  <a:cubicBezTo>
                    <a:pt x="96402" y="53205"/>
                    <a:pt x="96474" y="53205"/>
                    <a:pt x="96545" y="53205"/>
                  </a:cubicBezTo>
                  <a:cubicBezTo>
                    <a:pt x="97046" y="53133"/>
                    <a:pt x="96975" y="52418"/>
                    <a:pt x="96474" y="52418"/>
                  </a:cubicBezTo>
                  <a:lnTo>
                    <a:pt x="96402" y="52418"/>
                  </a:lnTo>
                  <a:cubicBezTo>
                    <a:pt x="96331" y="52418"/>
                    <a:pt x="96259" y="52346"/>
                    <a:pt x="96188" y="52346"/>
                  </a:cubicBezTo>
                  <a:lnTo>
                    <a:pt x="96116" y="52346"/>
                  </a:lnTo>
                  <a:lnTo>
                    <a:pt x="95973" y="52275"/>
                  </a:lnTo>
                  <a:lnTo>
                    <a:pt x="95830" y="52203"/>
                  </a:lnTo>
                  <a:cubicBezTo>
                    <a:pt x="95687" y="52132"/>
                    <a:pt x="95615" y="52060"/>
                    <a:pt x="95543" y="51988"/>
                  </a:cubicBezTo>
                  <a:cubicBezTo>
                    <a:pt x="95257" y="51702"/>
                    <a:pt x="94971" y="51273"/>
                    <a:pt x="94685" y="50986"/>
                  </a:cubicBezTo>
                  <a:cubicBezTo>
                    <a:pt x="94577" y="50879"/>
                    <a:pt x="94452" y="50825"/>
                    <a:pt x="94327" y="50825"/>
                  </a:cubicBezTo>
                  <a:close/>
                  <a:moveTo>
                    <a:pt x="160670" y="51845"/>
                  </a:moveTo>
                  <a:cubicBezTo>
                    <a:pt x="160455" y="51845"/>
                    <a:pt x="160169" y="51917"/>
                    <a:pt x="160097" y="52203"/>
                  </a:cubicBezTo>
                  <a:cubicBezTo>
                    <a:pt x="160026" y="52418"/>
                    <a:pt x="160169" y="52704"/>
                    <a:pt x="160455" y="52776"/>
                  </a:cubicBezTo>
                  <a:cubicBezTo>
                    <a:pt x="161314" y="52847"/>
                    <a:pt x="162244" y="53062"/>
                    <a:pt x="163103" y="53348"/>
                  </a:cubicBezTo>
                  <a:cubicBezTo>
                    <a:pt x="163461" y="53491"/>
                    <a:pt x="163819" y="53706"/>
                    <a:pt x="164177" y="53849"/>
                  </a:cubicBezTo>
                  <a:cubicBezTo>
                    <a:pt x="164534" y="54064"/>
                    <a:pt x="164964" y="54135"/>
                    <a:pt x="165393" y="54135"/>
                  </a:cubicBezTo>
                  <a:cubicBezTo>
                    <a:pt x="165536" y="54064"/>
                    <a:pt x="165608" y="53778"/>
                    <a:pt x="165393" y="53706"/>
                  </a:cubicBezTo>
                  <a:cubicBezTo>
                    <a:pt x="165035" y="53563"/>
                    <a:pt x="164678" y="53348"/>
                    <a:pt x="164391" y="53133"/>
                  </a:cubicBezTo>
                  <a:cubicBezTo>
                    <a:pt x="164034" y="52919"/>
                    <a:pt x="163676" y="52704"/>
                    <a:pt x="163246" y="52561"/>
                  </a:cubicBezTo>
                  <a:cubicBezTo>
                    <a:pt x="162459" y="52203"/>
                    <a:pt x="161529" y="51988"/>
                    <a:pt x="160670" y="51845"/>
                  </a:cubicBezTo>
                  <a:close/>
                  <a:moveTo>
                    <a:pt x="118087" y="54994"/>
                  </a:moveTo>
                  <a:cubicBezTo>
                    <a:pt x="117872" y="54994"/>
                    <a:pt x="117658" y="55209"/>
                    <a:pt x="117658" y="55424"/>
                  </a:cubicBezTo>
                  <a:cubicBezTo>
                    <a:pt x="117658" y="55638"/>
                    <a:pt x="117872" y="55853"/>
                    <a:pt x="118087" y="55853"/>
                  </a:cubicBezTo>
                  <a:lnTo>
                    <a:pt x="119662" y="55853"/>
                  </a:lnTo>
                  <a:cubicBezTo>
                    <a:pt x="119876" y="55781"/>
                    <a:pt x="120091" y="55781"/>
                    <a:pt x="120234" y="55781"/>
                  </a:cubicBezTo>
                  <a:cubicBezTo>
                    <a:pt x="120377" y="55710"/>
                    <a:pt x="120449" y="55567"/>
                    <a:pt x="120449" y="55495"/>
                  </a:cubicBezTo>
                  <a:cubicBezTo>
                    <a:pt x="120520" y="55280"/>
                    <a:pt x="120377" y="55137"/>
                    <a:pt x="120234" y="55137"/>
                  </a:cubicBezTo>
                  <a:lnTo>
                    <a:pt x="120234" y="55066"/>
                  </a:lnTo>
                  <a:cubicBezTo>
                    <a:pt x="120091" y="55066"/>
                    <a:pt x="119876" y="54994"/>
                    <a:pt x="119662" y="54994"/>
                  </a:cubicBezTo>
                  <a:close/>
                  <a:moveTo>
                    <a:pt x="113917" y="51788"/>
                  </a:moveTo>
                  <a:cubicBezTo>
                    <a:pt x="113855" y="51788"/>
                    <a:pt x="113788" y="51805"/>
                    <a:pt x="113722" y="51845"/>
                  </a:cubicBezTo>
                  <a:cubicBezTo>
                    <a:pt x="113006" y="52060"/>
                    <a:pt x="112791" y="52919"/>
                    <a:pt x="112720" y="53563"/>
                  </a:cubicBezTo>
                  <a:lnTo>
                    <a:pt x="112720" y="53992"/>
                  </a:lnTo>
                  <a:cubicBezTo>
                    <a:pt x="112720" y="54064"/>
                    <a:pt x="112720" y="54135"/>
                    <a:pt x="112720" y="54207"/>
                  </a:cubicBezTo>
                  <a:cubicBezTo>
                    <a:pt x="112720" y="54279"/>
                    <a:pt x="112720" y="54279"/>
                    <a:pt x="112720" y="54350"/>
                  </a:cubicBezTo>
                  <a:lnTo>
                    <a:pt x="112648" y="54565"/>
                  </a:lnTo>
                  <a:lnTo>
                    <a:pt x="112648" y="54636"/>
                  </a:lnTo>
                  <a:lnTo>
                    <a:pt x="112576" y="54780"/>
                  </a:lnTo>
                  <a:cubicBezTo>
                    <a:pt x="112505" y="54851"/>
                    <a:pt x="112505" y="54851"/>
                    <a:pt x="112505" y="54923"/>
                  </a:cubicBezTo>
                  <a:cubicBezTo>
                    <a:pt x="112011" y="55362"/>
                    <a:pt x="112444" y="55970"/>
                    <a:pt x="112931" y="55970"/>
                  </a:cubicBezTo>
                  <a:cubicBezTo>
                    <a:pt x="113078" y="55970"/>
                    <a:pt x="113231" y="55915"/>
                    <a:pt x="113364" y="55781"/>
                  </a:cubicBezTo>
                  <a:cubicBezTo>
                    <a:pt x="113650" y="55495"/>
                    <a:pt x="113793" y="55137"/>
                    <a:pt x="113865" y="54780"/>
                  </a:cubicBezTo>
                  <a:cubicBezTo>
                    <a:pt x="113936" y="54493"/>
                    <a:pt x="114008" y="54135"/>
                    <a:pt x="114008" y="53849"/>
                  </a:cubicBezTo>
                  <a:lnTo>
                    <a:pt x="114008" y="53420"/>
                  </a:lnTo>
                  <a:cubicBezTo>
                    <a:pt x="113936" y="53348"/>
                    <a:pt x="113936" y="53277"/>
                    <a:pt x="114008" y="53205"/>
                  </a:cubicBezTo>
                  <a:lnTo>
                    <a:pt x="114008" y="53062"/>
                  </a:lnTo>
                  <a:lnTo>
                    <a:pt x="114008" y="52847"/>
                  </a:lnTo>
                  <a:lnTo>
                    <a:pt x="114008" y="52776"/>
                  </a:lnTo>
                  <a:lnTo>
                    <a:pt x="114079" y="52704"/>
                  </a:lnTo>
                  <a:cubicBezTo>
                    <a:pt x="114151" y="52632"/>
                    <a:pt x="114223" y="52561"/>
                    <a:pt x="114223" y="52489"/>
                  </a:cubicBezTo>
                  <a:lnTo>
                    <a:pt x="114223" y="52418"/>
                  </a:lnTo>
                  <a:cubicBezTo>
                    <a:pt x="114397" y="52126"/>
                    <a:pt x="114193" y="51788"/>
                    <a:pt x="113917" y="51788"/>
                  </a:cubicBezTo>
                  <a:close/>
                  <a:moveTo>
                    <a:pt x="76676" y="54654"/>
                  </a:moveTo>
                  <a:cubicBezTo>
                    <a:pt x="76578" y="54654"/>
                    <a:pt x="76471" y="54672"/>
                    <a:pt x="76363" y="54708"/>
                  </a:cubicBezTo>
                  <a:cubicBezTo>
                    <a:pt x="76077" y="54708"/>
                    <a:pt x="75791" y="54851"/>
                    <a:pt x="75576" y="54923"/>
                  </a:cubicBezTo>
                  <a:lnTo>
                    <a:pt x="75147" y="55137"/>
                  </a:lnTo>
                  <a:lnTo>
                    <a:pt x="75075" y="55137"/>
                  </a:lnTo>
                  <a:lnTo>
                    <a:pt x="74932" y="55209"/>
                  </a:lnTo>
                  <a:cubicBezTo>
                    <a:pt x="74646" y="55280"/>
                    <a:pt x="74431" y="55424"/>
                    <a:pt x="74216" y="55495"/>
                  </a:cubicBezTo>
                  <a:cubicBezTo>
                    <a:pt x="73858" y="55638"/>
                    <a:pt x="73858" y="56068"/>
                    <a:pt x="74216" y="56211"/>
                  </a:cubicBezTo>
                  <a:cubicBezTo>
                    <a:pt x="74431" y="56282"/>
                    <a:pt x="74646" y="56354"/>
                    <a:pt x="74932" y="56354"/>
                  </a:cubicBezTo>
                  <a:cubicBezTo>
                    <a:pt x="75218" y="56354"/>
                    <a:pt x="75505" y="56354"/>
                    <a:pt x="75719" y="56282"/>
                  </a:cubicBezTo>
                  <a:cubicBezTo>
                    <a:pt x="76006" y="56211"/>
                    <a:pt x="76220" y="56211"/>
                    <a:pt x="76435" y="56139"/>
                  </a:cubicBezTo>
                  <a:lnTo>
                    <a:pt x="76793" y="56068"/>
                  </a:lnTo>
                  <a:lnTo>
                    <a:pt x="76936" y="56068"/>
                  </a:lnTo>
                  <a:cubicBezTo>
                    <a:pt x="77007" y="55996"/>
                    <a:pt x="77079" y="55996"/>
                    <a:pt x="77151" y="55996"/>
                  </a:cubicBezTo>
                  <a:cubicBezTo>
                    <a:pt x="77222" y="55925"/>
                    <a:pt x="77294" y="55925"/>
                    <a:pt x="77437" y="55853"/>
                  </a:cubicBezTo>
                  <a:cubicBezTo>
                    <a:pt x="77580" y="55853"/>
                    <a:pt x="77723" y="55710"/>
                    <a:pt x="77795" y="55567"/>
                  </a:cubicBezTo>
                  <a:cubicBezTo>
                    <a:pt x="77938" y="55352"/>
                    <a:pt x="77866" y="55137"/>
                    <a:pt x="77652" y="54994"/>
                  </a:cubicBezTo>
                  <a:lnTo>
                    <a:pt x="77723" y="54994"/>
                  </a:lnTo>
                  <a:cubicBezTo>
                    <a:pt x="77580" y="54923"/>
                    <a:pt x="77437" y="54851"/>
                    <a:pt x="77294" y="54780"/>
                  </a:cubicBezTo>
                  <a:cubicBezTo>
                    <a:pt x="77151" y="54708"/>
                    <a:pt x="77079" y="54708"/>
                    <a:pt x="76936" y="54708"/>
                  </a:cubicBezTo>
                  <a:cubicBezTo>
                    <a:pt x="76864" y="54672"/>
                    <a:pt x="76775" y="54654"/>
                    <a:pt x="76676" y="54654"/>
                  </a:cubicBezTo>
                  <a:close/>
                  <a:moveTo>
                    <a:pt x="92681" y="57231"/>
                  </a:moveTo>
                  <a:cubicBezTo>
                    <a:pt x="92627" y="57231"/>
                    <a:pt x="92573" y="57249"/>
                    <a:pt x="92538" y="57284"/>
                  </a:cubicBezTo>
                  <a:lnTo>
                    <a:pt x="92466" y="57284"/>
                  </a:lnTo>
                  <a:lnTo>
                    <a:pt x="92394" y="57356"/>
                  </a:lnTo>
                  <a:lnTo>
                    <a:pt x="92180" y="57499"/>
                  </a:lnTo>
                  <a:lnTo>
                    <a:pt x="92037" y="57571"/>
                  </a:lnTo>
                  <a:lnTo>
                    <a:pt x="91249" y="57571"/>
                  </a:lnTo>
                  <a:cubicBezTo>
                    <a:pt x="91224" y="57566"/>
                    <a:pt x="91200" y="57565"/>
                    <a:pt x="91177" y="57565"/>
                  </a:cubicBezTo>
                  <a:cubicBezTo>
                    <a:pt x="90805" y="57565"/>
                    <a:pt x="90698" y="58084"/>
                    <a:pt x="91035" y="58286"/>
                  </a:cubicBezTo>
                  <a:cubicBezTo>
                    <a:pt x="91139" y="58307"/>
                    <a:pt x="91244" y="58316"/>
                    <a:pt x="91349" y="58316"/>
                  </a:cubicBezTo>
                  <a:cubicBezTo>
                    <a:pt x="91602" y="58316"/>
                    <a:pt x="91855" y="58265"/>
                    <a:pt x="92108" y="58215"/>
                  </a:cubicBezTo>
                  <a:cubicBezTo>
                    <a:pt x="92251" y="58143"/>
                    <a:pt x="92394" y="58072"/>
                    <a:pt x="92538" y="58000"/>
                  </a:cubicBezTo>
                  <a:cubicBezTo>
                    <a:pt x="92609" y="57928"/>
                    <a:pt x="92752" y="57857"/>
                    <a:pt x="92824" y="57785"/>
                  </a:cubicBezTo>
                  <a:cubicBezTo>
                    <a:pt x="92824" y="57642"/>
                    <a:pt x="92895" y="57571"/>
                    <a:pt x="92967" y="57499"/>
                  </a:cubicBezTo>
                  <a:cubicBezTo>
                    <a:pt x="92967" y="57428"/>
                    <a:pt x="92895" y="57356"/>
                    <a:pt x="92824" y="57284"/>
                  </a:cubicBezTo>
                  <a:cubicBezTo>
                    <a:pt x="92788" y="57249"/>
                    <a:pt x="92734" y="57231"/>
                    <a:pt x="92681" y="57231"/>
                  </a:cubicBezTo>
                  <a:close/>
                  <a:moveTo>
                    <a:pt x="114823" y="56541"/>
                  </a:moveTo>
                  <a:cubicBezTo>
                    <a:pt x="114767" y="56541"/>
                    <a:pt x="114709" y="56550"/>
                    <a:pt x="114652" y="56569"/>
                  </a:cubicBezTo>
                  <a:cubicBezTo>
                    <a:pt x="114509" y="56712"/>
                    <a:pt x="114294" y="56855"/>
                    <a:pt x="114151" y="56998"/>
                  </a:cubicBezTo>
                  <a:cubicBezTo>
                    <a:pt x="113936" y="57213"/>
                    <a:pt x="113793" y="57428"/>
                    <a:pt x="113722" y="57642"/>
                  </a:cubicBezTo>
                  <a:cubicBezTo>
                    <a:pt x="113435" y="58072"/>
                    <a:pt x="113364" y="58573"/>
                    <a:pt x="113292" y="59074"/>
                  </a:cubicBezTo>
                  <a:cubicBezTo>
                    <a:pt x="113364" y="59360"/>
                    <a:pt x="113578" y="59575"/>
                    <a:pt x="113865" y="59575"/>
                  </a:cubicBezTo>
                  <a:cubicBezTo>
                    <a:pt x="114151" y="59575"/>
                    <a:pt x="114366" y="59360"/>
                    <a:pt x="114366" y="59074"/>
                  </a:cubicBezTo>
                  <a:cubicBezTo>
                    <a:pt x="114366" y="59002"/>
                    <a:pt x="114366" y="58930"/>
                    <a:pt x="114366" y="58859"/>
                  </a:cubicBezTo>
                  <a:lnTo>
                    <a:pt x="114366" y="58787"/>
                  </a:lnTo>
                  <a:cubicBezTo>
                    <a:pt x="114366" y="58716"/>
                    <a:pt x="114366" y="58716"/>
                    <a:pt x="114366" y="58644"/>
                  </a:cubicBezTo>
                  <a:cubicBezTo>
                    <a:pt x="114366" y="58573"/>
                    <a:pt x="114437" y="58429"/>
                    <a:pt x="114437" y="58358"/>
                  </a:cubicBezTo>
                  <a:cubicBezTo>
                    <a:pt x="114473" y="58322"/>
                    <a:pt x="114473" y="58322"/>
                    <a:pt x="114464" y="58322"/>
                  </a:cubicBezTo>
                  <a:cubicBezTo>
                    <a:pt x="114455" y="58322"/>
                    <a:pt x="114437" y="58322"/>
                    <a:pt x="114437" y="58286"/>
                  </a:cubicBezTo>
                  <a:lnTo>
                    <a:pt x="114509" y="58143"/>
                  </a:lnTo>
                  <a:cubicBezTo>
                    <a:pt x="114580" y="58000"/>
                    <a:pt x="114724" y="57785"/>
                    <a:pt x="114867" y="57642"/>
                  </a:cubicBezTo>
                  <a:lnTo>
                    <a:pt x="115010" y="57428"/>
                  </a:lnTo>
                  <a:lnTo>
                    <a:pt x="115081" y="57284"/>
                  </a:lnTo>
                  <a:cubicBezTo>
                    <a:pt x="115296" y="57213"/>
                    <a:pt x="115368" y="56927"/>
                    <a:pt x="115224" y="56712"/>
                  </a:cubicBezTo>
                  <a:cubicBezTo>
                    <a:pt x="115120" y="56607"/>
                    <a:pt x="114977" y="56541"/>
                    <a:pt x="114823" y="56541"/>
                  </a:cubicBezTo>
                  <a:close/>
                  <a:moveTo>
                    <a:pt x="137697" y="59861"/>
                  </a:moveTo>
                  <a:cubicBezTo>
                    <a:pt x="137482" y="59861"/>
                    <a:pt x="137267" y="59932"/>
                    <a:pt x="137053" y="60004"/>
                  </a:cubicBezTo>
                  <a:cubicBezTo>
                    <a:pt x="136623" y="60076"/>
                    <a:pt x="136623" y="60648"/>
                    <a:pt x="137053" y="60791"/>
                  </a:cubicBezTo>
                  <a:cubicBezTo>
                    <a:pt x="137196" y="60791"/>
                    <a:pt x="137339" y="60934"/>
                    <a:pt x="137554" y="60934"/>
                  </a:cubicBezTo>
                  <a:cubicBezTo>
                    <a:pt x="137697" y="61006"/>
                    <a:pt x="137840" y="61006"/>
                    <a:pt x="138055" y="61077"/>
                  </a:cubicBezTo>
                  <a:lnTo>
                    <a:pt x="138269" y="61149"/>
                  </a:lnTo>
                  <a:lnTo>
                    <a:pt x="138412" y="61221"/>
                  </a:lnTo>
                  <a:lnTo>
                    <a:pt x="138770" y="61435"/>
                  </a:lnTo>
                  <a:cubicBezTo>
                    <a:pt x="139128" y="61578"/>
                    <a:pt x="139414" y="61722"/>
                    <a:pt x="139772" y="61865"/>
                  </a:cubicBezTo>
                  <a:cubicBezTo>
                    <a:pt x="139915" y="61936"/>
                    <a:pt x="140058" y="61936"/>
                    <a:pt x="140202" y="62008"/>
                  </a:cubicBezTo>
                  <a:lnTo>
                    <a:pt x="140989" y="62008"/>
                  </a:lnTo>
                  <a:cubicBezTo>
                    <a:pt x="141418" y="61865"/>
                    <a:pt x="141490" y="61221"/>
                    <a:pt x="141132" y="61006"/>
                  </a:cubicBezTo>
                  <a:lnTo>
                    <a:pt x="141060" y="60934"/>
                  </a:lnTo>
                  <a:cubicBezTo>
                    <a:pt x="140917" y="60863"/>
                    <a:pt x="140703" y="60791"/>
                    <a:pt x="140559" y="60720"/>
                  </a:cubicBezTo>
                  <a:cubicBezTo>
                    <a:pt x="140345" y="60648"/>
                    <a:pt x="140202" y="60648"/>
                    <a:pt x="140058" y="60576"/>
                  </a:cubicBezTo>
                  <a:cubicBezTo>
                    <a:pt x="140058" y="60576"/>
                    <a:pt x="139995" y="60545"/>
                    <a:pt x="139974" y="60545"/>
                  </a:cubicBezTo>
                  <a:cubicBezTo>
                    <a:pt x="139963" y="60545"/>
                    <a:pt x="139963" y="60553"/>
                    <a:pt x="139987" y="60576"/>
                  </a:cubicBezTo>
                  <a:lnTo>
                    <a:pt x="139844" y="60505"/>
                  </a:lnTo>
                  <a:lnTo>
                    <a:pt x="139629" y="60433"/>
                  </a:lnTo>
                  <a:lnTo>
                    <a:pt x="139200" y="60219"/>
                  </a:lnTo>
                  <a:cubicBezTo>
                    <a:pt x="138842" y="60147"/>
                    <a:pt x="138555" y="60004"/>
                    <a:pt x="138269" y="59932"/>
                  </a:cubicBezTo>
                  <a:cubicBezTo>
                    <a:pt x="138055" y="59932"/>
                    <a:pt x="137840" y="59861"/>
                    <a:pt x="137697" y="59861"/>
                  </a:cubicBezTo>
                  <a:close/>
                  <a:moveTo>
                    <a:pt x="119600" y="58769"/>
                  </a:moveTo>
                  <a:cubicBezTo>
                    <a:pt x="119571" y="58769"/>
                    <a:pt x="119544" y="58775"/>
                    <a:pt x="119519" y="58787"/>
                  </a:cubicBezTo>
                  <a:cubicBezTo>
                    <a:pt x="119232" y="59002"/>
                    <a:pt x="119089" y="59217"/>
                    <a:pt x="118946" y="59431"/>
                  </a:cubicBezTo>
                  <a:cubicBezTo>
                    <a:pt x="118803" y="59646"/>
                    <a:pt x="118660" y="59861"/>
                    <a:pt x="118588" y="60076"/>
                  </a:cubicBezTo>
                  <a:cubicBezTo>
                    <a:pt x="118373" y="60362"/>
                    <a:pt x="118302" y="60576"/>
                    <a:pt x="118230" y="60863"/>
                  </a:cubicBezTo>
                  <a:cubicBezTo>
                    <a:pt x="118159" y="61149"/>
                    <a:pt x="118087" y="61435"/>
                    <a:pt x="118087" y="61722"/>
                  </a:cubicBezTo>
                  <a:cubicBezTo>
                    <a:pt x="118087" y="62008"/>
                    <a:pt x="118230" y="62223"/>
                    <a:pt x="118517" y="62223"/>
                  </a:cubicBezTo>
                  <a:cubicBezTo>
                    <a:pt x="118555" y="62232"/>
                    <a:pt x="118592" y="62237"/>
                    <a:pt x="118628" y="62237"/>
                  </a:cubicBezTo>
                  <a:cubicBezTo>
                    <a:pt x="118858" y="62237"/>
                    <a:pt x="119027" y="62051"/>
                    <a:pt x="119089" y="61865"/>
                  </a:cubicBezTo>
                  <a:cubicBezTo>
                    <a:pt x="119161" y="61650"/>
                    <a:pt x="119232" y="61364"/>
                    <a:pt x="119304" y="61149"/>
                  </a:cubicBezTo>
                  <a:cubicBezTo>
                    <a:pt x="119304" y="61149"/>
                    <a:pt x="119344" y="61028"/>
                    <a:pt x="119334" y="61028"/>
                  </a:cubicBezTo>
                  <a:lnTo>
                    <a:pt x="119334" y="61028"/>
                  </a:lnTo>
                  <a:cubicBezTo>
                    <a:pt x="119331" y="61028"/>
                    <a:pt x="119322" y="61042"/>
                    <a:pt x="119304" y="61077"/>
                  </a:cubicBezTo>
                  <a:lnTo>
                    <a:pt x="119447" y="60791"/>
                  </a:lnTo>
                  <a:cubicBezTo>
                    <a:pt x="119447" y="60720"/>
                    <a:pt x="119447" y="60576"/>
                    <a:pt x="119519" y="60433"/>
                  </a:cubicBezTo>
                  <a:cubicBezTo>
                    <a:pt x="119519" y="60362"/>
                    <a:pt x="119662" y="60004"/>
                    <a:pt x="119733" y="59789"/>
                  </a:cubicBezTo>
                  <a:cubicBezTo>
                    <a:pt x="119876" y="59575"/>
                    <a:pt x="119948" y="59360"/>
                    <a:pt x="119948" y="59074"/>
                  </a:cubicBezTo>
                  <a:cubicBezTo>
                    <a:pt x="119889" y="58897"/>
                    <a:pt x="119733" y="58769"/>
                    <a:pt x="119600" y="58769"/>
                  </a:cubicBezTo>
                  <a:close/>
                  <a:moveTo>
                    <a:pt x="62548" y="60673"/>
                  </a:moveTo>
                  <a:cubicBezTo>
                    <a:pt x="62371" y="60673"/>
                    <a:pt x="62198" y="60690"/>
                    <a:pt x="62050" y="60720"/>
                  </a:cubicBezTo>
                  <a:cubicBezTo>
                    <a:pt x="61330" y="60916"/>
                    <a:pt x="61508" y="61891"/>
                    <a:pt x="62146" y="61891"/>
                  </a:cubicBezTo>
                  <a:cubicBezTo>
                    <a:pt x="62206" y="61891"/>
                    <a:pt x="62269" y="61883"/>
                    <a:pt x="62336" y="61865"/>
                  </a:cubicBezTo>
                  <a:lnTo>
                    <a:pt x="62622" y="61865"/>
                  </a:lnTo>
                  <a:cubicBezTo>
                    <a:pt x="62837" y="61865"/>
                    <a:pt x="62980" y="61936"/>
                    <a:pt x="63123" y="61936"/>
                  </a:cubicBezTo>
                  <a:lnTo>
                    <a:pt x="63195" y="62008"/>
                  </a:lnTo>
                  <a:lnTo>
                    <a:pt x="63410" y="62151"/>
                  </a:lnTo>
                  <a:lnTo>
                    <a:pt x="63839" y="62366"/>
                  </a:lnTo>
                  <a:cubicBezTo>
                    <a:pt x="64206" y="62641"/>
                    <a:pt x="64661" y="62769"/>
                    <a:pt x="65129" y="62769"/>
                  </a:cubicBezTo>
                  <a:cubicBezTo>
                    <a:pt x="65392" y="62769"/>
                    <a:pt x="65658" y="62729"/>
                    <a:pt x="65914" y="62652"/>
                  </a:cubicBezTo>
                  <a:cubicBezTo>
                    <a:pt x="66058" y="62652"/>
                    <a:pt x="66129" y="62437"/>
                    <a:pt x="66129" y="62294"/>
                  </a:cubicBezTo>
                  <a:cubicBezTo>
                    <a:pt x="66201" y="62079"/>
                    <a:pt x="65986" y="61936"/>
                    <a:pt x="65843" y="61936"/>
                  </a:cubicBezTo>
                  <a:lnTo>
                    <a:pt x="65270" y="61936"/>
                  </a:lnTo>
                  <a:lnTo>
                    <a:pt x="65056" y="61793"/>
                  </a:lnTo>
                  <a:lnTo>
                    <a:pt x="64841" y="61650"/>
                  </a:lnTo>
                  <a:lnTo>
                    <a:pt x="64769" y="61578"/>
                  </a:lnTo>
                  <a:cubicBezTo>
                    <a:pt x="64626" y="61435"/>
                    <a:pt x="64412" y="61364"/>
                    <a:pt x="64268" y="61292"/>
                  </a:cubicBezTo>
                  <a:cubicBezTo>
                    <a:pt x="63982" y="61077"/>
                    <a:pt x="63624" y="60934"/>
                    <a:pt x="63266" y="60791"/>
                  </a:cubicBezTo>
                  <a:cubicBezTo>
                    <a:pt x="63057" y="60707"/>
                    <a:pt x="62798" y="60673"/>
                    <a:pt x="62548" y="60673"/>
                  </a:cubicBezTo>
                  <a:close/>
                  <a:moveTo>
                    <a:pt x="87963" y="61103"/>
                  </a:moveTo>
                  <a:cubicBezTo>
                    <a:pt x="87492" y="61103"/>
                    <a:pt x="87088" y="61712"/>
                    <a:pt x="87528" y="62151"/>
                  </a:cubicBezTo>
                  <a:cubicBezTo>
                    <a:pt x="87886" y="62580"/>
                    <a:pt x="88315" y="62938"/>
                    <a:pt x="88816" y="63368"/>
                  </a:cubicBezTo>
                  <a:lnTo>
                    <a:pt x="89603" y="63940"/>
                  </a:lnTo>
                  <a:lnTo>
                    <a:pt x="89746" y="64012"/>
                  </a:lnTo>
                  <a:cubicBezTo>
                    <a:pt x="89890" y="64155"/>
                    <a:pt x="90033" y="64226"/>
                    <a:pt x="90176" y="64298"/>
                  </a:cubicBezTo>
                  <a:lnTo>
                    <a:pt x="90391" y="64370"/>
                  </a:lnTo>
                  <a:cubicBezTo>
                    <a:pt x="90448" y="64389"/>
                    <a:pt x="90506" y="64398"/>
                    <a:pt x="90563" y="64398"/>
                  </a:cubicBezTo>
                  <a:cubicBezTo>
                    <a:pt x="90720" y="64398"/>
                    <a:pt x="90878" y="64331"/>
                    <a:pt x="91035" y="64226"/>
                  </a:cubicBezTo>
                  <a:cubicBezTo>
                    <a:pt x="91178" y="64083"/>
                    <a:pt x="91249" y="63869"/>
                    <a:pt x="91178" y="63654"/>
                  </a:cubicBezTo>
                  <a:cubicBezTo>
                    <a:pt x="91106" y="63439"/>
                    <a:pt x="90963" y="63224"/>
                    <a:pt x="90820" y="63081"/>
                  </a:cubicBezTo>
                  <a:lnTo>
                    <a:pt x="90391" y="62724"/>
                  </a:lnTo>
                  <a:cubicBezTo>
                    <a:pt x="90176" y="62580"/>
                    <a:pt x="89890" y="62437"/>
                    <a:pt x="89675" y="62294"/>
                  </a:cubicBezTo>
                  <a:lnTo>
                    <a:pt x="88959" y="61793"/>
                  </a:lnTo>
                  <a:lnTo>
                    <a:pt x="88816" y="61650"/>
                  </a:lnTo>
                  <a:lnTo>
                    <a:pt x="88745" y="61578"/>
                  </a:lnTo>
                  <a:cubicBezTo>
                    <a:pt x="88601" y="61507"/>
                    <a:pt x="88458" y="61435"/>
                    <a:pt x="88387" y="61292"/>
                  </a:cubicBezTo>
                  <a:cubicBezTo>
                    <a:pt x="88254" y="61159"/>
                    <a:pt x="88105" y="61103"/>
                    <a:pt x="87963" y="61103"/>
                  </a:cubicBezTo>
                  <a:close/>
                  <a:moveTo>
                    <a:pt x="106918" y="69305"/>
                  </a:moveTo>
                  <a:cubicBezTo>
                    <a:pt x="106849" y="69305"/>
                    <a:pt x="106776" y="69328"/>
                    <a:pt x="106708" y="69379"/>
                  </a:cubicBezTo>
                  <a:lnTo>
                    <a:pt x="106565" y="69522"/>
                  </a:lnTo>
                  <a:lnTo>
                    <a:pt x="106493" y="69594"/>
                  </a:lnTo>
                  <a:cubicBezTo>
                    <a:pt x="106493" y="69594"/>
                    <a:pt x="106422" y="69594"/>
                    <a:pt x="106422" y="69666"/>
                  </a:cubicBezTo>
                  <a:lnTo>
                    <a:pt x="104847" y="69666"/>
                  </a:lnTo>
                  <a:cubicBezTo>
                    <a:pt x="104561" y="69666"/>
                    <a:pt x="104346" y="69809"/>
                    <a:pt x="104346" y="70095"/>
                  </a:cubicBezTo>
                  <a:cubicBezTo>
                    <a:pt x="104346" y="70381"/>
                    <a:pt x="104561" y="70524"/>
                    <a:pt x="104847" y="70596"/>
                  </a:cubicBezTo>
                  <a:lnTo>
                    <a:pt x="106135" y="70596"/>
                  </a:lnTo>
                  <a:cubicBezTo>
                    <a:pt x="106565" y="70524"/>
                    <a:pt x="106994" y="70238"/>
                    <a:pt x="107280" y="69809"/>
                  </a:cubicBezTo>
                  <a:cubicBezTo>
                    <a:pt x="107335" y="69536"/>
                    <a:pt x="107141" y="69305"/>
                    <a:pt x="106918" y="69305"/>
                  </a:cubicBezTo>
                  <a:close/>
                  <a:moveTo>
                    <a:pt x="113328" y="72475"/>
                  </a:moveTo>
                  <a:cubicBezTo>
                    <a:pt x="113185" y="72475"/>
                    <a:pt x="113042" y="72564"/>
                    <a:pt x="113006" y="72743"/>
                  </a:cubicBezTo>
                  <a:cubicBezTo>
                    <a:pt x="113006" y="72815"/>
                    <a:pt x="113006" y="72815"/>
                    <a:pt x="113006" y="72815"/>
                  </a:cubicBezTo>
                  <a:lnTo>
                    <a:pt x="112863" y="73029"/>
                  </a:lnTo>
                  <a:cubicBezTo>
                    <a:pt x="112791" y="73101"/>
                    <a:pt x="112720" y="73244"/>
                    <a:pt x="112648" y="73387"/>
                  </a:cubicBezTo>
                  <a:cubicBezTo>
                    <a:pt x="112720" y="73459"/>
                    <a:pt x="112720" y="73459"/>
                    <a:pt x="112648" y="73530"/>
                  </a:cubicBezTo>
                  <a:lnTo>
                    <a:pt x="112576" y="73673"/>
                  </a:lnTo>
                  <a:cubicBezTo>
                    <a:pt x="112576" y="73817"/>
                    <a:pt x="112505" y="73888"/>
                    <a:pt x="112433" y="74031"/>
                  </a:cubicBezTo>
                  <a:cubicBezTo>
                    <a:pt x="112362" y="74031"/>
                    <a:pt x="112362" y="74103"/>
                    <a:pt x="112290" y="74174"/>
                  </a:cubicBezTo>
                  <a:lnTo>
                    <a:pt x="112219" y="74246"/>
                  </a:lnTo>
                  <a:cubicBezTo>
                    <a:pt x="112147" y="74317"/>
                    <a:pt x="112076" y="74389"/>
                    <a:pt x="112004" y="74532"/>
                  </a:cubicBezTo>
                  <a:cubicBezTo>
                    <a:pt x="111789" y="74675"/>
                    <a:pt x="111575" y="74890"/>
                    <a:pt x="111360" y="75033"/>
                  </a:cubicBezTo>
                  <a:cubicBezTo>
                    <a:pt x="111145" y="75248"/>
                    <a:pt x="111145" y="75677"/>
                    <a:pt x="111360" y="75892"/>
                  </a:cubicBezTo>
                  <a:cubicBezTo>
                    <a:pt x="111503" y="75999"/>
                    <a:pt x="111664" y="76053"/>
                    <a:pt x="111816" y="76053"/>
                  </a:cubicBezTo>
                  <a:cubicBezTo>
                    <a:pt x="111968" y="76053"/>
                    <a:pt x="112111" y="75999"/>
                    <a:pt x="112219" y="75892"/>
                  </a:cubicBezTo>
                  <a:cubicBezTo>
                    <a:pt x="112720" y="75534"/>
                    <a:pt x="113077" y="75105"/>
                    <a:pt x="113435" y="74604"/>
                  </a:cubicBezTo>
                  <a:cubicBezTo>
                    <a:pt x="113578" y="74317"/>
                    <a:pt x="113722" y="74031"/>
                    <a:pt x="113793" y="73745"/>
                  </a:cubicBezTo>
                  <a:cubicBezTo>
                    <a:pt x="113865" y="73387"/>
                    <a:pt x="113793" y="73029"/>
                    <a:pt x="113650" y="72743"/>
                  </a:cubicBezTo>
                  <a:cubicBezTo>
                    <a:pt x="113614" y="72564"/>
                    <a:pt x="113471" y="72475"/>
                    <a:pt x="113328" y="72475"/>
                  </a:cubicBezTo>
                  <a:close/>
                  <a:moveTo>
                    <a:pt x="99551" y="77109"/>
                  </a:moveTo>
                  <a:cubicBezTo>
                    <a:pt x="99265" y="77109"/>
                    <a:pt x="99122" y="77323"/>
                    <a:pt x="99122" y="77610"/>
                  </a:cubicBezTo>
                  <a:cubicBezTo>
                    <a:pt x="99122" y="77824"/>
                    <a:pt x="99265" y="78039"/>
                    <a:pt x="99551" y="78039"/>
                  </a:cubicBezTo>
                  <a:lnTo>
                    <a:pt x="102700" y="78039"/>
                  </a:lnTo>
                  <a:cubicBezTo>
                    <a:pt x="102772" y="78039"/>
                    <a:pt x="102843" y="77967"/>
                    <a:pt x="102915" y="77896"/>
                  </a:cubicBezTo>
                  <a:cubicBezTo>
                    <a:pt x="103201" y="77753"/>
                    <a:pt x="103201" y="77395"/>
                    <a:pt x="102915" y="77180"/>
                  </a:cubicBezTo>
                  <a:lnTo>
                    <a:pt x="102700" y="77109"/>
                  </a:lnTo>
                  <a:close/>
                  <a:moveTo>
                    <a:pt x="107996" y="75606"/>
                  </a:moveTo>
                  <a:cubicBezTo>
                    <a:pt x="107638" y="75606"/>
                    <a:pt x="107495" y="76250"/>
                    <a:pt x="107925" y="76321"/>
                  </a:cubicBezTo>
                  <a:cubicBezTo>
                    <a:pt x="108640" y="76465"/>
                    <a:pt x="109356" y="76822"/>
                    <a:pt x="110000" y="77252"/>
                  </a:cubicBezTo>
                  <a:lnTo>
                    <a:pt x="110573" y="77538"/>
                  </a:lnTo>
                  <a:cubicBezTo>
                    <a:pt x="110716" y="77681"/>
                    <a:pt x="110930" y="77753"/>
                    <a:pt x="111074" y="77824"/>
                  </a:cubicBezTo>
                  <a:cubicBezTo>
                    <a:pt x="111431" y="77967"/>
                    <a:pt x="111789" y="78182"/>
                    <a:pt x="112076" y="78397"/>
                  </a:cubicBezTo>
                  <a:cubicBezTo>
                    <a:pt x="112124" y="78433"/>
                    <a:pt x="112175" y="78449"/>
                    <a:pt x="112224" y="78449"/>
                  </a:cubicBezTo>
                  <a:cubicBezTo>
                    <a:pt x="112465" y="78449"/>
                    <a:pt x="112671" y="78074"/>
                    <a:pt x="112433" y="77896"/>
                  </a:cubicBezTo>
                  <a:cubicBezTo>
                    <a:pt x="112147" y="77610"/>
                    <a:pt x="111861" y="77323"/>
                    <a:pt x="111575" y="77109"/>
                  </a:cubicBezTo>
                  <a:cubicBezTo>
                    <a:pt x="111431" y="76894"/>
                    <a:pt x="111217" y="76751"/>
                    <a:pt x="111002" y="76679"/>
                  </a:cubicBezTo>
                  <a:lnTo>
                    <a:pt x="110429" y="76321"/>
                  </a:lnTo>
                  <a:cubicBezTo>
                    <a:pt x="109714" y="75964"/>
                    <a:pt x="108855" y="75677"/>
                    <a:pt x="107996" y="75606"/>
                  </a:cubicBezTo>
                  <a:close/>
                  <a:moveTo>
                    <a:pt x="46233" y="78826"/>
                  </a:moveTo>
                  <a:cubicBezTo>
                    <a:pt x="45732" y="78826"/>
                    <a:pt x="45231" y="79041"/>
                    <a:pt x="44874" y="79399"/>
                  </a:cubicBezTo>
                  <a:cubicBezTo>
                    <a:pt x="44802" y="79470"/>
                    <a:pt x="44802" y="79613"/>
                    <a:pt x="44802" y="79685"/>
                  </a:cubicBezTo>
                  <a:cubicBezTo>
                    <a:pt x="44802" y="79828"/>
                    <a:pt x="44874" y="79971"/>
                    <a:pt x="44945" y="80043"/>
                  </a:cubicBezTo>
                  <a:cubicBezTo>
                    <a:pt x="45021" y="80094"/>
                    <a:pt x="45106" y="80117"/>
                    <a:pt x="45188" y="80117"/>
                  </a:cubicBezTo>
                  <a:cubicBezTo>
                    <a:pt x="45336" y="80117"/>
                    <a:pt x="45472" y="80038"/>
                    <a:pt x="45518" y="79900"/>
                  </a:cubicBezTo>
                  <a:cubicBezTo>
                    <a:pt x="45589" y="79828"/>
                    <a:pt x="45661" y="79757"/>
                    <a:pt x="45732" y="79685"/>
                  </a:cubicBezTo>
                  <a:cubicBezTo>
                    <a:pt x="45804" y="79685"/>
                    <a:pt x="45804" y="79613"/>
                    <a:pt x="45876" y="79613"/>
                  </a:cubicBezTo>
                  <a:cubicBezTo>
                    <a:pt x="46019" y="79542"/>
                    <a:pt x="46090" y="79542"/>
                    <a:pt x="46162" y="79542"/>
                  </a:cubicBezTo>
                  <a:lnTo>
                    <a:pt x="46233" y="79542"/>
                  </a:lnTo>
                  <a:cubicBezTo>
                    <a:pt x="46305" y="79542"/>
                    <a:pt x="46377" y="79470"/>
                    <a:pt x="46448" y="79470"/>
                  </a:cubicBezTo>
                  <a:cubicBezTo>
                    <a:pt x="46520" y="79399"/>
                    <a:pt x="46520" y="79327"/>
                    <a:pt x="46520" y="79256"/>
                  </a:cubicBezTo>
                  <a:cubicBezTo>
                    <a:pt x="46591" y="79041"/>
                    <a:pt x="46448" y="78826"/>
                    <a:pt x="46233" y="78826"/>
                  </a:cubicBezTo>
                  <a:close/>
                  <a:moveTo>
                    <a:pt x="154412" y="76962"/>
                  </a:moveTo>
                  <a:cubicBezTo>
                    <a:pt x="154249" y="76962"/>
                    <a:pt x="154091" y="77048"/>
                    <a:pt x="154014" y="77252"/>
                  </a:cubicBezTo>
                  <a:cubicBezTo>
                    <a:pt x="154014" y="77252"/>
                    <a:pt x="153871" y="77323"/>
                    <a:pt x="154014" y="77323"/>
                  </a:cubicBezTo>
                  <a:lnTo>
                    <a:pt x="153942" y="77395"/>
                  </a:lnTo>
                  <a:lnTo>
                    <a:pt x="153799" y="77395"/>
                  </a:lnTo>
                  <a:lnTo>
                    <a:pt x="153656" y="77538"/>
                  </a:lnTo>
                  <a:lnTo>
                    <a:pt x="153513" y="77538"/>
                  </a:lnTo>
                  <a:cubicBezTo>
                    <a:pt x="153155" y="77681"/>
                    <a:pt x="152797" y="77896"/>
                    <a:pt x="152511" y="78111"/>
                  </a:cubicBezTo>
                  <a:cubicBezTo>
                    <a:pt x="151939" y="78612"/>
                    <a:pt x="151366" y="79184"/>
                    <a:pt x="150865" y="79757"/>
                  </a:cubicBezTo>
                  <a:cubicBezTo>
                    <a:pt x="150722" y="79971"/>
                    <a:pt x="150722" y="80258"/>
                    <a:pt x="150865" y="80472"/>
                  </a:cubicBezTo>
                  <a:cubicBezTo>
                    <a:pt x="150972" y="80580"/>
                    <a:pt x="151116" y="80633"/>
                    <a:pt x="151250" y="80633"/>
                  </a:cubicBezTo>
                  <a:cubicBezTo>
                    <a:pt x="151384" y="80633"/>
                    <a:pt x="151509" y="80580"/>
                    <a:pt x="151581" y="80472"/>
                  </a:cubicBezTo>
                  <a:cubicBezTo>
                    <a:pt x="151867" y="80186"/>
                    <a:pt x="152153" y="79900"/>
                    <a:pt x="152440" y="79613"/>
                  </a:cubicBezTo>
                  <a:cubicBezTo>
                    <a:pt x="152583" y="79470"/>
                    <a:pt x="152726" y="79327"/>
                    <a:pt x="152869" y="79184"/>
                  </a:cubicBezTo>
                  <a:lnTo>
                    <a:pt x="153084" y="78969"/>
                  </a:lnTo>
                  <a:lnTo>
                    <a:pt x="153227" y="78898"/>
                  </a:lnTo>
                  <a:cubicBezTo>
                    <a:pt x="153298" y="78826"/>
                    <a:pt x="153370" y="78826"/>
                    <a:pt x="153513" y="78755"/>
                  </a:cubicBezTo>
                  <a:lnTo>
                    <a:pt x="153585" y="78683"/>
                  </a:lnTo>
                  <a:lnTo>
                    <a:pt x="154014" y="78540"/>
                  </a:lnTo>
                  <a:cubicBezTo>
                    <a:pt x="154229" y="78468"/>
                    <a:pt x="154372" y="78397"/>
                    <a:pt x="154515" y="78254"/>
                  </a:cubicBezTo>
                  <a:cubicBezTo>
                    <a:pt x="154658" y="78039"/>
                    <a:pt x="154801" y="77824"/>
                    <a:pt x="154873" y="77610"/>
                  </a:cubicBezTo>
                  <a:cubicBezTo>
                    <a:pt x="155011" y="77241"/>
                    <a:pt x="154705" y="76962"/>
                    <a:pt x="154412" y="76962"/>
                  </a:cubicBezTo>
                  <a:close/>
                  <a:moveTo>
                    <a:pt x="76328" y="91512"/>
                  </a:moveTo>
                  <a:cubicBezTo>
                    <a:pt x="76113" y="91512"/>
                    <a:pt x="75898" y="91601"/>
                    <a:pt x="75719" y="91780"/>
                  </a:cubicBezTo>
                  <a:cubicBezTo>
                    <a:pt x="75361" y="92138"/>
                    <a:pt x="75361" y="92639"/>
                    <a:pt x="75719" y="92997"/>
                  </a:cubicBezTo>
                  <a:cubicBezTo>
                    <a:pt x="76277" y="93484"/>
                    <a:pt x="76970" y="93904"/>
                    <a:pt x="77667" y="94124"/>
                  </a:cubicBezTo>
                  <a:lnTo>
                    <a:pt x="77667" y="94124"/>
                  </a:lnTo>
                  <a:cubicBezTo>
                    <a:pt x="77825" y="94181"/>
                    <a:pt x="77973" y="94249"/>
                    <a:pt x="78081" y="94356"/>
                  </a:cubicBezTo>
                  <a:cubicBezTo>
                    <a:pt x="78224" y="94428"/>
                    <a:pt x="78367" y="94500"/>
                    <a:pt x="78510" y="94571"/>
                  </a:cubicBezTo>
                  <a:lnTo>
                    <a:pt x="78797" y="94643"/>
                  </a:lnTo>
                  <a:cubicBezTo>
                    <a:pt x="78856" y="94660"/>
                    <a:pt x="78915" y="94668"/>
                    <a:pt x="78973" y="94668"/>
                  </a:cubicBezTo>
                  <a:cubicBezTo>
                    <a:pt x="79407" y="94668"/>
                    <a:pt x="79782" y="94226"/>
                    <a:pt x="79655" y="93784"/>
                  </a:cubicBezTo>
                  <a:cubicBezTo>
                    <a:pt x="79584" y="93641"/>
                    <a:pt x="79512" y="93498"/>
                    <a:pt x="79441" y="93354"/>
                  </a:cubicBezTo>
                  <a:cubicBezTo>
                    <a:pt x="79298" y="93140"/>
                    <a:pt x="79154" y="92997"/>
                    <a:pt x="78940" y="92853"/>
                  </a:cubicBezTo>
                  <a:cubicBezTo>
                    <a:pt x="78725" y="92710"/>
                    <a:pt x="78510" y="92639"/>
                    <a:pt x="78296" y="92567"/>
                  </a:cubicBezTo>
                  <a:cubicBezTo>
                    <a:pt x="77938" y="92353"/>
                    <a:pt x="77508" y="92209"/>
                    <a:pt x="77151" y="91923"/>
                  </a:cubicBezTo>
                  <a:lnTo>
                    <a:pt x="76936" y="91780"/>
                  </a:lnTo>
                  <a:cubicBezTo>
                    <a:pt x="76757" y="91601"/>
                    <a:pt x="76542" y="91512"/>
                    <a:pt x="76328" y="9151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531717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 y="18"/>
            <a:ext cx="12201339" cy="6857986"/>
            <a:chOff x="0" y="11"/>
            <a:chExt cx="9151004" cy="5143489"/>
          </a:xfrm>
        </p:grpSpPr>
        <p:sp>
          <p:nvSpPr>
            <p:cNvPr id="10" name="Google Shape;10;p2"/>
            <p:cNvSpPr/>
            <p:nvPr/>
          </p:nvSpPr>
          <p:spPr>
            <a:xfrm rot="10800000">
              <a:off x="0" y="1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11" name="Google Shape;11;p2"/>
            <p:cNvSpPr/>
            <p:nvPr/>
          </p:nvSpPr>
          <p:spPr>
            <a:xfrm rot="10800000">
              <a:off x="7317389" y="3920459"/>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grpSp>
        <p:nvGrpSpPr>
          <p:cNvPr id="12" name="Google Shape;12;p2"/>
          <p:cNvGrpSpPr/>
          <p:nvPr/>
        </p:nvGrpSpPr>
        <p:grpSpPr>
          <a:xfrm>
            <a:off x="2005108" y="-2700159"/>
            <a:ext cx="9880052" cy="12570313"/>
            <a:chOff x="1503828" y="-2025120"/>
            <a:chExt cx="7410038" cy="9427735"/>
          </a:xfrm>
        </p:grpSpPr>
        <p:sp>
          <p:nvSpPr>
            <p:cNvPr id="13" name="Google Shape;13;p2"/>
            <p:cNvSpPr/>
            <p:nvPr/>
          </p:nvSpPr>
          <p:spPr>
            <a:xfrm rot="2203802">
              <a:off x="1738683" y="4600168"/>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14" name="Google Shape;14;p2"/>
            <p:cNvSpPr/>
            <p:nvPr/>
          </p:nvSpPr>
          <p:spPr>
            <a:xfrm rot="-1048249">
              <a:off x="5198820" y="-1544172"/>
              <a:ext cx="3503360" cy="194850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sp>
        <p:nvSpPr>
          <p:cNvPr id="15" name="Google Shape;15;p2"/>
          <p:cNvSpPr txBox="1">
            <a:spLocks noGrp="1"/>
          </p:cNvSpPr>
          <p:nvPr>
            <p:ph type="ctrTitle"/>
          </p:nvPr>
        </p:nvSpPr>
        <p:spPr>
          <a:xfrm>
            <a:off x="962535" y="1481366"/>
            <a:ext cx="5039600" cy="2818800"/>
          </a:xfrm>
          <a:prstGeom prst="rect">
            <a:avLst/>
          </a:prstGeom>
        </p:spPr>
        <p:txBody>
          <a:bodyPr spcFirstLastPara="1" wrap="square" lIns="91425" tIns="91425" rIns="91425" bIns="91425" anchor="t" anchorCtr="0">
            <a:noAutofit/>
          </a:bodyPr>
          <a:lstStyle>
            <a:lvl1pPr lvl="0">
              <a:spcBef>
                <a:spcPts val="0"/>
              </a:spcBef>
              <a:spcAft>
                <a:spcPts val="0"/>
              </a:spcAft>
              <a:buSzPts val="5200"/>
              <a:buNone/>
              <a:defRPr sz="6015" b="0">
                <a:latin typeface="Outfit"/>
                <a:ea typeface="Outfit"/>
                <a:cs typeface="Outfit"/>
                <a:sym typeface="Outfit"/>
              </a:defRPr>
            </a:lvl1pPr>
            <a:lvl2pPr lvl="1" algn="ctr">
              <a:spcBef>
                <a:spcPts val="0"/>
              </a:spcBef>
              <a:spcAft>
                <a:spcPts val="0"/>
              </a:spcAft>
              <a:buSzPts val="5200"/>
              <a:buNone/>
              <a:defRPr sz="6950"/>
            </a:lvl2pPr>
            <a:lvl3pPr lvl="2" algn="ctr">
              <a:spcBef>
                <a:spcPts val="0"/>
              </a:spcBef>
              <a:spcAft>
                <a:spcPts val="0"/>
              </a:spcAft>
              <a:buSzPts val="5200"/>
              <a:buNone/>
              <a:defRPr sz="6950"/>
            </a:lvl3pPr>
            <a:lvl4pPr lvl="3" algn="ctr">
              <a:spcBef>
                <a:spcPts val="0"/>
              </a:spcBef>
              <a:spcAft>
                <a:spcPts val="0"/>
              </a:spcAft>
              <a:buSzPts val="5200"/>
              <a:buNone/>
              <a:defRPr sz="6950"/>
            </a:lvl4pPr>
            <a:lvl5pPr lvl="4" algn="ctr">
              <a:spcBef>
                <a:spcPts val="0"/>
              </a:spcBef>
              <a:spcAft>
                <a:spcPts val="0"/>
              </a:spcAft>
              <a:buSzPts val="5200"/>
              <a:buNone/>
              <a:defRPr sz="6950"/>
            </a:lvl5pPr>
            <a:lvl6pPr lvl="5" algn="ctr">
              <a:spcBef>
                <a:spcPts val="0"/>
              </a:spcBef>
              <a:spcAft>
                <a:spcPts val="0"/>
              </a:spcAft>
              <a:buSzPts val="5200"/>
              <a:buNone/>
              <a:defRPr sz="6950"/>
            </a:lvl6pPr>
            <a:lvl7pPr lvl="6" algn="ctr">
              <a:spcBef>
                <a:spcPts val="0"/>
              </a:spcBef>
              <a:spcAft>
                <a:spcPts val="0"/>
              </a:spcAft>
              <a:buSzPts val="5200"/>
              <a:buNone/>
              <a:defRPr sz="6950"/>
            </a:lvl7pPr>
            <a:lvl8pPr lvl="7" algn="ctr">
              <a:spcBef>
                <a:spcPts val="0"/>
              </a:spcBef>
              <a:spcAft>
                <a:spcPts val="0"/>
              </a:spcAft>
              <a:buSzPts val="5200"/>
              <a:buNone/>
              <a:defRPr sz="6950"/>
            </a:lvl8pPr>
            <a:lvl9pPr lvl="8" algn="ctr">
              <a:spcBef>
                <a:spcPts val="0"/>
              </a:spcBef>
              <a:spcAft>
                <a:spcPts val="0"/>
              </a:spcAft>
              <a:buSzPts val="5200"/>
              <a:buNone/>
              <a:defRPr sz="6950"/>
            </a:lvl9pPr>
          </a:lstStyle>
          <a:p>
            <a:endParaRPr/>
          </a:p>
        </p:txBody>
      </p:sp>
      <p:sp>
        <p:nvSpPr>
          <p:cNvPr id="16" name="Google Shape;16;p2"/>
          <p:cNvSpPr txBox="1">
            <a:spLocks noGrp="1"/>
          </p:cNvSpPr>
          <p:nvPr>
            <p:ph type="subTitle" idx="1"/>
          </p:nvPr>
        </p:nvSpPr>
        <p:spPr>
          <a:xfrm>
            <a:off x="962533" y="4538634"/>
            <a:ext cx="3520800" cy="838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2005">
                <a:latin typeface="DM Sans"/>
                <a:ea typeface="DM Sans"/>
                <a:cs typeface="DM Sans"/>
                <a:sym typeface="DM Sans"/>
              </a:defRPr>
            </a:lvl1pPr>
            <a:lvl2pPr lvl="1" algn="ctr">
              <a:lnSpc>
                <a:spcPct val="100000"/>
              </a:lnSpc>
              <a:spcBef>
                <a:spcPts val="0"/>
              </a:spcBef>
              <a:spcAft>
                <a:spcPts val="0"/>
              </a:spcAft>
              <a:buSzPts val="2800"/>
              <a:buNone/>
              <a:defRPr sz="3740"/>
            </a:lvl2pPr>
            <a:lvl3pPr lvl="2" algn="ctr">
              <a:lnSpc>
                <a:spcPct val="100000"/>
              </a:lnSpc>
              <a:spcBef>
                <a:spcPts val="0"/>
              </a:spcBef>
              <a:spcAft>
                <a:spcPts val="0"/>
              </a:spcAft>
              <a:buSzPts val="2800"/>
              <a:buNone/>
              <a:defRPr sz="3740"/>
            </a:lvl3pPr>
            <a:lvl4pPr lvl="3" algn="ctr">
              <a:lnSpc>
                <a:spcPct val="100000"/>
              </a:lnSpc>
              <a:spcBef>
                <a:spcPts val="0"/>
              </a:spcBef>
              <a:spcAft>
                <a:spcPts val="0"/>
              </a:spcAft>
              <a:buSzPts val="2800"/>
              <a:buNone/>
              <a:defRPr sz="3740"/>
            </a:lvl4pPr>
            <a:lvl5pPr lvl="4" algn="ctr">
              <a:lnSpc>
                <a:spcPct val="100000"/>
              </a:lnSpc>
              <a:spcBef>
                <a:spcPts val="0"/>
              </a:spcBef>
              <a:spcAft>
                <a:spcPts val="0"/>
              </a:spcAft>
              <a:buSzPts val="2800"/>
              <a:buNone/>
              <a:defRPr sz="3740"/>
            </a:lvl5pPr>
            <a:lvl6pPr lvl="5" algn="ctr">
              <a:lnSpc>
                <a:spcPct val="100000"/>
              </a:lnSpc>
              <a:spcBef>
                <a:spcPts val="0"/>
              </a:spcBef>
              <a:spcAft>
                <a:spcPts val="0"/>
              </a:spcAft>
              <a:buSzPts val="2800"/>
              <a:buNone/>
              <a:defRPr sz="3740"/>
            </a:lvl6pPr>
            <a:lvl7pPr lvl="6" algn="ctr">
              <a:lnSpc>
                <a:spcPct val="100000"/>
              </a:lnSpc>
              <a:spcBef>
                <a:spcPts val="0"/>
              </a:spcBef>
              <a:spcAft>
                <a:spcPts val="0"/>
              </a:spcAft>
              <a:buSzPts val="2800"/>
              <a:buNone/>
              <a:defRPr sz="3740"/>
            </a:lvl7pPr>
            <a:lvl8pPr lvl="7" algn="ctr">
              <a:lnSpc>
                <a:spcPct val="100000"/>
              </a:lnSpc>
              <a:spcBef>
                <a:spcPts val="0"/>
              </a:spcBef>
              <a:spcAft>
                <a:spcPts val="0"/>
              </a:spcAft>
              <a:buSzPts val="2800"/>
              <a:buNone/>
              <a:defRPr sz="3740"/>
            </a:lvl8pPr>
            <a:lvl9pPr lvl="8" algn="ctr">
              <a:lnSpc>
                <a:spcPct val="100000"/>
              </a:lnSpc>
              <a:spcBef>
                <a:spcPts val="0"/>
              </a:spcBef>
              <a:spcAft>
                <a:spcPts val="0"/>
              </a:spcAft>
              <a:buSzPts val="2800"/>
              <a:buNone/>
              <a:defRPr sz="3740"/>
            </a:lvl9pPr>
          </a:lstStyle>
          <a:p>
            <a:endParaRPr/>
          </a:p>
        </p:txBody>
      </p:sp>
    </p:spTree>
    <p:extLst>
      <p:ext uri="{BB962C8B-B14F-4D97-AF65-F5344CB8AC3E}">
        <p14:creationId xmlns:p14="http://schemas.microsoft.com/office/powerpoint/2010/main" val="113810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grpSp>
        <p:nvGrpSpPr>
          <p:cNvPr id="27" name="Google Shape;27;p4"/>
          <p:cNvGrpSpPr/>
          <p:nvPr/>
        </p:nvGrpSpPr>
        <p:grpSpPr>
          <a:xfrm>
            <a:off x="2" y="-8288"/>
            <a:ext cx="12218830" cy="6866288"/>
            <a:chOff x="0" y="-6216"/>
            <a:chExt cx="9164122" cy="5149716"/>
          </a:xfrm>
        </p:grpSpPr>
        <p:sp>
          <p:nvSpPr>
            <p:cNvPr id="28" name="Google Shape;28;p4"/>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sp>
          <p:nvSpPr>
            <p:cNvPr id="29" name="Google Shape;29;p4"/>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grpSp>
      <p:grpSp>
        <p:nvGrpSpPr>
          <p:cNvPr id="30" name="Google Shape;30;p4"/>
          <p:cNvGrpSpPr/>
          <p:nvPr/>
        </p:nvGrpSpPr>
        <p:grpSpPr>
          <a:xfrm>
            <a:off x="3158985" y="-3684999"/>
            <a:ext cx="7547851" cy="13601353"/>
            <a:chOff x="2242539" y="-2772200"/>
            <a:chExt cx="5660888" cy="10201015"/>
          </a:xfrm>
        </p:grpSpPr>
        <p:sp>
          <p:nvSpPr>
            <p:cNvPr id="31" name="Google Shape;31;p4"/>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sp>
          <p:nvSpPr>
            <p:cNvPr id="32" name="Google Shape;32;p4"/>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grpSp>
      <p:sp>
        <p:nvSpPr>
          <p:cNvPr id="33" name="Google Shape;33;p4"/>
          <p:cNvSpPr txBox="1">
            <a:spLocks noGrp="1"/>
          </p:cNvSpPr>
          <p:nvPr>
            <p:ph type="title"/>
          </p:nvPr>
        </p:nvSpPr>
        <p:spPr>
          <a:xfrm>
            <a:off x="962535" y="603367"/>
            <a:ext cx="10266800" cy="753200"/>
          </a:xfrm>
          <a:prstGeom prst="rect">
            <a:avLst/>
          </a:prstGeom>
        </p:spPr>
        <p:txBody>
          <a:bodyPr spcFirstLastPara="1" wrap="square" lIns="91425" tIns="91425" rIns="91425" bIns="91425" anchor="t" anchorCtr="0">
            <a:noAutofit/>
          </a:bodyPr>
          <a:lstStyle>
            <a:lvl1pPr lvl="0">
              <a:spcBef>
                <a:spcPts val="0"/>
              </a:spcBef>
              <a:spcAft>
                <a:spcPts val="0"/>
              </a:spcAft>
              <a:buSzPts val="3500"/>
              <a:buNone/>
              <a:defRPr sz="4680"/>
            </a:lvl1pPr>
            <a:lvl2pPr lvl="1">
              <a:spcBef>
                <a:spcPts val="0"/>
              </a:spcBef>
              <a:spcAft>
                <a:spcPts val="0"/>
              </a:spcAft>
              <a:buSzPts val="3500"/>
              <a:buNone/>
              <a:defRPr sz="4680"/>
            </a:lvl2pPr>
            <a:lvl3pPr lvl="2">
              <a:spcBef>
                <a:spcPts val="0"/>
              </a:spcBef>
              <a:spcAft>
                <a:spcPts val="0"/>
              </a:spcAft>
              <a:buSzPts val="3500"/>
              <a:buNone/>
              <a:defRPr sz="4680"/>
            </a:lvl3pPr>
            <a:lvl4pPr lvl="3">
              <a:spcBef>
                <a:spcPts val="0"/>
              </a:spcBef>
              <a:spcAft>
                <a:spcPts val="0"/>
              </a:spcAft>
              <a:buSzPts val="3500"/>
              <a:buNone/>
              <a:defRPr sz="4680"/>
            </a:lvl4pPr>
            <a:lvl5pPr lvl="4">
              <a:spcBef>
                <a:spcPts val="0"/>
              </a:spcBef>
              <a:spcAft>
                <a:spcPts val="0"/>
              </a:spcAft>
              <a:buSzPts val="3500"/>
              <a:buNone/>
              <a:defRPr sz="4680"/>
            </a:lvl5pPr>
            <a:lvl6pPr lvl="5">
              <a:spcBef>
                <a:spcPts val="0"/>
              </a:spcBef>
              <a:spcAft>
                <a:spcPts val="0"/>
              </a:spcAft>
              <a:buSzPts val="3500"/>
              <a:buNone/>
              <a:defRPr sz="4680"/>
            </a:lvl6pPr>
            <a:lvl7pPr lvl="6">
              <a:spcBef>
                <a:spcPts val="0"/>
              </a:spcBef>
              <a:spcAft>
                <a:spcPts val="0"/>
              </a:spcAft>
              <a:buSzPts val="3500"/>
              <a:buNone/>
              <a:defRPr sz="4680"/>
            </a:lvl7pPr>
            <a:lvl8pPr lvl="7">
              <a:spcBef>
                <a:spcPts val="0"/>
              </a:spcBef>
              <a:spcAft>
                <a:spcPts val="0"/>
              </a:spcAft>
              <a:buSzPts val="3500"/>
              <a:buNone/>
              <a:defRPr sz="4680"/>
            </a:lvl8pPr>
            <a:lvl9pPr lvl="8">
              <a:spcBef>
                <a:spcPts val="0"/>
              </a:spcBef>
              <a:spcAft>
                <a:spcPts val="0"/>
              </a:spcAft>
              <a:buSzPts val="3500"/>
              <a:buNone/>
              <a:defRPr sz="4680"/>
            </a:lvl9pPr>
          </a:lstStyle>
          <a:p>
            <a:endParaRPr/>
          </a:p>
        </p:txBody>
      </p:sp>
      <p:sp>
        <p:nvSpPr>
          <p:cNvPr id="34" name="Google Shape;34;p4"/>
          <p:cNvSpPr txBox="1">
            <a:spLocks noGrp="1"/>
          </p:cNvSpPr>
          <p:nvPr>
            <p:ph type="body" idx="1"/>
          </p:nvPr>
        </p:nvSpPr>
        <p:spPr>
          <a:xfrm>
            <a:off x="962535" y="1435167"/>
            <a:ext cx="8713200" cy="1169600"/>
          </a:xfrm>
          <a:prstGeom prst="rect">
            <a:avLst/>
          </a:prstGeom>
        </p:spPr>
        <p:txBody>
          <a:bodyPr spcFirstLastPara="1" wrap="square" lIns="91425" tIns="91425" rIns="91425" bIns="91425" anchor="t" anchorCtr="0">
            <a:noAutofit/>
          </a:bodyPr>
          <a:lstStyle>
            <a:lvl1pPr marL="610870" lvl="0" indent="-407670">
              <a:spcBef>
                <a:spcPts val="0"/>
              </a:spcBef>
              <a:spcAft>
                <a:spcPts val="0"/>
              </a:spcAft>
              <a:buClr>
                <a:schemeClr val="lt2"/>
              </a:buClr>
              <a:buSzPts val="1200"/>
              <a:buChar char="●"/>
              <a:defRPr/>
            </a:lvl1pPr>
            <a:lvl2pPr marL="1222375" lvl="1" indent="-407670">
              <a:spcBef>
                <a:spcPts val="0"/>
              </a:spcBef>
              <a:spcAft>
                <a:spcPts val="0"/>
              </a:spcAft>
              <a:buSzPts val="1200"/>
              <a:buChar char="○"/>
              <a:defRPr/>
            </a:lvl2pPr>
            <a:lvl3pPr marL="1833245" lvl="2" indent="-407670">
              <a:spcBef>
                <a:spcPts val="0"/>
              </a:spcBef>
              <a:spcAft>
                <a:spcPts val="0"/>
              </a:spcAft>
              <a:buSzPts val="1200"/>
              <a:buChar char="■"/>
              <a:defRPr/>
            </a:lvl3pPr>
            <a:lvl4pPr marL="2444750" lvl="3" indent="-407670">
              <a:spcBef>
                <a:spcPts val="0"/>
              </a:spcBef>
              <a:spcAft>
                <a:spcPts val="0"/>
              </a:spcAft>
              <a:buSzPts val="1200"/>
              <a:buChar char="●"/>
              <a:defRPr/>
            </a:lvl4pPr>
            <a:lvl5pPr marL="3055620" lvl="4" indent="-407670">
              <a:spcBef>
                <a:spcPts val="0"/>
              </a:spcBef>
              <a:spcAft>
                <a:spcPts val="0"/>
              </a:spcAft>
              <a:buSzPts val="1200"/>
              <a:buChar char="○"/>
              <a:defRPr/>
            </a:lvl5pPr>
            <a:lvl6pPr marL="3666490" lvl="5" indent="-407670">
              <a:spcBef>
                <a:spcPts val="0"/>
              </a:spcBef>
              <a:spcAft>
                <a:spcPts val="0"/>
              </a:spcAft>
              <a:buSzPts val="1200"/>
              <a:buChar char="■"/>
              <a:defRPr/>
            </a:lvl6pPr>
            <a:lvl7pPr marL="4277995" lvl="6" indent="-407670">
              <a:spcBef>
                <a:spcPts val="0"/>
              </a:spcBef>
              <a:spcAft>
                <a:spcPts val="0"/>
              </a:spcAft>
              <a:buSzPts val="1200"/>
              <a:buChar char="●"/>
              <a:defRPr/>
            </a:lvl7pPr>
            <a:lvl8pPr marL="4888865" lvl="7" indent="-407670">
              <a:spcBef>
                <a:spcPts val="0"/>
              </a:spcBef>
              <a:spcAft>
                <a:spcPts val="0"/>
              </a:spcAft>
              <a:buSzPts val="1200"/>
              <a:buChar char="○"/>
              <a:defRPr/>
            </a:lvl8pPr>
            <a:lvl9pPr marL="5500370" lvl="8" indent="-407670">
              <a:spcBef>
                <a:spcPts val="0"/>
              </a:spcBef>
              <a:spcAft>
                <a:spcPts val="0"/>
              </a:spcAft>
              <a:buSzPts val="1200"/>
              <a:buChar char="■"/>
              <a:defRPr/>
            </a:lvl9pPr>
          </a:lstStyle>
          <a:p>
            <a:endParaRPr/>
          </a:p>
        </p:txBody>
      </p:sp>
    </p:spTree>
    <p:extLst>
      <p:ext uri="{BB962C8B-B14F-4D97-AF65-F5344CB8AC3E}">
        <p14:creationId xmlns:p14="http://schemas.microsoft.com/office/powerpoint/2010/main" val="1727426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1850801" y="600201"/>
            <a:ext cx="84904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15"/>
            </a:lvl1pPr>
            <a:lvl2pPr lvl="1">
              <a:spcBef>
                <a:spcPts val="0"/>
              </a:spcBef>
              <a:spcAft>
                <a:spcPts val="0"/>
              </a:spcAft>
              <a:buSzPts val="4800"/>
              <a:buNone/>
              <a:defRPr sz="6415"/>
            </a:lvl2pPr>
            <a:lvl3pPr lvl="2">
              <a:spcBef>
                <a:spcPts val="0"/>
              </a:spcBef>
              <a:spcAft>
                <a:spcPts val="0"/>
              </a:spcAft>
              <a:buSzPts val="4800"/>
              <a:buNone/>
              <a:defRPr sz="6415"/>
            </a:lvl3pPr>
            <a:lvl4pPr lvl="3">
              <a:spcBef>
                <a:spcPts val="0"/>
              </a:spcBef>
              <a:spcAft>
                <a:spcPts val="0"/>
              </a:spcAft>
              <a:buSzPts val="4800"/>
              <a:buNone/>
              <a:defRPr sz="6415"/>
            </a:lvl4pPr>
            <a:lvl5pPr lvl="4">
              <a:spcBef>
                <a:spcPts val="0"/>
              </a:spcBef>
              <a:spcAft>
                <a:spcPts val="0"/>
              </a:spcAft>
              <a:buSzPts val="4800"/>
              <a:buNone/>
              <a:defRPr sz="6415"/>
            </a:lvl5pPr>
            <a:lvl6pPr lvl="5">
              <a:spcBef>
                <a:spcPts val="0"/>
              </a:spcBef>
              <a:spcAft>
                <a:spcPts val="0"/>
              </a:spcAft>
              <a:buSzPts val="4800"/>
              <a:buNone/>
              <a:defRPr sz="6415"/>
            </a:lvl6pPr>
            <a:lvl7pPr lvl="6">
              <a:spcBef>
                <a:spcPts val="0"/>
              </a:spcBef>
              <a:spcAft>
                <a:spcPts val="0"/>
              </a:spcAft>
              <a:buSzPts val="4800"/>
              <a:buNone/>
              <a:defRPr sz="6415"/>
            </a:lvl7pPr>
            <a:lvl8pPr lvl="7">
              <a:spcBef>
                <a:spcPts val="0"/>
              </a:spcBef>
              <a:spcAft>
                <a:spcPts val="0"/>
              </a:spcAft>
              <a:buSzPts val="4800"/>
              <a:buNone/>
              <a:defRPr sz="6415"/>
            </a:lvl8pPr>
            <a:lvl9pPr lvl="8">
              <a:spcBef>
                <a:spcPts val="0"/>
              </a:spcBef>
              <a:spcAft>
                <a:spcPts val="0"/>
              </a:spcAft>
              <a:buSzPts val="4800"/>
              <a:buNone/>
              <a:defRPr sz="6415"/>
            </a:lvl9pPr>
          </a:lstStyle>
          <a:p>
            <a:endParaRPr/>
          </a:p>
        </p:txBody>
      </p:sp>
      <p:grpSp>
        <p:nvGrpSpPr>
          <p:cNvPr id="67" name="Google Shape;67;p8"/>
          <p:cNvGrpSpPr/>
          <p:nvPr/>
        </p:nvGrpSpPr>
        <p:grpSpPr>
          <a:xfrm>
            <a:off x="-15" y="-8448"/>
            <a:ext cx="12200468" cy="6869159"/>
            <a:chOff x="-11" y="-6336"/>
            <a:chExt cx="9150350" cy="5151869"/>
          </a:xfrm>
        </p:grpSpPr>
        <p:sp>
          <p:nvSpPr>
            <p:cNvPr id="68" name="Google Shape;68;p8"/>
            <p:cNvSpPr/>
            <p:nvPr/>
          </p:nvSpPr>
          <p:spPr>
            <a:xfrm>
              <a:off x="7510431" y="394520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69" name="Google Shape;69;p8"/>
            <p:cNvSpPr/>
            <p:nvPr/>
          </p:nvSpPr>
          <p:spPr>
            <a:xfrm>
              <a:off x="-11" y="-633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grpSp>
        <p:nvGrpSpPr>
          <p:cNvPr id="70" name="Google Shape;70;p8"/>
          <p:cNvGrpSpPr/>
          <p:nvPr/>
        </p:nvGrpSpPr>
        <p:grpSpPr>
          <a:xfrm>
            <a:off x="-2893828" y="142549"/>
            <a:ext cx="19025870" cy="6715438"/>
            <a:chOff x="-2170371" y="106912"/>
            <a:chExt cx="14269402" cy="5036578"/>
          </a:xfrm>
        </p:grpSpPr>
        <p:sp>
          <p:nvSpPr>
            <p:cNvPr id="71" name="Google Shape;71;p8"/>
            <p:cNvSpPr/>
            <p:nvPr/>
          </p:nvSpPr>
          <p:spPr>
            <a:xfrm rot="7368651">
              <a:off x="-2154049" y="2169134"/>
              <a:ext cx="3503317" cy="1948481"/>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72" name="Google Shape;72;p8"/>
            <p:cNvSpPr/>
            <p:nvPr/>
          </p:nvSpPr>
          <p:spPr>
            <a:xfrm rot="8545850">
              <a:off x="8364938" y="972896"/>
              <a:ext cx="3503341" cy="1948494"/>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spTree>
    <p:extLst>
      <p:ext uri="{BB962C8B-B14F-4D97-AF65-F5344CB8AC3E}">
        <p14:creationId xmlns:p14="http://schemas.microsoft.com/office/powerpoint/2010/main" val="2581854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3"/>
        <p:cNvGrpSpPr/>
        <p:nvPr/>
      </p:nvGrpSpPr>
      <p:grpSpPr>
        <a:xfrm>
          <a:off x="0" y="0"/>
          <a:ext cx="0" cy="0"/>
          <a:chOff x="0" y="0"/>
          <a:chExt cx="0" cy="0"/>
        </a:xfrm>
      </p:grpSpPr>
      <p:grpSp>
        <p:nvGrpSpPr>
          <p:cNvPr id="74" name="Google Shape;74;p9"/>
          <p:cNvGrpSpPr/>
          <p:nvPr/>
        </p:nvGrpSpPr>
        <p:grpSpPr>
          <a:xfrm>
            <a:off x="1082905" y="-3677334"/>
            <a:ext cx="8731951" cy="13506587"/>
            <a:chOff x="812178" y="-2758000"/>
            <a:chExt cx="6548962" cy="10129940"/>
          </a:xfrm>
        </p:grpSpPr>
        <p:sp>
          <p:nvSpPr>
            <p:cNvPr id="75" name="Google Shape;75;p9"/>
            <p:cNvSpPr/>
            <p:nvPr/>
          </p:nvSpPr>
          <p:spPr>
            <a:xfrm rot="2203802">
              <a:off x="1047033" y="-19039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76" name="Google Shape;76;p9"/>
            <p:cNvSpPr/>
            <p:nvPr/>
          </p:nvSpPr>
          <p:spPr>
            <a:xfrm rot="-9653394">
              <a:off x="3635243" y="4903577"/>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grpSp>
        <p:nvGrpSpPr>
          <p:cNvPr id="77" name="Google Shape;77;p9"/>
          <p:cNvGrpSpPr/>
          <p:nvPr/>
        </p:nvGrpSpPr>
        <p:grpSpPr>
          <a:xfrm>
            <a:off x="-4670" y="-4654"/>
            <a:ext cx="12201339" cy="6867324"/>
            <a:chOff x="-3502" y="-3491"/>
            <a:chExt cx="9151004" cy="5150493"/>
          </a:xfrm>
        </p:grpSpPr>
        <p:sp>
          <p:nvSpPr>
            <p:cNvPr id="78" name="Google Shape;78;p9"/>
            <p:cNvSpPr/>
            <p:nvPr/>
          </p:nvSpPr>
          <p:spPr>
            <a:xfrm rot="10800000" flipH="1">
              <a:off x="7364652" y="-349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79" name="Google Shape;79;p9"/>
            <p:cNvSpPr/>
            <p:nvPr/>
          </p:nvSpPr>
          <p:spPr>
            <a:xfrm rot="10800000" flipH="1">
              <a:off x="-3502" y="3923961"/>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sp>
        <p:nvSpPr>
          <p:cNvPr id="80" name="Google Shape;80;p9"/>
          <p:cNvSpPr txBox="1">
            <a:spLocks noGrp="1"/>
          </p:cNvSpPr>
          <p:nvPr>
            <p:ph type="title"/>
          </p:nvPr>
        </p:nvSpPr>
        <p:spPr>
          <a:xfrm>
            <a:off x="3399201"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15"/>
            </a:lvl1pPr>
            <a:lvl2pPr lvl="1" algn="ctr">
              <a:spcBef>
                <a:spcPts val="0"/>
              </a:spcBef>
              <a:spcAft>
                <a:spcPts val="0"/>
              </a:spcAft>
              <a:buSzPts val="4200"/>
              <a:buNone/>
              <a:defRPr sz="5615"/>
            </a:lvl2pPr>
            <a:lvl3pPr lvl="2" algn="ctr">
              <a:spcBef>
                <a:spcPts val="0"/>
              </a:spcBef>
              <a:spcAft>
                <a:spcPts val="0"/>
              </a:spcAft>
              <a:buSzPts val="4200"/>
              <a:buNone/>
              <a:defRPr sz="5615"/>
            </a:lvl3pPr>
            <a:lvl4pPr lvl="3" algn="ctr">
              <a:spcBef>
                <a:spcPts val="0"/>
              </a:spcBef>
              <a:spcAft>
                <a:spcPts val="0"/>
              </a:spcAft>
              <a:buSzPts val="4200"/>
              <a:buNone/>
              <a:defRPr sz="5615"/>
            </a:lvl4pPr>
            <a:lvl5pPr lvl="4" algn="ctr">
              <a:spcBef>
                <a:spcPts val="0"/>
              </a:spcBef>
              <a:spcAft>
                <a:spcPts val="0"/>
              </a:spcAft>
              <a:buSzPts val="4200"/>
              <a:buNone/>
              <a:defRPr sz="5615"/>
            </a:lvl5pPr>
            <a:lvl6pPr lvl="5" algn="ctr">
              <a:spcBef>
                <a:spcPts val="0"/>
              </a:spcBef>
              <a:spcAft>
                <a:spcPts val="0"/>
              </a:spcAft>
              <a:buSzPts val="4200"/>
              <a:buNone/>
              <a:defRPr sz="5615"/>
            </a:lvl6pPr>
            <a:lvl7pPr lvl="6" algn="ctr">
              <a:spcBef>
                <a:spcPts val="0"/>
              </a:spcBef>
              <a:spcAft>
                <a:spcPts val="0"/>
              </a:spcAft>
              <a:buSzPts val="4200"/>
              <a:buNone/>
              <a:defRPr sz="5615"/>
            </a:lvl7pPr>
            <a:lvl8pPr lvl="7" algn="ctr">
              <a:spcBef>
                <a:spcPts val="0"/>
              </a:spcBef>
              <a:spcAft>
                <a:spcPts val="0"/>
              </a:spcAft>
              <a:buSzPts val="4200"/>
              <a:buNone/>
              <a:defRPr sz="5615"/>
            </a:lvl8pPr>
            <a:lvl9pPr lvl="8" algn="ctr">
              <a:spcBef>
                <a:spcPts val="0"/>
              </a:spcBef>
              <a:spcAft>
                <a:spcPts val="0"/>
              </a:spcAft>
              <a:buSzPts val="4200"/>
              <a:buNone/>
              <a:defRPr sz="5615"/>
            </a:lvl9pPr>
          </a:lstStyle>
          <a:p>
            <a:endParaRPr/>
          </a:p>
        </p:txBody>
      </p:sp>
      <p:sp>
        <p:nvSpPr>
          <p:cNvPr id="81" name="Google Shape;81;p9"/>
          <p:cNvSpPr txBox="1">
            <a:spLocks noGrp="1"/>
          </p:cNvSpPr>
          <p:nvPr>
            <p:ph type="subTitle" idx="1"/>
          </p:nvPr>
        </p:nvSpPr>
        <p:spPr>
          <a:xfrm>
            <a:off x="3399201" y="3737434"/>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5"/>
            </a:lvl1pPr>
            <a:lvl2pPr lvl="1" algn="ctr">
              <a:lnSpc>
                <a:spcPct val="100000"/>
              </a:lnSpc>
              <a:spcBef>
                <a:spcPts val="0"/>
              </a:spcBef>
              <a:spcAft>
                <a:spcPts val="0"/>
              </a:spcAft>
              <a:buSzPts val="2100"/>
              <a:buNone/>
              <a:defRPr sz="2805"/>
            </a:lvl2pPr>
            <a:lvl3pPr lvl="2" algn="ctr">
              <a:lnSpc>
                <a:spcPct val="100000"/>
              </a:lnSpc>
              <a:spcBef>
                <a:spcPts val="0"/>
              </a:spcBef>
              <a:spcAft>
                <a:spcPts val="0"/>
              </a:spcAft>
              <a:buSzPts val="2100"/>
              <a:buNone/>
              <a:defRPr sz="2805"/>
            </a:lvl3pPr>
            <a:lvl4pPr lvl="3" algn="ctr">
              <a:lnSpc>
                <a:spcPct val="100000"/>
              </a:lnSpc>
              <a:spcBef>
                <a:spcPts val="0"/>
              </a:spcBef>
              <a:spcAft>
                <a:spcPts val="0"/>
              </a:spcAft>
              <a:buSzPts val="2100"/>
              <a:buNone/>
              <a:defRPr sz="2805"/>
            </a:lvl4pPr>
            <a:lvl5pPr lvl="4" algn="ctr">
              <a:lnSpc>
                <a:spcPct val="100000"/>
              </a:lnSpc>
              <a:spcBef>
                <a:spcPts val="0"/>
              </a:spcBef>
              <a:spcAft>
                <a:spcPts val="0"/>
              </a:spcAft>
              <a:buSzPts val="2100"/>
              <a:buNone/>
              <a:defRPr sz="2805"/>
            </a:lvl5pPr>
            <a:lvl6pPr lvl="5" algn="ctr">
              <a:lnSpc>
                <a:spcPct val="100000"/>
              </a:lnSpc>
              <a:spcBef>
                <a:spcPts val="0"/>
              </a:spcBef>
              <a:spcAft>
                <a:spcPts val="0"/>
              </a:spcAft>
              <a:buSzPts val="2100"/>
              <a:buNone/>
              <a:defRPr sz="2805"/>
            </a:lvl6pPr>
            <a:lvl7pPr lvl="6" algn="ctr">
              <a:lnSpc>
                <a:spcPct val="100000"/>
              </a:lnSpc>
              <a:spcBef>
                <a:spcPts val="0"/>
              </a:spcBef>
              <a:spcAft>
                <a:spcPts val="0"/>
              </a:spcAft>
              <a:buSzPts val="2100"/>
              <a:buNone/>
              <a:defRPr sz="2805"/>
            </a:lvl7pPr>
            <a:lvl8pPr lvl="7" algn="ctr">
              <a:lnSpc>
                <a:spcPct val="100000"/>
              </a:lnSpc>
              <a:spcBef>
                <a:spcPts val="0"/>
              </a:spcBef>
              <a:spcAft>
                <a:spcPts val="0"/>
              </a:spcAft>
              <a:buSzPts val="2100"/>
              <a:buNone/>
              <a:defRPr sz="2805"/>
            </a:lvl8pPr>
            <a:lvl9pPr lvl="8" algn="ctr">
              <a:lnSpc>
                <a:spcPct val="100000"/>
              </a:lnSpc>
              <a:spcBef>
                <a:spcPts val="0"/>
              </a:spcBef>
              <a:spcAft>
                <a:spcPts val="0"/>
              </a:spcAft>
              <a:buSzPts val="2100"/>
              <a:buNone/>
              <a:defRPr sz="2805"/>
            </a:lvl9pPr>
          </a:lstStyle>
          <a:p>
            <a:endParaRPr/>
          </a:p>
        </p:txBody>
      </p:sp>
    </p:spTree>
    <p:extLst>
      <p:ext uri="{BB962C8B-B14F-4D97-AF65-F5344CB8AC3E}">
        <p14:creationId xmlns:p14="http://schemas.microsoft.com/office/powerpoint/2010/main" val="2501991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4077234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35"/>
        <p:cNvGrpSpPr/>
        <p:nvPr/>
      </p:nvGrpSpPr>
      <p:grpSpPr>
        <a:xfrm>
          <a:off x="0" y="0"/>
          <a:ext cx="0" cy="0"/>
          <a:chOff x="0" y="0"/>
          <a:chExt cx="0" cy="0"/>
        </a:xfrm>
      </p:grpSpPr>
      <p:grpSp>
        <p:nvGrpSpPr>
          <p:cNvPr id="236" name="Google Shape;236;p24"/>
          <p:cNvGrpSpPr/>
          <p:nvPr/>
        </p:nvGrpSpPr>
        <p:grpSpPr>
          <a:xfrm>
            <a:off x="1" y="18"/>
            <a:ext cx="12201339" cy="6857986"/>
            <a:chOff x="0" y="11"/>
            <a:chExt cx="9151004" cy="5143489"/>
          </a:xfrm>
        </p:grpSpPr>
        <p:sp>
          <p:nvSpPr>
            <p:cNvPr id="237" name="Google Shape;237;p24"/>
            <p:cNvSpPr/>
            <p:nvPr/>
          </p:nvSpPr>
          <p:spPr>
            <a:xfrm rot="10800000">
              <a:off x="0" y="11"/>
              <a:ext cx="1782851" cy="1304957"/>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238" name="Google Shape;238;p24"/>
            <p:cNvSpPr/>
            <p:nvPr/>
          </p:nvSpPr>
          <p:spPr>
            <a:xfrm rot="10800000">
              <a:off x="7317389" y="3920459"/>
              <a:ext cx="1833615" cy="1223041"/>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grpSp>
        <p:nvGrpSpPr>
          <p:cNvPr id="239" name="Google Shape;239;p24"/>
          <p:cNvGrpSpPr/>
          <p:nvPr/>
        </p:nvGrpSpPr>
        <p:grpSpPr>
          <a:xfrm>
            <a:off x="2005108" y="-2700159"/>
            <a:ext cx="9880052" cy="12570313"/>
            <a:chOff x="1503828" y="-2025120"/>
            <a:chExt cx="7410038" cy="9427735"/>
          </a:xfrm>
        </p:grpSpPr>
        <p:sp>
          <p:nvSpPr>
            <p:cNvPr id="240" name="Google Shape;240;p24"/>
            <p:cNvSpPr/>
            <p:nvPr/>
          </p:nvSpPr>
          <p:spPr>
            <a:xfrm rot="2203802">
              <a:off x="1738683" y="4600168"/>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sp>
          <p:nvSpPr>
            <p:cNvPr id="241" name="Google Shape;241;p24"/>
            <p:cNvSpPr/>
            <p:nvPr/>
          </p:nvSpPr>
          <p:spPr>
            <a:xfrm rot="-1048249">
              <a:off x="5198820" y="-1544172"/>
              <a:ext cx="3503360" cy="194850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p>
          </p:txBody>
        </p:sp>
      </p:grpSp>
    </p:spTree>
    <p:extLst>
      <p:ext uri="{BB962C8B-B14F-4D97-AF65-F5344CB8AC3E}">
        <p14:creationId xmlns:p14="http://schemas.microsoft.com/office/powerpoint/2010/main" val="29013681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42"/>
        <p:cNvGrpSpPr/>
        <p:nvPr/>
      </p:nvGrpSpPr>
      <p:grpSpPr>
        <a:xfrm>
          <a:off x="0" y="0"/>
          <a:ext cx="0" cy="0"/>
          <a:chOff x="0" y="0"/>
          <a:chExt cx="0" cy="0"/>
        </a:xfrm>
      </p:grpSpPr>
      <p:grpSp>
        <p:nvGrpSpPr>
          <p:cNvPr id="243" name="Google Shape;243;p25"/>
          <p:cNvGrpSpPr/>
          <p:nvPr/>
        </p:nvGrpSpPr>
        <p:grpSpPr>
          <a:xfrm>
            <a:off x="2" y="-8288"/>
            <a:ext cx="12218830" cy="6866288"/>
            <a:chOff x="0" y="-6216"/>
            <a:chExt cx="9164122" cy="5149716"/>
          </a:xfrm>
        </p:grpSpPr>
        <p:sp>
          <p:nvSpPr>
            <p:cNvPr id="244" name="Google Shape;244;p25"/>
            <p:cNvSpPr/>
            <p:nvPr/>
          </p:nvSpPr>
          <p:spPr>
            <a:xfrm rot="-5400000">
              <a:off x="7744004" y="213573"/>
              <a:ext cx="1639907" cy="1200330"/>
            </a:xfrm>
            <a:custGeom>
              <a:avLst/>
              <a:gdLst/>
              <a:ahLst/>
              <a:cxnLst/>
              <a:rect l="l" t="t" r="r" b="b"/>
              <a:pathLst>
                <a:path w="137116" h="100362" extrusionOk="0">
                  <a:moveTo>
                    <a:pt x="119972" y="1"/>
                  </a:moveTo>
                  <a:cubicBezTo>
                    <a:pt x="114293" y="1"/>
                    <a:pt x="108378" y="1809"/>
                    <a:pt x="104258" y="7746"/>
                  </a:cubicBezTo>
                  <a:cubicBezTo>
                    <a:pt x="91948" y="25467"/>
                    <a:pt x="116872" y="58659"/>
                    <a:pt x="94379" y="65498"/>
                  </a:cubicBezTo>
                  <a:cubicBezTo>
                    <a:pt x="71856" y="72337"/>
                    <a:pt x="17448" y="65680"/>
                    <a:pt x="1" y="100361"/>
                  </a:cubicBezTo>
                  <a:lnTo>
                    <a:pt x="137116" y="100361"/>
                  </a:lnTo>
                  <a:lnTo>
                    <a:pt x="137116" y="4403"/>
                  </a:lnTo>
                  <a:cubicBezTo>
                    <a:pt x="137116" y="4403"/>
                    <a:pt x="128831" y="1"/>
                    <a:pt x="119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sp>
          <p:nvSpPr>
            <p:cNvPr id="245" name="Google Shape;245;p25"/>
            <p:cNvSpPr/>
            <p:nvPr/>
          </p:nvSpPr>
          <p:spPr>
            <a:xfrm rot="-5400000">
              <a:off x="-252986" y="3876996"/>
              <a:ext cx="1519490" cy="1013518"/>
            </a:xfrm>
            <a:custGeom>
              <a:avLst/>
              <a:gdLst/>
              <a:ahLst/>
              <a:cxnLst/>
              <a:rect l="l" t="t" r="r" b="b"/>
              <a:pathLst>
                <a:path w="171888" h="94062" extrusionOk="0">
                  <a:moveTo>
                    <a:pt x="0" y="0"/>
                  </a:moveTo>
                  <a:lnTo>
                    <a:pt x="0" y="93710"/>
                  </a:lnTo>
                  <a:cubicBezTo>
                    <a:pt x="1697" y="93942"/>
                    <a:pt x="3591" y="94062"/>
                    <a:pt x="5623" y="94062"/>
                  </a:cubicBezTo>
                  <a:cubicBezTo>
                    <a:pt x="15530" y="94062"/>
                    <a:pt x="28758" y="91230"/>
                    <a:pt x="38846" y="84925"/>
                  </a:cubicBezTo>
                  <a:cubicBezTo>
                    <a:pt x="76464" y="61414"/>
                    <a:pt x="55165" y="16799"/>
                    <a:pt x="105942" y="16799"/>
                  </a:cubicBezTo>
                  <a:cubicBezTo>
                    <a:pt x="106368" y="16799"/>
                    <a:pt x="106800" y="16802"/>
                    <a:pt x="107236" y="16809"/>
                  </a:cubicBezTo>
                  <a:cubicBezTo>
                    <a:pt x="108514" y="16827"/>
                    <a:pt x="109774" y="16836"/>
                    <a:pt x="111016" y="16836"/>
                  </a:cubicBezTo>
                  <a:cubicBezTo>
                    <a:pt x="144822" y="16836"/>
                    <a:pt x="165467" y="10115"/>
                    <a:pt x="1718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grpSp>
      <p:grpSp>
        <p:nvGrpSpPr>
          <p:cNvPr id="246" name="Google Shape;246;p25"/>
          <p:cNvGrpSpPr/>
          <p:nvPr/>
        </p:nvGrpSpPr>
        <p:grpSpPr>
          <a:xfrm>
            <a:off x="3158985" y="-3684999"/>
            <a:ext cx="7547851" cy="13601353"/>
            <a:chOff x="2242539" y="-2772200"/>
            <a:chExt cx="5660888" cy="10201015"/>
          </a:xfrm>
        </p:grpSpPr>
        <p:sp>
          <p:nvSpPr>
            <p:cNvPr id="247" name="Google Shape;247;p25"/>
            <p:cNvSpPr/>
            <p:nvPr/>
          </p:nvSpPr>
          <p:spPr>
            <a:xfrm rot="2203802">
              <a:off x="4165483" y="-1918107"/>
              <a:ext cx="3503091" cy="194835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sp>
          <p:nvSpPr>
            <p:cNvPr id="248" name="Google Shape;248;p25"/>
            <p:cNvSpPr/>
            <p:nvPr/>
          </p:nvSpPr>
          <p:spPr>
            <a:xfrm rot="-9653394">
              <a:off x="2464968" y="4960452"/>
              <a:ext cx="3503468" cy="1948565"/>
            </a:xfrm>
            <a:custGeom>
              <a:avLst/>
              <a:gdLst/>
              <a:ahLst/>
              <a:cxnLst/>
              <a:rect l="l" t="t" r="r" b="b"/>
              <a:pathLst>
                <a:path w="228028" h="126825" extrusionOk="0">
                  <a:moveTo>
                    <a:pt x="185171" y="0"/>
                  </a:moveTo>
                  <a:cubicBezTo>
                    <a:pt x="155130" y="0"/>
                    <a:pt x="152258" y="37329"/>
                    <a:pt x="124106" y="41593"/>
                  </a:cubicBezTo>
                  <a:cubicBezTo>
                    <a:pt x="121289" y="42023"/>
                    <a:pt x="118464" y="42209"/>
                    <a:pt x="115633" y="42209"/>
                  </a:cubicBezTo>
                  <a:cubicBezTo>
                    <a:pt x="97159" y="42209"/>
                    <a:pt x="78455" y="34276"/>
                    <a:pt x="60543" y="34276"/>
                  </a:cubicBezTo>
                  <a:cubicBezTo>
                    <a:pt x="53237" y="34276"/>
                    <a:pt x="46062" y="35596"/>
                    <a:pt x="39089" y="39313"/>
                  </a:cubicBezTo>
                  <a:cubicBezTo>
                    <a:pt x="9605" y="55058"/>
                    <a:pt x="0" y="123722"/>
                    <a:pt x="90579" y="126640"/>
                  </a:cubicBezTo>
                  <a:cubicBezTo>
                    <a:pt x="94399" y="126762"/>
                    <a:pt x="98197" y="126824"/>
                    <a:pt x="101966" y="126824"/>
                  </a:cubicBezTo>
                  <a:cubicBezTo>
                    <a:pt x="169737" y="126824"/>
                    <a:pt x="228027" y="106596"/>
                    <a:pt x="227998" y="46244"/>
                  </a:cubicBezTo>
                  <a:cubicBezTo>
                    <a:pt x="227998" y="24906"/>
                    <a:pt x="210217" y="1532"/>
                    <a:pt x="188119" y="103"/>
                  </a:cubicBezTo>
                  <a:lnTo>
                    <a:pt x="186934" y="42"/>
                  </a:lnTo>
                  <a:cubicBezTo>
                    <a:pt x="186336" y="14"/>
                    <a:pt x="185748" y="0"/>
                    <a:pt x="185171" y="0"/>
                  </a:cubicBezTo>
                  <a:close/>
                </a:path>
              </a:pathLst>
            </a:custGeom>
            <a:noFill/>
            <a:ln w="19050" cap="flat"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70">
                <a:solidFill>
                  <a:schemeClr val="dk1"/>
                </a:solidFill>
              </a:endParaRPr>
            </a:p>
          </p:txBody>
        </p:sp>
      </p:grpSp>
    </p:spTree>
    <p:extLst>
      <p:ext uri="{BB962C8B-B14F-4D97-AF65-F5344CB8AC3E}">
        <p14:creationId xmlns:p14="http://schemas.microsoft.com/office/powerpoint/2010/main" val="2386794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189D4855-8144-493C-8CD6-3F58E74BCDEB}"/>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5" name="Rectangle 20">
            <a:extLst>
              <a:ext uri="{FF2B5EF4-FFF2-40B4-BE49-F238E27FC236}">
                <a16:creationId xmlns:a16="http://schemas.microsoft.com/office/drawing/2014/main" id="{57798596-3521-4580-98F5-6A7BF4EC0BCE}"/>
              </a:ext>
            </a:extLst>
          </p:cNvPr>
          <p:cNvSpPr>
            <a:spLocks noChangeArrowheads="1"/>
          </p:cNvSpPr>
          <p:nvPr/>
        </p:nvSpPr>
        <p:spPr bwMode="white">
          <a:xfrm>
            <a:off x="11988800" y="3175"/>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6" name="Rectangle 21">
            <a:extLst>
              <a:ext uri="{FF2B5EF4-FFF2-40B4-BE49-F238E27FC236}">
                <a16:creationId xmlns:a16="http://schemas.microsoft.com/office/drawing/2014/main" id="{DC1E93B0-4FF4-4100-862B-BCA172AC3AD4}"/>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7" name="Rectangle 23">
            <a:extLst>
              <a:ext uri="{FF2B5EF4-FFF2-40B4-BE49-F238E27FC236}">
                <a16:creationId xmlns:a16="http://schemas.microsoft.com/office/drawing/2014/main" id="{9ED16EB0-6C1B-407C-B155-D65DA5D9A701}"/>
              </a:ext>
            </a:extLst>
          </p:cNvPr>
          <p:cNvSpPr>
            <a:spLocks noChangeArrowheads="1"/>
          </p:cNvSpPr>
          <p:nvPr/>
        </p:nvSpPr>
        <p:spPr bwMode="white">
          <a:xfrm>
            <a:off x="0" y="0"/>
            <a:ext cx="12192000" cy="25146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 name="Rectangle 9">
            <a:extLst>
              <a:ext uri="{FF2B5EF4-FFF2-40B4-BE49-F238E27FC236}">
                <a16:creationId xmlns:a16="http://schemas.microsoft.com/office/drawing/2014/main" id="{AE005348-5FE9-4C0B-AF0E-3E5F2CC6D2A5}"/>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1" name="Straight Connector 10">
            <a:extLst>
              <a:ext uri="{FF2B5EF4-FFF2-40B4-BE49-F238E27FC236}">
                <a16:creationId xmlns:a16="http://schemas.microsoft.com/office/drawing/2014/main" id="{53BD8F3A-B8A6-4533-B468-FB09C68AA383}"/>
              </a:ext>
            </a:extLst>
          </p:cNvPr>
          <p:cNvSpPr>
            <a:spLocks noChangeShapeType="1"/>
          </p:cNvSpPr>
          <p:nvPr/>
        </p:nvSpPr>
        <p:spPr bwMode="auto">
          <a:xfrm>
            <a:off x="207434" y="241935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2" name="Rectangle 11">
            <a:extLst>
              <a:ext uri="{FF2B5EF4-FFF2-40B4-BE49-F238E27FC236}">
                <a16:creationId xmlns:a16="http://schemas.microsoft.com/office/drawing/2014/main" id="{89E5F1E2-7317-4EC8-A1F3-9793F08BEFFE}"/>
              </a:ext>
            </a:extLst>
          </p:cNvPr>
          <p:cNvSpPr>
            <a:spLocks noChangeArrowheads="1"/>
          </p:cNvSpPr>
          <p:nvPr/>
        </p:nvSpPr>
        <p:spPr bwMode="auto">
          <a:xfrm>
            <a:off x="203200" y="15240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3" name="Oval 12">
            <a:extLst>
              <a:ext uri="{FF2B5EF4-FFF2-40B4-BE49-F238E27FC236}">
                <a16:creationId xmlns:a16="http://schemas.microsoft.com/office/drawing/2014/main" id="{AC217EFE-396D-4431-9B54-95AE3951F006}"/>
              </a:ext>
            </a:extLst>
          </p:cNvPr>
          <p:cNvSpPr/>
          <p:nvPr/>
        </p:nvSpPr>
        <p:spPr>
          <a:xfrm>
            <a:off x="5689600" y="211455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4" name="Oval 13">
            <a:extLst>
              <a:ext uri="{FF2B5EF4-FFF2-40B4-BE49-F238E27FC236}">
                <a16:creationId xmlns:a16="http://schemas.microsoft.com/office/drawing/2014/main" id="{27E82413-01AD-412E-81E4-4FA32ED71C33}"/>
              </a:ext>
            </a:extLst>
          </p:cNvPr>
          <p:cNvSpPr/>
          <p:nvPr/>
        </p:nvSpPr>
        <p:spPr>
          <a:xfrm>
            <a:off x="5816600" y="2209800"/>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914400" y="381000"/>
            <a:ext cx="10363200" cy="1752600"/>
          </a:xfrm>
        </p:spPr>
        <p:txBody>
          <a:bodyPr/>
          <a:lstStyle>
            <a:lvl1pPr>
              <a:defRPr sz="4200">
                <a:solidFill>
                  <a:schemeClr val="accent1"/>
                </a:solidFill>
              </a:defRPr>
            </a:lvl1pPr>
          </a:lstStyle>
          <a:p>
            <a:r>
              <a:rPr lang="en-US"/>
              <a:t>Click to edit Master title style</a:t>
            </a:r>
          </a:p>
        </p:txBody>
      </p:sp>
      <p:sp>
        <p:nvSpPr>
          <p:cNvPr id="15" name="Date Placeholder 27">
            <a:extLst>
              <a:ext uri="{FF2B5EF4-FFF2-40B4-BE49-F238E27FC236}">
                <a16:creationId xmlns:a16="http://schemas.microsoft.com/office/drawing/2014/main" id="{37B5EDFE-30FF-4685-BE2A-9EA6902A4A5E}"/>
              </a:ext>
            </a:extLst>
          </p:cNvPr>
          <p:cNvSpPr>
            <a:spLocks noGrp="1"/>
          </p:cNvSpPr>
          <p:nvPr>
            <p:ph type="dt" sz="half" idx="10"/>
          </p:nvPr>
        </p:nvSpPr>
        <p:spPr/>
        <p:txBody>
          <a:bodyPr/>
          <a:lstStyle>
            <a:lvl1pPr>
              <a:defRPr/>
            </a:lvl1pPr>
          </a:lstStyle>
          <a:p>
            <a:pPr>
              <a:defRPr/>
            </a:pPr>
            <a:fld id="{74599058-66BA-43EB-95B5-09026A5777D6}" type="datetimeFigureOut">
              <a:rPr lang="en-US"/>
              <a:pPr>
                <a:defRPr/>
              </a:pPr>
              <a:t>9/9/2026</a:t>
            </a:fld>
            <a:endParaRPr lang="en-US"/>
          </a:p>
        </p:txBody>
      </p:sp>
      <p:sp>
        <p:nvSpPr>
          <p:cNvPr id="16" name="Footer Placeholder 16">
            <a:extLst>
              <a:ext uri="{FF2B5EF4-FFF2-40B4-BE49-F238E27FC236}">
                <a16:creationId xmlns:a16="http://schemas.microsoft.com/office/drawing/2014/main" id="{BED0E7A2-A047-499B-BACB-90C296785857}"/>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28">
            <a:extLst>
              <a:ext uri="{FF2B5EF4-FFF2-40B4-BE49-F238E27FC236}">
                <a16:creationId xmlns:a16="http://schemas.microsoft.com/office/drawing/2014/main" id="{4BBC6BB3-27E4-4657-B1C0-C278525537DF}"/>
              </a:ext>
            </a:extLst>
          </p:cNvPr>
          <p:cNvSpPr>
            <a:spLocks noGrp="1"/>
          </p:cNvSpPr>
          <p:nvPr>
            <p:ph type="sldNum" sz="quarter" idx="12"/>
          </p:nvPr>
        </p:nvSpPr>
        <p:spPr>
          <a:xfrm>
            <a:off x="5791200" y="2198689"/>
            <a:ext cx="609600" cy="441325"/>
          </a:xfrm>
        </p:spPr>
        <p:txBody>
          <a:bodyPr/>
          <a:lstStyle>
            <a:lvl1pPr>
              <a:defRPr/>
            </a:lvl1pPr>
          </a:lstStyle>
          <a:p>
            <a:pPr>
              <a:defRPr/>
            </a:pPr>
            <a:fld id="{E0B38E66-6083-4498-BB07-D45036E8EC8F}" type="slidenum">
              <a:rPr lang="en-US" altLang="en-US"/>
              <a:pPr>
                <a:defRPr/>
              </a:pPr>
              <a:t>‹#›</a:t>
            </a:fld>
            <a:endParaRPr lang="en-US" altLang="en-US"/>
          </a:p>
        </p:txBody>
      </p:sp>
    </p:spTree>
    <p:extLst>
      <p:ext uri="{BB962C8B-B14F-4D97-AF65-F5344CB8AC3E}">
        <p14:creationId xmlns:p14="http://schemas.microsoft.com/office/powerpoint/2010/main" val="14362976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402336" y="1527048"/>
            <a:ext cx="1133856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4403E-00D3-457A-97DE-1FEACC277558}"/>
              </a:ext>
            </a:extLst>
          </p:cNvPr>
          <p:cNvSpPr>
            <a:spLocks noGrp="1"/>
          </p:cNvSpPr>
          <p:nvPr>
            <p:ph type="dt" sz="half" idx="10"/>
          </p:nvPr>
        </p:nvSpPr>
        <p:spPr/>
        <p:txBody>
          <a:bodyPr/>
          <a:lstStyle>
            <a:lvl1pPr>
              <a:defRPr/>
            </a:lvl1pPr>
          </a:lstStyle>
          <a:p>
            <a:pPr>
              <a:defRPr/>
            </a:pPr>
            <a:fld id="{C797979F-5BA3-4966-ADFF-246AA76A5979}" type="datetimeFigureOut">
              <a:rPr lang="en-US"/>
              <a:pPr>
                <a:defRPr/>
              </a:pPr>
              <a:t>9/9/2026</a:t>
            </a:fld>
            <a:endParaRPr lang="en-US"/>
          </a:p>
        </p:txBody>
      </p:sp>
      <p:sp>
        <p:nvSpPr>
          <p:cNvPr id="5" name="Footer Placeholder 4">
            <a:extLst>
              <a:ext uri="{FF2B5EF4-FFF2-40B4-BE49-F238E27FC236}">
                <a16:creationId xmlns:a16="http://schemas.microsoft.com/office/drawing/2014/main" id="{3AC95F41-E9FD-4049-944E-F6BFB903462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8536C1C-B68A-4D1B-8010-0A4187485E89}"/>
              </a:ext>
            </a:extLst>
          </p:cNvPr>
          <p:cNvSpPr>
            <a:spLocks noGrp="1"/>
          </p:cNvSpPr>
          <p:nvPr>
            <p:ph type="sldNum" sz="quarter" idx="12"/>
          </p:nvPr>
        </p:nvSpPr>
        <p:spPr>
          <a:xfrm>
            <a:off x="5816600" y="1027114"/>
            <a:ext cx="609600" cy="441325"/>
          </a:xfrm>
        </p:spPr>
        <p:txBody>
          <a:bodyPr/>
          <a:lstStyle>
            <a:lvl1pPr>
              <a:defRPr/>
            </a:lvl1pPr>
          </a:lstStyle>
          <a:p>
            <a:pPr>
              <a:defRPr/>
            </a:pPr>
            <a:fld id="{1D425020-5A0C-4D5B-91BF-D304C0794222}" type="slidenum">
              <a:rPr lang="en-US" altLang="en-US"/>
              <a:pPr>
                <a:defRPr/>
              </a:pPr>
              <a:t>‹#›</a:t>
            </a:fld>
            <a:endParaRPr lang="en-US" altLang="en-US"/>
          </a:p>
        </p:txBody>
      </p:sp>
    </p:spTree>
    <p:extLst>
      <p:ext uri="{BB962C8B-B14F-4D97-AF65-F5344CB8AC3E}">
        <p14:creationId xmlns:p14="http://schemas.microsoft.com/office/powerpoint/2010/main" val="307646015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269C45BD-9DBE-47C0-9572-79430A3B1773}"/>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5" name="Rectangle 20">
            <a:extLst>
              <a:ext uri="{FF2B5EF4-FFF2-40B4-BE49-F238E27FC236}">
                <a16:creationId xmlns:a16="http://schemas.microsoft.com/office/drawing/2014/main" id="{4EF422B4-B372-4AE5-A8CA-372F3ACDF288}"/>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6" name="Rectangle 21">
            <a:extLst>
              <a:ext uri="{FF2B5EF4-FFF2-40B4-BE49-F238E27FC236}">
                <a16:creationId xmlns:a16="http://schemas.microsoft.com/office/drawing/2014/main" id="{3B1BB5FC-A0C9-4431-A93A-9E4D4E3FB866}"/>
              </a:ext>
            </a:extLst>
          </p:cNvPr>
          <p:cNvSpPr>
            <a:spLocks noChangeArrowheads="1"/>
          </p:cNvSpPr>
          <p:nvPr/>
        </p:nvSpPr>
        <p:spPr bwMode="white">
          <a:xfrm>
            <a:off x="0" y="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7" name="Rectangle 23">
            <a:extLst>
              <a:ext uri="{FF2B5EF4-FFF2-40B4-BE49-F238E27FC236}">
                <a16:creationId xmlns:a16="http://schemas.microsoft.com/office/drawing/2014/main" id="{0B890885-2B03-4C6B-B79F-4B2D54AC5B6E}"/>
              </a:ext>
            </a:extLst>
          </p:cNvPr>
          <p:cNvSpPr>
            <a:spLocks noChangeArrowheads="1"/>
          </p:cNvSpPr>
          <p:nvPr/>
        </p:nvSpPr>
        <p:spPr bwMode="white">
          <a:xfrm>
            <a:off x="11988800" y="1905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8" name="Rectangle 24">
            <a:extLst>
              <a:ext uri="{FF2B5EF4-FFF2-40B4-BE49-F238E27FC236}">
                <a16:creationId xmlns:a16="http://schemas.microsoft.com/office/drawing/2014/main" id="{7AEF2ACA-D52E-4FEF-A944-0226C09798B1}"/>
              </a:ext>
            </a:extLst>
          </p:cNvPr>
          <p:cNvSpPr>
            <a:spLocks noChangeArrowheads="1"/>
          </p:cNvSpPr>
          <p:nvPr/>
        </p:nvSpPr>
        <p:spPr bwMode="white">
          <a:xfrm>
            <a:off x="203200" y="2286000"/>
            <a:ext cx="11777133" cy="3048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9" name="Rectangle 25">
            <a:extLst>
              <a:ext uri="{FF2B5EF4-FFF2-40B4-BE49-F238E27FC236}">
                <a16:creationId xmlns:a16="http://schemas.microsoft.com/office/drawing/2014/main" id="{053E2D16-14B8-4C2E-811B-084B1B9F3CD4}"/>
              </a:ext>
            </a:extLst>
          </p:cNvPr>
          <p:cNvSpPr>
            <a:spLocks noChangeArrowheads="1"/>
          </p:cNvSpPr>
          <p:nvPr/>
        </p:nvSpPr>
        <p:spPr bwMode="auto">
          <a:xfrm>
            <a:off x="207434" y="142875"/>
            <a:ext cx="11777133" cy="2139950"/>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 name="Rectangle 9">
            <a:extLst>
              <a:ext uri="{FF2B5EF4-FFF2-40B4-BE49-F238E27FC236}">
                <a16:creationId xmlns:a16="http://schemas.microsoft.com/office/drawing/2014/main" id="{E89A4848-8075-4341-85A0-9AA8EDDC2FBF}"/>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1" name="Rectangle 10">
            <a:extLst>
              <a:ext uri="{FF2B5EF4-FFF2-40B4-BE49-F238E27FC236}">
                <a16:creationId xmlns:a16="http://schemas.microsoft.com/office/drawing/2014/main" id="{56CBD3C9-C76D-4604-8C60-6896068FF588}"/>
              </a:ext>
            </a:extLst>
          </p:cNvPr>
          <p:cNvSpPr>
            <a:spLocks noChangeArrowheads="1"/>
          </p:cNvSpPr>
          <p:nvPr/>
        </p:nvSpPr>
        <p:spPr bwMode="auto">
          <a:xfrm>
            <a:off x="203200" y="15240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2" name="Straight Connector 11">
            <a:extLst>
              <a:ext uri="{FF2B5EF4-FFF2-40B4-BE49-F238E27FC236}">
                <a16:creationId xmlns:a16="http://schemas.microsoft.com/office/drawing/2014/main" id="{100A35E5-5208-4D7B-8491-CDC7F4C4F400}"/>
              </a:ext>
            </a:extLst>
          </p:cNvPr>
          <p:cNvSpPr>
            <a:spLocks noChangeShapeType="1"/>
          </p:cNvSpPr>
          <p:nvPr/>
        </p:nvSpPr>
        <p:spPr bwMode="auto">
          <a:xfrm>
            <a:off x="203200" y="243840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3" name="Oval 12">
            <a:extLst>
              <a:ext uri="{FF2B5EF4-FFF2-40B4-BE49-F238E27FC236}">
                <a16:creationId xmlns:a16="http://schemas.microsoft.com/office/drawing/2014/main" id="{4DAA0F3B-D221-4F2A-B296-BB83275CE543}"/>
              </a:ext>
            </a:extLst>
          </p:cNvPr>
          <p:cNvSpPr/>
          <p:nvPr/>
        </p:nvSpPr>
        <p:spPr>
          <a:xfrm>
            <a:off x="5689600" y="211455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4" name="Oval 13">
            <a:extLst>
              <a:ext uri="{FF2B5EF4-FFF2-40B4-BE49-F238E27FC236}">
                <a16:creationId xmlns:a16="http://schemas.microsoft.com/office/drawing/2014/main" id="{48A52B29-9D91-46C1-A78F-FFFB3CD37C04}"/>
              </a:ext>
            </a:extLst>
          </p:cNvPr>
          <p:cNvSpPr/>
          <p:nvPr/>
        </p:nvSpPr>
        <p:spPr>
          <a:xfrm>
            <a:off x="5816600" y="2209800"/>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3" name="Text Placeholder 2"/>
          <p:cNvSpPr>
            <a:spLocks noGrp="1"/>
          </p:cNvSpPr>
          <p:nvPr>
            <p:ph type="body" idx="1"/>
          </p:nvPr>
        </p:nvSpPr>
        <p:spPr>
          <a:xfrm>
            <a:off x="1824568" y="2743200"/>
            <a:ext cx="8640232"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533400"/>
            <a:ext cx="103632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a:extLst>
              <a:ext uri="{FF2B5EF4-FFF2-40B4-BE49-F238E27FC236}">
                <a16:creationId xmlns:a16="http://schemas.microsoft.com/office/drawing/2014/main" id="{C6A0C01F-B1D0-4142-B85B-08F406A18D4C}"/>
              </a:ext>
            </a:extLst>
          </p:cNvPr>
          <p:cNvSpPr>
            <a:spLocks noGrp="1"/>
          </p:cNvSpPr>
          <p:nvPr>
            <p:ph type="ftr" sz="quarter" idx="10"/>
          </p:nvPr>
        </p:nvSpPr>
        <p:spPr/>
        <p:txBody>
          <a:bodyPr/>
          <a:lstStyle>
            <a:lvl1pPr>
              <a:defRPr/>
            </a:lvl1pPr>
          </a:lstStyle>
          <a:p>
            <a:pPr>
              <a:defRPr/>
            </a:pPr>
            <a:endParaRPr lang="en-US"/>
          </a:p>
        </p:txBody>
      </p:sp>
      <p:sp>
        <p:nvSpPr>
          <p:cNvPr id="16" name="Date Placeholder 3">
            <a:extLst>
              <a:ext uri="{FF2B5EF4-FFF2-40B4-BE49-F238E27FC236}">
                <a16:creationId xmlns:a16="http://schemas.microsoft.com/office/drawing/2014/main" id="{B28550FE-D4DB-4433-BF77-5B346859CD1A}"/>
              </a:ext>
            </a:extLst>
          </p:cNvPr>
          <p:cNvSpPr>
            <a:spLocks noGrp="1"/>
          </p:cNvSpPr>
          <p:nvPr>
            <p:ph type="dt" sz="half" idx="11"/>
          </p:nvPr>
        </p:nvSpPr>
        <p:spPr/>
        <p:txBody>
          <a:bodyPr/>
          <a:lstStyle>
            <a:lvl1pPr>
              <a:defRPr/>
            </a:lvl1pPr>
          </a:lstStyle>
          <a:p>
            <a:pPr>
              <a:defRPr/>
            </a:pPr>
            <a:fld id="{BEBB43BA-FD3D-46AC-B261-7401637F02D7}" type="datetimeFigureOut">
              <a:rPr lang="en-US"/>
              <a:pPr>
                <a:defRPr/>
              </a:pPr>
              <a:t>9/9/2026</a:t>
            </a:fld>
            <a:endParaRPr lang="en-US"/>
          </a:p>
        </p:txBody>
      </p:sp>
      <p:sp>
        <p:nvSpPr>
          <p:cNvPr id="17" name="Slide Number Placeholder 5">
            <a:extLst>
              <a:ext uri="{FF2B5EF4-FFF2-40B4-BE49-F238E27FC236}">
                <a16:creationId xmlns:a16="http://schemas.microsoft.com/office/drawing/2014/main" id="{3E7F8107-4BB2-4E5F-9116-496188C714D0}"/>
              </a:ext>
            </a:extLst>
          </p:cNvPr>
          <p:cNvSpPr>
            <a:spLocks noGrp="1"/>
          </p:cNvSpPr>
          <p:nvPr>
            <p:ph type="sldNum" sz="quarter" idx="12"/>
          </p:nvPr>
        </p:nvSpPr>
        <p:spPr>
          <a:xfrm>
            <a:off x="5791200" y="2198689"/>
            <a:ext cx="609600" cy="441325"/>
          </a:xfrm>
        </p:spPr>
        <p:txBody>
          <a:bodyPr/>
          <a:lstStyle>
            <a:lvl1pPr>
              <a:defRPr/>
            </a:lvl1pPr>
          </a:lstStyle>
          <a:p>
            <a:pPr>
              <a:defRPr/>
            </a:pPr>
            <a:fld id="{D7198324-6F4E-4102-94B8-6ED4BBD94D3B}" type="slidenum">
              <a:rPr lang="en-US" altLang="en-US"/>
              <a:pPr>
                <a:defRPr/>
              </a:pPr>
              <a:t>‹#›</a:t>
            </a:fld>
            <a:endParaRPr lang="en-US" altLang="en-US"/>
          </a:p>
        </p:txBody>
      </p:sp>
    </p:spTree>
    <p:extLst>
      <p:ext uri="{BB962C8B-B14F-4D97-AF65-F5344CB8AC3E}">
        <p14:creationId xmlns:p14="http://schemas.microsoft.com/office/powerpoint/2010/main" val="424825428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Straight Connector 19">
            <a:extLst>
              <a:ext uri="{FF2B5EF4-FFF2-40B4-BE49-F238E27FC236}">
                <a16:creationId xmlns:a16="http://schemas.microsoft.com/office/drawing/2014/main" id="{5BDDF980-14F8-4E57-800F-11663433E01F}"/>
              </a:ext>
            </a:extLst>
          </p:cNvPr>
          <p:cNvSpPr>
            <a:spLocks noChangeShapeType="1"/>
          </p:cNvSpPr>
          <p:nvPr/>
        </p:nvSpPr>
        <p:spPr bwMode="auto">
          <a:xfrm flipV="1">
            <a:off x="6083301" y="1576388"/>
            <a:ext cx="12700" cy="4818062"/>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2" name="Title 1"/>
          <p:cNvSpPr>
            <a:spLocks noGrp="1"/>
          </p:cNvSpPr>
          <p:nvPr>
            <p:ph type="title"/>
          </p:nvPr>
        </p:nvSpPr>
        <p:spPr>
          <a:xfrm>
            <a:off x="402336" y="228600"/>
            <a:ext cx="11379200" cy="758952"/>
          </a:xfrm>
        </p:spPr>
        <p:txBody>
          <a:bodyPr/>
          <a:lstStyle/>
          <a:p>
            <a:r>
              <a:rPr lang="en-US"/>
              <a:t>Click to edit Master title style</a:t>
            </a:r>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6D1AB9F-26C6-4695-8EFA-CC9406A196E6}"/>
              </a:ext>
            </a:extLst>
          </p:cNvPr>
          <p:cNvSpPr>
            <a:spLocks noGrp="1"/>
          </p:cNvSpPr>
          <p:nvPr>
            <p:ph type="dt" sz="half" idx="10"/>
          </p:nvPr>
        </p:nvSpPr>
        <p:spPr>
          <a:xfrm>
            <a:off x="7721601" y="6410326"/>
            <a:ext cx="4059767" cy="365125"/>
          </a:xfrm>
        </p:spPr>
        <p:txBody>
          <a:bodyPr/>
          <a:lstStyle>
            <a:lvl1pPr>
              <a:defRPr/>
            </a:lvl1pPr>
          </a:lstStyle>
          <a:p>
            <a:pPr>
              <a:defRPr/>
            </a:pPr>
            <a:fld id="{690E82CE-7025-4045-86DA-CD19198DDC00}" type="datetimeFigureOut">
              <a:rPr lang="en-US"/>
              <a:pPr>
                <a:defRPr/>
              </a:pPr>
              <a:t>9/9/2026</a:t>
            </a:fld>
            <a:endParaRPr lang="en-US"/>
          </a:p>
        </p:txBody>
      </p:sp>
      <p:sp>
        <p:nvSpPr>
          <p:cNvPr id="7" name="Footer Placeholder 5">
            <a:extLst>
              <a:ext uri="{FF2B5EF4-FFF2-40B4-BE49-F238E27FC236}">
                <a16:creationId xmlns:a16="http://schemas.microsoft.com/office/drawing/2014/main" id="{2D449635-61AE-4FCF-86D3-081F8905B7C9}"/>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664ACACE-C111-4F3E-8193-895DBC23A3D6}"/>
              </a:ext>
            </a:extLst>
          </p:cNvPr>
          <p:cNvSpPr>
            <a:spLocks noGrp="1"/>
          </p:cNvSpPr>
          <p:nvPr>
            <p:ph type="sldNum" sz="quarter" idx="12"/>
          </p:nvPr>
        </p:nvSpPr>
        <p:spPr/>
        <p:txBody>
          <a:bodyPr/>
          <a:lstStyle>
            <a:lvl1pPr>
              <a:defRPr/>
            </a:lvl1pPr>
          </a:lstStyle>
          <a:p>
            <a:pPr>
              <a:defRPr/>
            </a:pPr>
            <a:fld id="{BF800CF5-60CC-48F9-A3B5-55CC5939BDC6}" type="slidenum">
              <a:rPr lang="en-US" altLang="en-US"/>
              <a:pPr>
                <a:defRPr/>
              </a:pPr>
              <a:t>‹#›</a:t>
            </a:fld>
            <a:endParaRPr lang="en-US" altLang="en-US"/>
          </a:p>
        </p:txBody>
      </p:sp>
    </p:spTree>
    <p:extLst>
      <p:ext uri="{BB962C8B-B14F-4D97-AF65-F5344CB8AC3E}">
        <p14:creationId xmlns:p14="http://schemas.microsoft.com/office/powerpoint/2010/main" val="44736409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Straight Connector 19">
            <a:extLst>
              <a:ext uri="{FF2B5EF4-FFF2-40B4-BE49-F238E27FC236}">
                <a16:creationId xmlns:a16="http://schemas.microsoft.com/office/drawing/2014/main" id="{F2563317-E8A2-4E7F-9B6A-E3548E45BBE2}"/>
              </a:ext>
            </a:extLst>
          </p:cNvPr>
          <p:cNvSpPr>
            <a:spLocks noChangeShapeType="1"/>
          </p:cNvSpPr>
          <p:nvPr/>
        </p:nvSpPr>
        <p:spPr bwMode="auto">
          <a:xfrm flipV="1">
            <a:off x="6096000" y="2200276"/>
            <a:ext cx="0" cy="4187825"/>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sz="1800"/>
          </a:p>
        </p:txBody>
      </p:sp>
      <p:sp>
        <p:nvSpPr>
          <p:cNvPr id="8" name="Rectangle 20">
            <a:extLst>
              <a:ext uri="{FF2B5EF4-FFF2-40B4-BE49-F238E27FC236}">
                <a16:creationId xmlns:a16="http://schemas.microsoft.com/office/drawing/2014/main" id="{B1C5B51C-A386-4654-84B3-922B1EBF448D}"/>
              </a:ext>
            </a:extLst>
          </p:cNvPr>
          <p:cNvSpPr>
            <a:spLocks noChangeArrowheads="1"/>
          </p:cNvSpPr>
          <p:nvPr/>
        </p:nvSpPr>
        <p:spPr bwMode="white">
          <a:xfrm>
            <a:off x="0" y="0"/>
            <a:ext cx="12192000" cy="14478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9" name="Rectangle 21">
            <a:extLst>
              <a:ext uri="{FF2B5EF4-FFF2-40B4-BE49-F238E27FC236}">
                <a16:creationId xmlns:a16="http://schemas.microsoft.com/office/drawing/2014/main" id="{490840B9-8B36-4F32-91E7-0B4613FB915C}"/>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 name="Rectangle 23">
            <a:extLst>
              <a:ext uri="{FF2B5EF4-FFF2-40B4-BE49-F238E27FC236}">
                <a16:creationId xmlns:a16="http://schemas.microsoft.com/office/drawing/2014/main" id="{F18D8E7E-D298-4A94-AC13-2DB3D663BB4A}"/>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1" name="Rectangle 24">
            <a:extLst>
              <a:ext uri="{FF2B5EF4-FFF2-40B4-BE49-F238E27FC236}">
                <a16:creationId xmlns:a16="http://schemas.microsoft.com/office/drawing/2014/main" id="{33D718C3-4C76-47FC-BDBD-74DB651E6960}"/>
              </a:ext>
            </a:extLst>
          </p:cNvPr>
          <p:cNvSpPr>
            <a:spLocks noChangeArrowheads="1"/>
          </p:cNvSpPr>
          <p:nvPr/>
        </p:nvSpPr>
        <p:spPr bwMode="white">
          <a:xfrm>
            <a:off x="1198880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2" name="Rectangle 11">
            <a:extLst>
              <a:ext uri="{FF2B5EF4-FFF2-40B4-BE49-F238E27FC236}">
                <a16:creationId xmlns:a16="http://schemas.microsoft.com/office/drawing/2014/main" id="{E8F47F84-B023-4CCB-8E73-D2F5743CB802}"/>
              </a:ext>
            </a:extLst>
          </p:cNvPr>
          <p:cNvSpPr/>
          <p:nvPr/>
        </p:nvSpPr>
        <p:spPr>
          <a:xfrm>
            <a:off x="203200" y="1371600"/>
            <a:ext cx="11777133"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CFB9F306-08AA-48F4-8F50-36F1123BF032}"/>
              </a:ext>
            </a:extLst>
          </p:cNvPr>
          <p:cNvSpPr>
            <a:spLocks noChangeArrowheads="1"/>
          </p:cNvSpPr>
          <p:nvPr/>
        </p:nvSpPr>
        <p:spPr bwMode="auto">
          <a:xfrm>
            <a:off x="194734" y="6391275"/>
            <a:ext cx="11777133"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4" name="Straight Connector 13">
            <a:extLst>
              <a:ext uri="{FF2B5EF4-FFF2-40B4-BE49-F238E27FC236}">
                <a16:creationId xmlns:a16="http://schemas.microsoft.com/office/drawing/2014/main" id="{86CDDC7A-6185-4D23-A420-4B940C7B388A}"/>
              </a:ext>
            </a:extLst>
          </p:cNvPr>
          <p:cNvSpPr>
            <a:spLocks noChangeShapeType="1"/>
          </p:cNvSpPr>
          <p:nvPr/>
        </p:nvSpPr>
        <p:spPr bwMode="auto">
          <a:xfrm>
            <a:off x="203200" y="1279525"/>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5" name="Rectangle 14">
            <a:extLst>
              <a:ext uri="{FF2B5EF4-FFF2-40B4-BE49-F238E27FC236}">
                <a16:creationId xmlns:a16="http://schemas.microsoft.com/office/drawing/2014/main" id="{1ACA6C2D-76E2-4456-B372-962D9D82881A}"/>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6" name="Oval 15">
            <a:extLst>
              <a:ext uri="{FF2B5EF4-FFF2-40B4-BE49-F238E27FC236}">
                <a16:creationId xmlns:a16="http://schemas.microsoft.com/office/drawing/2014/main" id="{90466A4B-9296-486A-B936-E19F045C6C58}"/>
              </a:ext>
            </a:extLst>
          </p:cNvPr>
          <p:cNvSpPr/>
          <p:nvPr/>
        </p:nvSpPr>
        <p:spPr>
          <a:xfrm>
            <a:off x="5689600" y="955675"/>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Oval 16">
            <a:extLst>
              <a:ext uri="{FF2B5EF4-FFF2-40B4-BE49-F238E27FC236}">
                <a16:creationId xmlns:a16="http://schemas.microsoft.com/office/drawing/2014/main" id="{E224FA96-DC40-46D4-9F94-765282D04942}"/>
              </a:ext>
            </a:extLst>
          </p:cNvPr>
          <p:cNvSpPr/>
          <p:nvPr/>
        </p:nvSpPr>
        <p:spPr>
          <a:xfrm>
            <a:off x="5816600" y="1050925"/>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402336" y="2471383"/>
            <a:ext cx="5388864"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6400800" y="2471383"/>
            <a:ext cx="53848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a:extLst>
              <a:ext uri="{FF2B5EF4-FFF2-40B4-BE49-F238E27FC236}">
                <a16:creationId xmlns:a16="http://schemas.microsoft.com/office/drawing/2014/main" id="{378628A3-6449-43D0-8957-6BA2482494EA}"/>
              </a:ext>
            </a:extLst>
          </p:cNvPr>
          <p:cNvSpPr>
            <a:spLocks noGrp="1"/>
          </p:cNvSpPr>
          <p:nvPr>
            <p:ph type="dt" sz="half" idx="10"/>
          </p:nvPr>
        </p:nvSpPr>
        <p:spPr/>
        <p:txBody>
          <a:bodyPr/>
          <a:lstStyle>
            <a:lvl1pPr>
              <a:defRPr/>
            </a:lvl1pPr>
          </a:lstStyle>
          <a:p>
            <a:pPr>
              <a:defRPr/>
            </a:pPr>
            <a:fld id="{8E53E658-C3DB-4996-BFA7-219392652DBB}" type="datetimeFigureOut">
              <a:rPr lang="en-US"/>
              <a:pPr>
                <a:defRPr/>
              </a:pPr>
              <a:t>9/9/2026</a:t>
            </a:fld>
            <a:endParaRPr lang="en-US"/>
          </a:p>
        </p:txBody>
      </p:sp>
      <p:sp>
        <p:nvSpPr>
          <p:cNvPr id="19" name="Footer Placeholder 7">
            <a:extLst>
              <a:ext uri="{FF2B5EF4-FFF2-40B4-BE49-F238E27FC236}">
                <a16:creationId xmlns:a16="http://schemas.microsoft.com/office/drawing/2014/main" id="{9ECC99AB-D036-49B1-8D89-86CB6659466F}"/>
              </a:ext>
            </a:extLst>
          </p:cNvPr>
          <p:cNvSpPr>
            <a:spLocks noGrp="1"/>
          </p:cNvSpPr>
          <p:nvPr>
            <p:ph type="ftr" sz="quarter" idx="11"/>
          </p:nvPr>
        </p:nvSpPr>
        <p:spPr>
          <a:xfrm>
            <a:off x="406400" y="6410326"/>
            <a:ext cx="4775200" cy="365125"/>
          </a:xfrm>
        </p:spPr>
        <p:txBody>
          <a:bodyPr/>
          <a:lstStyle>
            <a:lvl1pPr>
              <a:defRPr/>
            </a:lvl1pPr>
          </a:lstStyle>
          <a:p>
            <a:pPr>
              <a:defRPr/>
            </a:pPr>
            <a:endParaRPr lang="en-US"/>
          </a:p>
        </p:txBody>
      </p:sp>
      <p:sp>
        <p:nvSpPr>
          <p:cNvPr id="20" name="Slide Number Placeholder 8">
            <a:extLst>
              <a:ext uri="{FF2B5EF4-FFF2-40B4-BE49-F238E27FC236}">
                <a16:creationId xmlns:a16="http://schemas.microsoft.com/office/drawing/2014/main" id="{2DC62DC9-2ABA-4733-B6F7-DB37B45298BB}"/>
              </a:ext>
            </a:extLst>
          </p:cNvPr>
          <p:cNvSpPr>
            <a:spLocks noGrp="1"/>
          </p:cNvSpPr>
          <p:nvPr>
            <p:ph type="sldNum" sz="quarter" idx="12"/>
          </p:nvPr>
        </p:nvSpPr>
        <p:spPr>
          <a:xfrm>
            <a:off x="5791200" y="1042989"/>
            <a:ext cx="609600" cy="441325"/>
          </a:xfrm>
        </p:spPr>
        <p:txBody>
          <a:bodyPr/>
          <a:lstStyle>
            <a:lvl1pPr>
              <a:defRPr/>
            </a:lvl1pPr>
          </a:lstStyle>
          <a:p>
            <a:pPr>
              <a:defRPr/>
            </a:pPr>
            <a:fld id="{BED3FEBE-9739-4B60-89DE-FF1192AE5E52}" type="slidenum">
              <a:rPr lang="en-US" altLang="en-US"/>
              <a:pPr>
                <a:defRPr/>
              </a:pPr>
              <a:t>‹#›</a:t>
            </a:fld>
            <a:endParaRPr lang="en-US" altLang="en-US"/>
          </a:p>
        </p:txBody>
      </p:sp>
    </p:spTree>
    <p:extLst>
      <p:ext uri="{BB962C8B-B14F-4D97-AF65-F5344CB8AC3E}">
        <p14:creationId xmlns:p14="http://schemas.microsoft.com/office/powerpoint/2010/main" val="259094147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AE8714-598B-492B-A7EF-BC64F9FC5D46}"/>
              </a:ext>
            </a:extLst>
          </p:cNvPr>
          <p:cNvSpPr>
            <a:spLocks noGrp="1"/>
          </p:cNvSpPr>
          <p:nvPr>
            <p:ph type="dt" sz="half" idx="10"/>
          </p:nvPr>
        </p:nvSpPr>
        <p:spPr/>
        <p:txBody>
          <a:bodyPr/>
          <a:lstStyle>
            <a:lvl1pPr>
              <a:defRPr/>
            </a:lvl1pPr>
          </a:lstStyle>
          <a:p>
            <a:pPr>
              <a:defRPr/>
            </a:pPr>
            <a:fld id="{50DCDE96-4980-4FC2-804A-D9CA9891A9FF}" type="datetimeFigureOut">
              <a:rPr lang="en-US"/>
              <a:pPr>
                <a:defRPr/>
              </a:pPr>
              <a:t>9/9/2026</a:t>
            </a:fld>
            <a:endParaRPr lang="en-US"/>
          </a:p>
        </p:txBody>
      </p:sp>
      <p:sp>
        <p:nvSpPr>
          <p:cNvPr id="4" name="Footer Placeholder 3">
            <a:extLst>
              <a:ext uri="{FF2B5EF4-FFF2-40B4-BE49-F238E27FC236}">
                <a16:creationId xmlns:a16="http://schemas.microsoft.com/office/drawing/2014/main" id="{42E18DFE-5B61-4565-8C4B-F509F739957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D73825DC-F70E-4FB9-945D-00AD166B5724}"/>
              </a:ext>
            </a:extLst>
          </p:cNvPr>
          <p:cNvSpPr>
            <a:spLocks noGrp="1"/>
          </p:cNvSpPr>
          <p:nvPr>
            <p:ph type="sldNum" sz="quarter" idx="12"/>
          </p:nvPr>
        </p:nvSpPr>
        <p:spPr>
          <a:xfrm>
            <a:off x="5791200" y="1036639"/>
            <a:ext cx="609600" cy="441325"/>
          </a:xfrm>
        </p:spPr>
        <p:txBody>
          <a:bodyPr/>
          <a:lstStyle>
            <a:lvl1pPr>
              <a:defRPr/>
            </a:lvl1pPr>
          </a:lstStyle>
          <a:p>
            <a:pPr>
              <a:defRPr/>
            </a:pPr>
            <a:fld id="{FA702A83-EDF4-4A71-BA8B-A104EA36D8AC}" type="slidenum">
              <a:rPr lang="en-US" altLang="en-US"/>
              <a:pPr>
                <a:defRPr/>
              </a:pPr>
              <a:t>‹#›</a:t>
            </a:fld>
            <a:endParaRPr lang="en-US" altLang="en-US"/>
          </a:p>
        </p:txBody>
      </p:sp>
    </p:spTree>
    <p:extLst>
      <p:ext uri="{BB962C8B-B14F-4D97-AF65-F5344CB8AC3E}">
        <p14:creationId xmlns:p14="http://schemas.microsoft.com/office/powerpoint/2010/main" val="2937742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1BE49A3F-B9F3-4DAD-A4D8-F2782031DA49}"/>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3" name="Rectangle 20">
            <a:extLst>
              <a:ext uri="{FF2B5EF4-FFF2-40B4-BE49-F238E27FC236}">
                <a16:creationId xmlns:a16="http://schemas.microsoft.com/office/drawing/2014/main" id="{44E4CF3C-78E4-4052-A6FF-54E016602656}"/>
              </a:ext>
            </a:extLst>
          </p:cNvPr>
          <p:cNvSpPr>
            <a:spLocks noChangeArrowheads="1"/>
          </p:cNvSpPr>
          <p:nvPr/>
        </p:nvSpPr>
        <p:spPr bwMode="white">
          <a:xfrm>
            <a:off x="0" y="1"/>
            <a:ext cx="12192000" cy="155575"/>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4" name="Rectangle 21">
            <a:extLst>
              <a:ext uri="{FF2B5EF4-FFF2-40B4-BE49-F238E27FC236}">
                <a16:creationId xmlns:a16="http://schemas.microsoft.com/office/drawing/2014/main" id="{F6B56F9B-035B-409D-9B6D-2F4DD321C672}"/>
              </a:ext>
            </a:extLst>
          </p:cNvPr>
          <p:cNvSpPr>
            <a:spLocks noChangeArrowheads="1"/>
          </p:cNvSpPr>
          <p:nvPr/>
        </p:nvSpPr>
        <p:spPr bwMode="white">
          <a:xfrm>
            <a:off x="1198880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5" name="Rectangle 23">
            <a:extLst>
              <a:ext uri="{FF2B5EF4-FFF2-40B4-BE49-F238E27FC236}">
                <a16:creationId xmlns:a16="http://schemas.microsoft.com/office/drawing/2014/main" id="{0DCB5B3A-8ACC-4CE7-B9EE-C16478E21244}"/>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6" name="Rectangle 5">
            <a:extLst>
              <a:ext uri="{FF2B5EF4-FFF2-40B4-BE49-F238E27FC236}">
                <a16:creationId xmlns:a16="http://schemas.microsoft.com/office/drawing/2014/main" id="{5A493B98-BB39-458D-96D3-09ABF3BCBAC9}"/>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7" name="Rectangle 6">
            <a:extLst>
              <a:ext uri="{FF2B5EF4-FFF2-40B4-BE49-F238E27FC236}">
                <a16:creationId xmlns:a16="http://schemas.microsoft.com/office/drawing/2014/main" id="{D8E6AF88-C8D3-479F-8690-8EA37DD6E5B1}"/>
              </a:ext>
            </a:extLst>
          </p:cNvPr>
          <p:cNvSpPr>
            <a:spLocks noChangeArrowheads="1"/>
          </p:cNvSpPr>
          <p:nvPr/>
        </p:nvSpPr>
        <p:spPr bwMode="auto">
          <a:xfrm>
            <a:off x="203200" y="15875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8" name="Date Placeholder 1">
            <a:extLst>
              <a:ext uri="{FF2B5EF4-FFF2-40B4-BE49-F238E27FC236}">
                <a16:creationId xmlns:a16="http://schemas.microsoft.com/office/drawing/2014/main" id="{6D533660-A902-4094-A08D-52FBD34F7CBD}"/>
              </a:ext>
            </a:extLst>
          </p:cNvPr>
          <p:cNvSpPr>
            <a:spLocks noGrp="1"/>
          </p:cNvSpPr>
          <p:nvPr>
            <p:ph type="dt" sz="half" idx="10"/>
          </p:nvPr>
        </p:nvSpPr>
        <p:spPr/>
        <p:txBody>
          <a:bodyPr/>
          <a:lstStyle>
            <a:lvl1pPr>
              <a:defRPr/>
            </a:lvl1pPr>
          </a:lstStyle>
          <a:p>
            <a:pPr>
              <a:defRPr/>
            </a:pPr>
            <a:fld id="{EADA28C6-68E6-4B37-B7CE-DFAB2DD53921}" type="datetimeFigureOut">
              <a:rPr lang="en-US"/>
              <a:pPr>
                <a:defRPr/>
              </a:pPr>
              <a:t>9/9/2026</a:t>
            </a:fld>
            <a:endParaRPr lang="en-US"/>
          </a:p>
        </p:txBody>
      </p:sp>
      <p:sp>
        <p:nvSpPr>
          <p:cNvPr id="9" name="Footer Placeholder 2">
            <a:extLst>
              <a:ext uri="{FF2B5EF4-FFF2-40B4-BE49-F238E27FC236}">
                <a16:creationId xmlns:a16="http://schemas.microsoft.com/office/drawing/2014/main" id="{20770B7B-6A85-4E74-A764-7E1A80553A5A}"/>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3">
            <a:extLst>
              <a:ext uri="{FF2B5EF4-FFF2-40B4-BE49-F238E27FC236}">
                <a16:creationId xmlns:a16="http://schemas.microsoft.com/office/drawing/2014/main" id="{13C0BBDF-CD10-44F7-9A7F-4C5D33D78FAF}"/>
              </a:ext>
            </a:extLst>
          </p:cNvPr>
          <p:cNvSpPr>
            <a:spLocks noGrp="1"/>
          </p:cNvSpPr>
          <p:nvPr>
            <p:ph type="sldNum" sz="quarter" idx="12"/>
          </p:nvPr>
        </p:nvSpPr>
        <p:spPr>
          <a:xfrm>
            <a:off x="5689600" y="6324601"/>
            <a:ext cx="812800" cy="441325"/>
          </a:xfrm>
        </p:spPr>
        <p:txBody>
          <a:bodyPr/>
          <a:lstStyle>
            <a:lvl1pPr>
              <a:defRPr>
                <a:solidFill>
                  <a:srgbClr val="FFFFFF"/>
                </a:solidFill>
              </a:defRPr>
            </a:lvl1pPr>
          </a:lstStyle>
          <a:p>
            <a:pPr>
              <a:defRPr/>
            </a:pPr>
            <a:fld id="{5544B96E-1A3D-4448-B951-2292FBB899DE}" type="slidenum">
              <a:rPr lang="en-US" altLang="en-US"/>
              <a:pPr>
                <a:defRPr/>
              </a:pPr>
              <a:t>‹#›</a:t>
            </a:fld>
            <a:endParaRPr lang="en-US" altLang="en-US"/>
          </a:p>
        </p:txBody>
      </p:sp>
    </p:spTree>
    <p:extLst>
      <p:ext uri="{BB962C8B-B14F-4D97-AF65-F5344CB8AC3E}">
        <p14:creationId xmlns:p14="http://schemas.microsoft.com/office/powerpoint/2010/main" val="30993476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A20935-5FBF-4AFE-A328-AA768F350962}"/>
              </a:ext>
            </a:extLst>
          </p:cNvPr>
          <p:cNvSpPr>
            <a:spLocks noChangeArrowheads="1"/>
          </p:cNvSpPr>
          <p:nvPr/>
        </p:nvSpPr>
        <p:spPr bwMode="auto">
          <a:xfrm>
            <a:off x="203200" y="152400"/>
            <a:ext cx="11777133"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6" name="Rectangle 20">
            <a:extLst>
              <a:ext uri="{FF2B5EF4-FFF2-40B4-BE49-F238E27FC236}">
                <a16:creationId xmlns:a16="http://schemas.microsoft.com/office/drawing/2014/main" id="{2309E8B8-DF46-4FD8-B9D2-2C3C5E4A9C4D}"/>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7" name="Rectangle 21">
            <a:extLst>
              <a:ext uri="{FF2B5EF4-FFF2-40B4-BE49-F238E27FC236}">
                <a16:creationId xmlns:a16="http://schemas.microsoft.com/office/drawing/2014/main" id="{F5A9B707-0ECB-45B8-B763-2F6BF72C325B}"/>
              </a:ext>
            </a:extLst>
          </p:cNvPr>
          <p:cNvSpPr>
            <a:spLocks noChangeArrowheads="1"/>
          </p:cNvSpPr>
          <p:nvPr/>
        </p:nvSpPr>
        <p:spPr bwMode="white">
          <a:xfrm>
            <a:off x="1198880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8" name="Rectangle 23">
            <a:extLst>
              <a:ext uri="{FF2B5EF4-FFF2-40B4-BE49-F238E27FC236}">
                <a16:creationId xmlns:a16="http://schemas.microsoft.com/office/drawing/2014/main" id="{59D1AB6E-4584-48E0-82B8-54CBA2FCBE75}"/>
              </a:ext>
            </a:extLst>
          </p:cNvPr>
          <p:cNvSpPr>
            <a:spLocks noChangeArrowheads="1"/>
          </p:cNvSpPr>
          <p:nvPr/>
        </p:nvSpPr>
        <p:spPr bwMode="white">
          <a:xfrm>
            <a:off x="0" y="1"/>
            <a:ext cx="12192000" cy="119063"/>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9" name="Rectangle 24">
            <a:extLst>
              <a:ext uri="{FF2B5EF4-FFF2-40B4-BE49-F238E27FC236}">
                <a16:creationId xmlns:a16="http://schemas.microsoft.com/office/drawing/2014/main" id="{33C63D0E-5862-4C08-BC84-78BBD480F647}"/>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 name="Rectangle 9">
            <a:extLst>
              <a:ext uri="{FF2B5EF4-FFF2-40B4-BE49-F238E27FC236}">
                <a16:creationId xmlns:a16="http://schemas.microsoft.com/office/drawing/2014/main" id="{EA68F017-776B-43CC-A4D9-3EF1E028B0E1}"/>
              </a:ext>
            </a:extLst>
          </p:cNvPr>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BE33350-BB42-4970-8B2F-52C341EA6E1C}"/>
              </a:ext>
            </a:extLst>
          </p:cNvPr>
          <p:cNvSpPr>
            <a:spLocks noChangeArrowheads="1"/>
          </p:cNvSpPr>
          <p:nvPr/>
        </p:nvSpPr>
        <p:spPr bwMode="auto">
          <a:xfrm>
            <a:off x="203200" y="15240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2" name="Straight Connector 11">
            <a:extLst>
              <a:ext uri="{FF2B5EF4-FFF2-40B4-BE49-F238E27FC236}">
                <a16:creationId xmlns:a16="http://schemas.microsoft.com/office/drawing/2014/main" id="{2CCD4E1B-4E7F-40C2-9BBD-9DEFF1184D3B}"/>
              </a:ext>
            </a:extLst>
          </p:cNvPr>
          <p:cNvSpPr>
            <a:spLocks noChangeShapeType="1"/>
          </p:cNvSpPr>
          <p:nvPr/>
        </p:nvSpPr>
        <p:spPr bwMode="auto">
          <a:xfrm>
            <a:off x="203200" y="53340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3" name="Oval 12">
            <a:extLst>
              <a:ext uri="{FF2B5EF4-FFF2-40B4-BE49-F238E27FC236}">
                <a16:creationId xmlns:a16="http://schemas.microsoft.com/office/drawing/2014/main" id="{82053884-3977-4DD3-97C3-61C5043C41DF}"/>
              </a:ext>
            </a:extLst>
          </p:cNvPr>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4" name="Oval 13">
            <a:extLst>
              <a:ext uri="{FF2B5EF4-FFF2-40B4-BE49-F238E27FC236}">
                <a16:creationId xmlns:a16="http://schemas.microsoft.com/office/drawing/2014/main" id="{BD53D875-99EE-44A6-8857-55C21802572B}"/>
              </a:ext>
            </a:extLst>
          </p:cNvPr>
          <p:cNvSpPr/>
          <p:nvPr/>
        </p:nvSpPr>
        <p:spPr>
          <a:xfrm>
            <a:off x="1854200" y="323850"/>
            <a:ext cx="5588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7B94E60-7D91-4910-A071-A5EE9E01FDD5}"/>
              </a:ext>
            </a:extLst>
          </p:cNvPr>
          <p:cNvSpPr>
            <a:spLocks noChangeArrowheads="1"/>
          </p:cNvSpPr>
          <p:nvPr/>
        </p:nvSpPr>
        <p:spPr bwMode="auto">
          <a:xfrm>
            <a:off x="198967" y="6388101"/>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2" name="Title 1"/>
          <p:cNvSpPr>
            <a:spLocks noGrp="1"/>
          </p:cNvSpPr>
          <p:nvPr>
            <p:ph type="title"/>
          </p:nvPr>
        </p:nvSpPr>
        <p:spPr>
          <a:xfrm>
            <a:off x="508000" y="914400"/>
            <a:ext cx="31496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4165600" y="685800"/>
            <a:ext cx="75184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a:extLst>
              <a:ext uri="{FF2B5EF4-FFF2-40B4-BE49-F238E27FC236}">
                <a16:creationId xmlns:a16="http://schemas.microsoft.com/office/drawing/2014/main" id="{B858BE6D-423F-44B7-8B02-0FA8E555BA1C}"/>
              </a:ext>
            </a:extLst>
          </p:cNvPr>
          <p:cNvSpPr>
            <a:spLocks noGrp="1"/>
          </p:cNvSpPr>
          <p:nvPr>
            <p:ph type="sldNum" sz="quarter" idx="10"/>
          </p:nvPr>
        </p:nvSpPr>
        <p:spPr>
          <a:xfrm>
            <a:off x="1828800" y="312739"/>
            <a:ext cx="609600" cy="441325"/>
          </a:xfrm>
        </p:spPr>
        <p:txBody>
          <a:bodyPr/>
          <a:lstStyle>
            <a:lvl1pPr>
              <a:defRPr/>
            </a:lvl1pPr>
          </a:lstStyle>
          <a:p>
            <a:pPr>
              <a:defRPr/>
            </a:pPr>
            <a:fld id="{B5E631C7-0B8E-4EB0-AE44-263C4C5944A7}" type="slidenum">
              <a:rPr lang="en-US" altLang="en-US"/>
              <a:pPr>
                <a:defRPr/>
              </a:pPr>
              <a:t>‹#›</a:t>
            </a:fld>
            <a:endParaRPr lang="en-US" altLang="en-US"/>
          </a:p>
        </p:txBody>
      </p:sp>
      <p:sp>
        <p:nvSpPr>
          <p:cNvPr id="17" name="Date Placeholder 4">
            <a:extLst>
              <a:ext uri="{FF2B5EF4-FFF2-40B4-BE49-F238E27FC236}">
                <a16:creationId xmlns:a16="http://schemas.microsoft.com/office/drawing/2014/main" id="{D33AE924-D444-40DF-9032-C826B6C61ED9}"/>
              </a:ext>
            </a:extLst>
          </p:cNvPr>
          <p:cNvSpPr>
            <a:spLocks noGrp="1"/>
          </p:cNvSpPr>
          <p:nvPr>
            <p:ph type="dt" sz="half" idx="11"/>
          </p:nvPr>
        </p:nvSpPr>
        <p:spPr/>
        <p:txBody>
          <a:bodyPr/>
          <a:lstStyle>
            <a:lvl1pPr>
              <a:defRPr/>
            </a:lvl1pPr>
          </a:lstStyle>
          <a:p>
            <a:pPr>
              <a:defRPr/>
            </a:pPr>
            <a:fld id="{E5640502-A142-45D4-99F7-005D1C340C93}" type="datetimeFigureOut">
              <a:rPr lang="en-US"/>
              <a:pPr>
                <a:defRPr/>
              </a:pPr>
              <a:t>9/9/2026</a:t>
            </a:fld>
            <a:endParaRPr lang="en-US"/>
          </a:p>
        </p:txBody>
      </p:sp>
      <p:sp>
        <p:nvSpPr>
          <p:cNvPr id="18" name="Footer Placeholder 5">
            <a:extLst>
              <a:ext uri="{FF2B5EF4-FFF2-40B4-BE49-F238E27FC236}">
                <a16:creationId xmlns:a16="http://schemas.microsoft.com/office/drawing/2014/main" id="{CAF521AC-B0CC-4DC9-BDDC-1F4CC629FD83}"/>
              </a:ext>
            </a:extLst>
          </p:cNvPr>
          <p:cNvSpPr>
            <a:spLocks noGrp="1"/>
          </p:cNvSpPr>
          <p:nvPr>
            <p:ph type="ftr" sz="quarter" idx="12"/>
          </p:nvPr>
        </p:nvSpPr>
        <p:spPr>
          <a:xfrm>
            <a:off x="402168" y="6410326"/>
            <a:ext cx="4510617" cy="366713"/>
          </a:xfrm>
        </p:spPr>
        <p:txBody>
          <a:bodyPr/>
          <a:lstStyle>
            <a:lvl1pPr>
              <a:defRPr/>
            </a:lvl1pPr>
          </a:lstStyle>
          <a:p>
            <a:pPr>
              <a:defRPr/>
            </a:pPr>
            <a:endParaRPr lang="en-US"/>
          </a:p>
        </p:txBody>
      </p:sp>
    </p:spTree>
    <p:extLst>
      <p:ext uri="{BB962C8B-B14F-4D97-AF65-F5344CB8AC3E}">
        <p14:creationId xmlns:p14="http://schemas.microsoft.com/office/powerpoint/2010/main" val="293899218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D7C04E7E-DBBD-4697-811B-F194FF0FBB72}"/>
              </a:ext>
            </a:extLst>
          </p:cNvPr>
          <p:cNvSpPr>
            <a:spLocks noChangeShapeType="1"/>
          </p:cNvSpPr>
          <p:nvPr/>
        </p:nvSpPr>
        <p:spPr bwMode="auto">
          <a:xfrm>
            <a:off x="203200" y="53340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6" name="Rectangle 20">
            <a:extLst>
              <a:ext uri="{FF2B5EF4-FFF2-40B4-BE49-F238E27FC236}">
                <a16:creationId xmlns:a16="http://schemas.microsoft.com/office/drawing/2014/main" id="{0FC4423C-72F9-4DD8-8A5B-386260FA60F1}"/>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7" name="Rectangle 21">
            <a:extLst>
              <a:ext uri="{FF2B5EF4-FFF2-40B4-BE49-F238E27FC236}">
                <a16:creationId xmlns:a16="http://schemas.microsoft.com/office/drawing/2014/main" id="{37B38656-5FE1-47BD-BB7E-D2325ED708FB}"/>
              </a:ext>
            </a:extLst>
          </p:cNvPr>
          <p:cNvSpPr>
            <a:spLocks noChangeArrowheads="1"/>
          </p:cNvSpPr>
          <p:nvPr/>
        </p:nvSpPr>
        <p:spPr bwMode="white">
          <a:xfrm>
            <a:off x="1198880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8" name="Rectangle 23">
            <a:extLst>
              <a:ext uri="{FF2B5EF4-FFF2-40B4-BE49-F238E27FC236}">
                <a16:creationId xmlns:a16="http://schemas.microsoft.com/office/drawing/2014/main" id="{21A165B7-3D36-42BE-9DCF-003E758B9C59}"/>
              </a:ext>
            </a:extLst>
          </p:cNvPr>
          <p:cNvSpPr>
            <a:spLocks noChangeArrowheads="1"/>
          </p:cNvSpPr>
          <p:nvPr/>
        </p:nvSpPr>
        <p:spPr bwMode="white">
          <a:xfrm>
            <a:off x="0" y="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9" name="Rectangle 24">
            <a:extLst>
              <a:ext uri="{FF2B5EF4-FFF2-40B4-BE49-F238E27FC236}">
                <a16:creationId xmlns:a16="http://schemas.microsoft.com/office/drawing/2014/main" id="{B82BDC96-E54E-49BC-B99D-E318FCC45639}"/>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 name="Rectangle 9">
            <a:extLst>
              <a:ext uri="{FF2B5EF4-FFF2-40B4-BE49-F238E27FC236}">
                <a16:creationId xmlns:a16="http://schemas.microsoft.com/office/drawing/2014/main" id="{8078E417-EC63-482A-A6A9-DC9BA09A0097}"/>
              </a:ext>
            </a:extLst>
          </p:cNvPr>
          <p:cNvSpPr>
            <a:spLocks noChangeArrowheads="1"/>
          </p:cNvSpPr>
          <p:nvPr/>
        </p:nvSpPr>
        <p:spPr bwMode="auto">
          <a:xfrm>
            <a:off x="203200" y="152401"/>
            <a:ext cx="11777133"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1" name="Rectangle 10">
            <a:extLst>
              <a:ext uri="{FF2B5EF4-FFF2-40B4-BE49-F238E27FC236}">
                <a16:creationId xmlns:a16="http://schemas.microsoft.com/office/drawing/2014/main" id="{3FCF5911-E04A-40D9-BB10-528F59EC7A94}"/>
              </a:ext>
            </a:extLst>
          </p:cNvPr>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AAF9E8CB-2DEC-4A3B-985D-06FFB42C846D}"/>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3" name="Oval 12">
            <a:extLst>
              <a:ext uri="{FF2B5EF4-FFF2-40B4-BE49-F238E27FC236}">
                <a16:creationId xmlns:a16="http://schemas.microsoft.com/office/drawing/2014/main" id="{4D453D2D-BB07-42F1-AF1C-1ACAF3F7E225}"/>
              </a:ext>
            </a:extLst>
          </p:cNvPr>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4" name="Oval 13">
            <a:extLst>
              <a:ext uri="{FF2B5EF4-FFF2-40B4-BE49-F238E27FC236}">
                <a16:creationId xmlns:a16="http://schemas.microsoft.com/office/drawing/2014/main" id="{A3747B98-4C06-40BC-9841-7F86E4B68CA9}"/>
              </a:ext>
            </a:extLst>
          </p:cNvPr>
          <p:cNvSpPr/>
          <p:nvPr/>
        </p:nvSpPr>
        <p:spPr>
          <a:xfrm>
            <a:off x="1854200" y="323850"/>
            <a:ext cx="5588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9AB6F517-DEB8-46B2-86EF-8DD6ACFEA77B}"/>
              </a:ext>
            </a:extLst>
          </p:cNvPr>
          <p:cNvSpPr>
            <a:spLocks noChangeArrowheads="1"/>
          </p:cNvSpPr>
          <p:nvPr/>
        </p:nvSpPr>
        <p:spPr bwMode="auto">
          <a:xfrm>
            <a:off x="198967" y="6388101"/>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4000500" y="609600"/>
            <a:ext cx="78232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a:extLst>
              <a:ext uri="{FF2B5EF4-FFF2-40B4-BE49-F238E27FC236}">
                <a16:creationId xmlns:a16="http://schemas.microsoft.com/office/drawing/2014/main" id="{024A69D8-46A3-4861-89B0-6C3528770B96}"/>
              </a:ext>
            </a:extLst>
          </p:cNvPr>
          <p:cNvSpPr>
            <a:spLocks noGrp="1"/>
          </p:cNvSpPr>
          <p:nvPr>
            <p:ph type="sldNum" sz="quarter" idx="10"/>
          </p:nvPr>
        </p:nvSpPr>
        <p:spPr>
          <a:xfrm>
            <a:off x="1828800" y="312739"/>
            <a:ext cx="609600" cy="441325"/>
          </a:xfrm>
        </p:spPr>
        <p:txBody>
          <a:bodyPr/>
          <a:lstStyle>
            <a:lvl1pPr>
              <a:defRPr/>
            </a:lvl1pPr>
          </a:lstStyle>
          <a:p>
            <a:pPr>
              <a:defRPr/>
            </a:pPr>
            <a:fld id="{1B0136D3-9310-43B8-9377-DBE9F829026E}" type="slidenum">
              <a:rPr lang="en-US" altLang="en-US"/>
              <a:pPr>
                <a:defRPr/>
              </a:pPr>
              <a:t>‹#›</a:t>
            </a:fld>
            <a:endParaRPr lang="en-US" altLang="en-US"/>
          </a:p>
        </p:txBody>
      </p:sp>
      <p:sp>
        <p:nvSpPr>
          <p:cNvPr id="17" name="Date Placeholder 4">
            <a:extLst>
              <a:ext uri="{FF2B5EF4-FFF2-40B4-BE49-F238E27FC236}">
                <a16:creationId xmlns:a16="http://schemas.microsoft.com/office/drawing/2014/main" id="{FD677CA3-F799-4D46-A294-7A29C45EE917}"/>
              </a:ext>
            </a:extLst>
          </p:cNvPr>
          <p:cNvSpPr>
            <a:spLocks noGrp="1"/>
          </p:cNvSpPr>
          <p:nvPr>
            <p:ph type="dt" sz="half" idx="11"/>
          </p:nvPr>
        </p:nvSpPr>
        <p:spPr>
          <a:xfrm>
            <a:off x="7717367" y="6405564"/>
            <a:ext cx="4059767" cy="365125"/>
          </a:xfrm>
        </p:spPr>
        <p:txBody>
          <a:bodyPr/>
          <a:lstStyle>
            <a:lvl1pPr>
              <a:defRPr/>
            </a:lvl1pPr>
          </a:lstStyle>
          <a:p>
            <a:pPr>
              <a:defRPr/>
            </a:pPr>
            <a:fld id="{E25DCB1D-7937-478B-B57E-E5006F5962DB}" type="datetimeFigureOut">
              <a:rPr lang="en-US"/>
              <a:pPr>
                <a:defRPr/>
              </a:pPr>
              <a:t>9/9/2026</a:t>
            </a:fld>
            <a:endParaRPr lang="en-US"/>
          </a:p>
        </p:txBody>
      </p:sp>
      <p:sp>
        <p:nvSpPr>
          <p:cNvPr id="18" name="Footer Placeholder 5">
            <a:extLst>
              <a:ext uri="{FF2B5EF4-FFF2-40B4-BE49-F238E27FC236}">
                <a16:creationId xmlns:a16="http://schemas.microsoft.com/office/drawing/2014/main" id="{963C37D6-5D8A-4981-AF48-C096DFE69178}"/>
              </a:ext>
            </a:extLst>
          </p:cNvPr>
          <p:cNvSpPr>
            <a:spLocks noGrp="1"/>
          </p:cNvSpPr>
          <p:nvPr>
            <p:ph type="ftr" sz="quarter" idx="12"/>
          </p:nvPr>
        </p:nvSpPr>
        <p:spPr>
          <a:xfrm>
            <a:off x="402168" y="6410326"/>
            <a:ext cx="4779433" cy="366713"/>
          </a:xfrm>
        </p:spPr>
        <p:txBody>
          <a:bodyPr/>
          <a:lstStyle>
            <a:lvl1pPr>
              <a:defRPr/>
            </a:lvl1pPr>
          </a:lstStyle>
          <a:p>
            <a:pPr>
              <a:defRPr/>
            </a:pPr>
            <a:endParaRPr lang="en-US"/>
          </a:p>
        </p:txBody>
      </p:sp>
    </p:spTree>
    <p:extLst>
      <p:ext uri="{BB962C8B-B14F-4D97-AF65-F5344CB8AC3E}">
        <p14:creationId xmlns:p14="http://schemas.microsoft.com/office/powerpoint/2010/main" val="9330634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B38FA-F1AE-410B-8745-EFB6BC4C20CD}"/>
              </a:ext>
            </a:extLst>
          </p:cNvPr>
          <p:cNvSpPr>
            <a:spLocks noGrp="1"/>
          </p:cNvSpPr>
          <p:nvPr>
            <p:ph type="dt" sz="half" idx="10"/>
          </p:nvPr>
        </p:nvSpPr>
        <p:spPr/>
        <p:txBody>
          <a:bodyPr/>
          <a:lstStyle>
            <a:lvl1pPr>
              <a:defRPr/>
            </a:lvl1pPr>
          </a:lstStyle>
          <a:p>
            <a:pPr>
              <a:defRPr/>
            </a:pPr>
            <a:fld id="{CADF0307-E6E0-4985-A70C-46D8B6FD2681}" type="datetimeFigureOut">
              <a:rPr lang="en-US"/>
              <a:pPr>
                <a:defRPr/>
              </a:pPr>
              <a:t>9/9/2026</a:t>
            </a:fld>
            <a:endParaRPr lang="en-US"/>
          </a:p>
        </p:txBody>
      </p:sp>
      <p:sp>
        <p:nvSpPr>
          <p:cNvPr id="5" name="Footer Placeholder 4">
            <a:extLst>
              <a:ext uri="{FF2B5EF4-FFF2-40B4-BE49-F238E27FC236}">
                <a16:creationId xmlns:a16="http://schemas.microsoft.com/office/drawing/2014/main" id="{E15315D9-75C8-441E-8CFF-173D27D8DE5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15C85C6-AFFC-4421-A683-E743A6FF0AE8}"/>
              </a:ext>
            </a:extLst>
          </p:cNvPr>
          <p:cNvSpPr>
            <a:spLocks noGrp="1"/>
          </p:cNvSpPr>
          <p:nvPr>
            <p:ph type="sldNum" sz="quarter" idx="12"/>
          </p:nvPr>
        </p:nvSpPr>
        <p:spPr/>
        <p:txBody>
          <a:bodyPr/>
          <a:lstStyle>
            <a:lvl1pPr>
              <a:defRPr/>
            </a:lvl1pPr>
          </a:lstStyle>
          <a:p>
            <a:pPr>
              <a:defRPr/>
            </a:pPr>
            <a:fld id="{E6699D72-0C03-4AB1-86E6-B0CA0E55E9C5}" type="slidenum">
              <a:rPr lang="en-US" altLang="en-US"/>
              <a:pPr>
                <a:defRPr/>
              </a:pPr>
              <a:t>‹#›</a:t>
            </a:fld>
            <a:endParaRPr lang="en-US" altLang="en-US"/>
          </a:p>
        </p:txBody>
      </p:sp>
    </p:spTree>
    <p:extLst>
      <p:ext uri="{BB962C8B-B14F-4D97-AF65-F5344CB8AC3E}">
        <p14:creationId xmlns:p14="http://schemas.microsoft.com/office/powerpoint/2010/main" val="875216457"/>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E3225BBD-23E8-4BAE-A4BE-E08FCA6AD087}"/>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5" name="Rectangle 20">
            <a:extLst>
              <a:ext uri="{FF2B5EF4-FFF2-40B4-BE49-F238E27FC236}">
                <a16:creationId xmlns:a16="http://schemas.microsoft.com/office/drawing/2014/main" id="{34154701-1B95-4F64-922F-101166E2E789}"/>
              </a:ext>
            </a:extLst>
          </p:cNvPr>
          <p:cNvSpPr>
            <a:spLocks noChangeArrowheads="1"/>
          </p:cNvSpPr>
          <p:nvPr/>
        </p:nvSpPr>
        <p:spPr bwMode="white">
          <a:xfrm>
            <a:off x="9347200" y="0"/>
            <a:ext cx="28448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6" name="Rectangle 21">
            <a:extLst>
              <a:ext uri="{FF2B5EF4-FFF2-40B4-BE49-F238E27FC236}">
                <a16:creationId xmlns:a16="http://schemas.microsoft.com/office/drawing/2014/main" id="{CDE6AA37-08D1-48A2-8CB9-130350C77430}"/>
              </a:ext>
            </a:extLst>
          </p:cNvPr>
          <p:cNvSpPr>
            <a:spLocks noChangeArrowheads="1"/>
          </p:cNvSpPr>
          <p:nvPr/>
        </p:nvSpPr>
        <p:spPr bwMode="white">
          <a:xfrm>
            <a:off x="0" y="1"/>
            <a:ext cx="12192000" cy="155575"/>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7" name="Rectangle 23">
            <a:extLst>
              <a:ext uri="{FF2B5EF4-FFF2-40B4-BE49-F238E27FC236}">
                <a16:creationId xmlns:a16="http://schemas.microsoft.com/office/drawing/2014/main" id="{485644B5-432D-4327-A62B-044EB072950F}"/>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8" name="Rectangle 7">
            <a:extLst>
              <a:ext uri="{FF2B5EF4-FFF2-40B4-BE49-F238E27FC236}">
                <a16:creationId xmlns:a16="http://schemas.microsoft.com/office/drawing/2014/main" id="{167A2D3E-13FC-4EA9-8256-23DB00AA168B}"/>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9" name="Rectangle 8">
            <a:extLst>
              <a:ext uri="{FF2B5EF4-FFF2-40B4-BE49-F238E27FC236}">
                <a16:creationId xmlns:a16="http://schemas.microsoft.com/office/drawing/2014/main" id="{48494FC9-A0F7-414D-B9D6-B5C164A8D195}"/>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0" name="Straight Connector 9">
            <a:extLst>
              <a:ext uri="{FF2B5EF4-FFF2-40B4-BE49-F238E27FC236}">
                <a16:creationId xmlns:a16="http://schemas.microsoft.com/office/drawing/2014/main" id="{DBFA5EC5-BB9F-4F49-B2F2-16DCFC6199E2}"/>
              </a:ext>
            </a:extLst>
          </p:cNvPr>
          <p:cNvSpPr>
            <a:spLocks noChangeShapeType="1"/>
          </p:cNvSpPr>
          <p:nvPr/>
        </p:nvSpPr>
        <p:spPr bwMode="auto">
          <a:xfrm rot="5400000">
            <a:off x="6402388"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1" name="Oval 10">
            <a:extLst>
              <a:ext uri="{FF2B5EF4-FFF2-40B4-BE49-F238E27FC236}">
                <a16:creationId xmlns:a16="http://schemas.microsoft.com/office/drawing/2014/main" id="{D45ECE35-C64A-49AB-8986-18A6EDE8958F}"/>
              </a:ext>
            </a:extLst>
          </p:cNvPr>
          <p:cNvSpPr/>
          <p:nvPr/>
        </p:nvSpPr>
        <p:spPr>
          <a:xfrm>
            <a:off x="9118600"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Oval 11">
            <a:extLst>
              <a:ext uri="{FF2B5EF4-FFF2-40B4-BE49-F238E27FC236}">
                <a16:creationId xmlns:a16="http://schemas.microsoft.com/office/drawing/2014/main" id="{F622FB87-59E5-4CCB-9518-AA5BB07A8C42}"/>
              </a:ext>
            </a:extLst>
          </p:cNvPr>
          <p:cNvSpPr/>
          <p:nvPr/>
        </p:nvSpPr>
        <p:spPr>
          <a:xfrm>
            <a:off x="9245600" y="3021013"/>
            <a:ext cx="560917"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3" name="Vertical Text Placeholder 2"/>
          <p:cNvSpPr>
            <a:spLocks noGrp="1"/>
          </p:cNvSpPr>
          <p:nvPr>
            <p:ph type="body" orient="vert" idx="1"/>
          </p:nvPr>
        </p:nvSpPr>
        <p:spPr>
          <a:xfrm>
            <a:off x="406400" y="304800"/>
            <a:ext cx="87376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9855200" y="304802"/>
            <a:ext cx="1930400" cy="5851525"/>
          </a:xfrm>
        </p:spPr>
        <p:txBody>
          <a:bodyPr vert="eaVert"/>
          <a:lstStyle/>
          <a:p>
            <a:r>
              <a:rPr lang="en-US"/>
              <a:t>Click to edit Master title style</a:t>
            </a:r>
          </a:p>
        </p:txBody>
      </p:sp>
      <p:sp>
        <p:nvSpPr>
          <p:cNvPr id="13" name="Slide Number Placeholder 5">
            <a:extLst>
              <a:ext uri="{FF2B5EF4-FFF2-40B4-BE49-F238E27FC236}">
                <a16:creationId xmlns:a16="http://schemas.microsoft.com/office/drawing/2014/main" id="{CAFF2A79-6597-4540-B4AB-3744CD2A80C5}"/>
              </a:ext>
            </a:extLst>
          </p:cNvPr>
          <p:cNvSpPr>
            <a:spLocks noGrp="1"/>
          </p:cNvSpPr>
          <p:nvPr>
            <p:ph type="sldNum" sz="quarter" idx="10"/>
          </p:nvPr>
        </p:nvSpPr>
        <p:spPr>
          <a:xfrm>
            <a:off x="9220200" y="3009901"/>
            <a:ext cx="609600" cy="441325"/>
          </a:xfrm>
        </p:spPr>
        <p:txBody>
          <a:bodyPr/>
          <a:lstStyle>
            <a:lvl1pPr>
              <a:defRPr/>
            </a:lvl1pPr>
          </a:lstStyle>
          <a:p>
            <a:pPr>
              <a:defRPr/>
            </a:pPr>
            <a:fld id="{5392EF5F-F1D7-43BF-B826-B69562DEAF88}" type="slidenum">
              <a:rPr lang="en-US" altLang="en-US"/>
              <a:pPr>
                <a:defRPr/>
              </a:pPr>
              <a:t>‹#›</a:t>
            </a:fld>
            <a:endParaRPr lang="en-US" altLang="en-US"/>
          </a:p>
        </p:txBody>
      </p:sp>
      <p:sp>
        <p:nvSpPr>
          <p:cNvPr id="14" name="Date Placeholder 3">
            <a:extLst>
              <a:ext uri="{FF2B5EF4-FFF2-40B4-BE49-F238E27FC236}">
                <a16:creationId xmlns:a16="http://schemas.microsoft.com/office/drawing/2014/main" id="{F3784B4A-A559-4905-A341-6C2A44C4EA3C}"/>
              </a:ext>
            </a:extLst>
          </p:cNvPr>
          <p:cNvSpPr>
            <a:spLocks noGrp="1"/>
          </p:cNvSpPr>
          <p:nvPr>
            <p:ph type="dt" sz="half" idx="11"/>
          </p:nvPr>
        </p:nvSpPr>
        <p:spPr/>
        <p:txBody>
          <a:bodyPr/>
          <a:lstStyle>
            <a:lvl1pPr>
              <a:defRPr/>
            </a:lvl1pPr>
          </a:lstStyle>
          <a:p>
            <a:pPr>
              <a:defRPr/>
            </a:pPr>
            <a:fld id="{08C279B8-5715-4834-9C20-77F99E3167A9}" type="datetimeFigureOut">
              <a:rPr lang="en-US"/>
              <a:pPr>
                <a:defRPr/>
              </a:pPr>
              <a:t>9/9/2026</a:t>
            </a:fld>
            <a:endParaRPr lang="en-US"/>
          </a:p>
        </p:txBody>
      </p:sp>
      <p:sp>
        <p:nvSpPr>
          <p:cNvPr id="15" name="Footer Placeholder 4">
            <a:extLst>
              <a:ext uri="{FF2B5EF4-FFF2-40B4-BE49-F238E27FC236}">
                <a16:creationId xmlns:a16="http://schemas.microsoft.com/office/drawing/2014/main" id="{BA133356-EB04-4E0A-82C5-6217EEF3EA8A}"/>
              </a:ext>
            </a:extLst>
          </p:cNvPr>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179528207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2535" y="603367"/>
            <a:ext cx="10266800" cy="75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1pPr>
            <a:lvl2pPr lvl="1">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2pPr>
            <a:lvl3pPr lvl="2">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3pPr>
            <a:lvl4pPr lvl="3">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4pPr>
            <a:lvl5pPr lvl="4">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5pPr>
            <a:lvl6pPr lvl="5">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6pPr>
            <a:lvl7pPr lvl="6">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7pPr>
            <a:lvl8pPr lvl="7">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8pPr>
            <a:lvl9pPr lvl="8">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962535" y="1647898"/>
            <a:ext cx="10266800" cy="4492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5" r:id="rId4"/>
    <p:sldLayoutId id="2147483658" r:id="rId5"/>
    <p:sldLayoutId id="2147483670" r:id="rId6"/>
    <p:sldLayoutId id="2147483671" r:id="rId7"/>
    <p:sldLayoutId id="214748367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72"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2535" y="603367"/>
            <a:ext cx="10266800" cy="75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1pPr>
            <a:lvl2pPr lvl="1">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2pPr>
            <a:lvl3pPr lvl="2">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3pPr>
            <a:lvl4pPr lvl="3">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4pPr>
            <a:lvl5pPr lvl="4">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5pPr>
            <a:lvl6pPr lvl="5">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6pPr>
            <a:lvl7pPr lvl="6">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7pPr>
            <a:lvl8pPr lvl="7">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8pPr>
            <a:lvl9pPr lvl="8">
              <a:spcBef>
                <a:spcPts val="0"/>
              </a:spcBef>
              <a:spcAft>
                <a:spcPts val="0"/>
              </a:spcAft>
              <a:buClr>
                <a:schemeClr val="dk1"/>
              </a:buClr>
              <a:buSzPts val="3400"/>
              <a:buFont typeface="Outfit"/>
              <a:buNone/>
              <a:defRPr sz="3400">
                <a:solidFill>
                  <a:schemeClr val="dk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962535" y="1647898"/>
            <a:ext cx="10266800" cy="4492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extLst>
      <p:ext uri="{BB962C8B-B14F-4D97-AF65-F5344CB8AC3E}">
        <p14:creationId xmlns:p14="http://schemas.microsoft.com/office/powerpoint/2010/main" val="2557316345"/>
      </p:ext>
    </p:extLst>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Rectangle 16">
            <a:extLst>
              <a:ext uri="{FF2B5EF4-FFF2-40B4-BE49-F238E27FC236}">
                <a16:creationId xmlns:a16="http://schemas.microsoft.com/office/drawing/2014/main" id="{7B061BDA-EF7D-4DB3-A5A5-2AFFE79ED97E}"/>
              </a:ext>
            </a:extLst>
          </p:cNvPr>
          <p:cNvSpPr>
            <a:spLocks noChangeArrowheads="1"/>
          </p:cNvSpPr>
          <p:nvPr/>
        </p:nvSpPr>
        <p:spPr bwMode="white">
          <a:xfrm>
            <a:off x="0" y="6705600"/>
            <a:ext cx="12192000" cy="1524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27" name="Rectangle 15">
            <a:extLst>
              <a:ext uri="{FF2B5EF4-FFF2-40B4-BE49-F238E27FC236}">
                <a16:creationId xmlns:a16="http://schemas.microsoft.com/office/drawing/2014/main" id="{753F28BC-E269-4BB2-9EFA-DC983141029B}"/>
              </a:ext>
            </a:extLst>
          </p:cNvPr>
          <p:cNvSpPr>
            <a:spLocks noChangeArrowheads="1"/>
          </p:cNvSpPr>
          <p:nvPr/>
        </p:nvSpPr>
        <p:spPr bwMode="white">
          <a:xfrm>
            <a:off x="0" y="1"/>
            <a:ext cx="12192000" cy="1393825"/>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28" name="Rectangle 17">
            <a:extLst>
              <a:ext uri="{FF2B5EF4-FFF2-40B4-BE49-F238E27FC236}">
                <a16:creationId xmlns:a16="http://schemas.microsoft.com/office/drawing/2014/main" id="{39113709-CEF7-4FEC-BE96-6814A3663E24}"/>
              </a:ext>
            </a:extLst>
          </p:cNvPr>
          <p:cNvSpPr>
            <a:spLocks noChangeArrowheads="1"/>
          </p:cNvSpPr>
          <p:nvPr/>
        </p:nvSpPr>
        <p:spPr bwMode="white">
          <a:xfrm>
            <a:off x="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1029" name="Rectangle 18">
            <a:extLst>
              <a:ext uri="{FF2B5EF4-FFF2-40B4-BE49-F238E27FC236}">
                <a16:creationId xmlns:a16="http://schemas.microsoft.com/office/drawing/2014/main" id="{715F4ABB-B2FE-470B-90EA-B8AD37F9DF8E}"/>
              </a:ext>
            </a:extLst>
          </p:cNvPr>
          <p:cNvSpPr>
            <a:spLocks noChangeArrowheads="1"/>
          </p:cNvSpPr>
          <p:nvPr/>
        </p:nvSpPr>
        <p:spPr bwMode="white">
          <a:xfrm>
            <a:off x="11988800" y="0"/>
            <a:ext cx="203200" cy="6858000"/>
          </a:xfrm>
          <a:prstGeom prst="rect">
            <a:avLst/>
          </a:prstGeom>
          <a:solidFill>
            <a:srgbClr val="FFFFFF"/>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a:latin typeface="Georgia" panose="02040502050405020303" pitchFamily="18" charset="0"/>
            </a:endParaRPr>
          </a:p>
        </p:txBody>
      </p:sp>
      <p:sp>
        <p:nvSpPr>
          <p:cNvPr id="9" name="Rectangle 8">
            <a:extLst>
              <a:ext uri="{FF2B5EF4-FFF2-40B4-BE49-F238E27FC236}">
                <a16:creationId xmlns:a16="http://schemas.microsoft.com/office/drawing/2014/main" id="{A9158776-2324-4EFD-B7A0-6835B78F5DC6}"/>
              </a:ext>
            </a:extLst>
          </p:cNvPr>
          <p:cNvSpPr>
            <a:spLocks noChangeArrowheads="1"/>
          </p:cNvSpPr>
          <p:nvPr/>
        </p:nvSpPr>
        <p:spPr bwMode="auto">
          <a:xfrm>
            <a:off x="198967" y="6388101"/>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4" name="Date Placeholder 13">
            <a:extLst>
              <a:ext uri="{FF2B5EF4-FFF2-40B4-BE49-F238E27FC236}">
                <a16:creationId xmlns:a16="http://schemas.microsoft.com/office/drawing/2014/main" id="{557598C0-0520-41EE-9A20-5A0F1ED7E1C0}"/>
              </a:ext>
            </a:extLst>
          </p:cNvPr>
          <p:cNvSpPr>
            <a:spLocks noGrp="1"/>
          </p:cNvSpPr>
          <p:nvPr>
            <p:ph type="dt" sz="half" idx="2"/>
          </p:nvPr>
        </p:nvSpPr>
        <p:spPr>
          <a:xfrm>
            <a:off x="7721601" y="6405564"/>
            <a:ext cx="4059767" cy="365125"/>
          </a:xfrm>
          <a:prstGeom prst="rect">
            <a:avLst/>
          </a:prstGeom>
        </p:spPr>
        <p:txBody>
          <a:bodyPr vert="horz"/>
          <a:lstStyle>
            <a:lvl1pPr algn="r" eaLnBrk="1" fontAlgn="auto" latinLnBrk="0" hangingPunct="1">
              <a:spcBef>
                <a:spcPts val="0"/>
              </a:spcBef>
              <a:spcAft>
                <a:spcPts val="0"/>
              </a:spcAft>
              <a:defRPr kumimoji="0" sz="1400">
                <a:solidFill>
                  <a:srgbClr val="FFFFFF"/>
                </a:solidFill>
                <a:latin typeface="+mn-lt"/>
              </a:defRPr>
            </a:lvl1pPr>
          </a:lstStyle>
          <a:p>
            <a:pPr>
              <a:defRPr/>
            </a:pPr>
            <a:fld id="{1D02090C-776B-4FCF-863D-DDDF8DD21103}" type="datetimeFigureOut">
              <a:rPr lang="en-US"/>
              <a:pPr>
                <a:defRPr/>
              </a:pPr>
              <a:t>9/9/2026</a:t>
            </a:fld>
            <a:endParaRPr lang="en-US"/>
          </a:p>
        </p:txBody>
      </p:sp>
      <p:sp>
        <p:nvSpPr>
          <p:cNvPr id="3" name="Footer Placeholder 2">
            <a:extLst>
              <a:ext uri="{FF2B5EF4-FFF2-40B4-BE49-F238E27FC236}">
                <a16:creationId xmlns:a16="http://schemas.microsoft.com/office/drawing/2014/main" id="{AD6B507E-0F09-4391-8CF5-3D5052649D1F}"/>
              </a:ext>
            </a:extLst>
          </p:cNvPr>
          <p:cNvSpPr>
            <a:spLocks noGrp="1"/>
          </p:cNvSpPr>
          <p:nvPr>
            <p:ph type="ftr" sz="quarter" idx="3"/>
          </p:nvPr>
        </p:nvSpPr>
        <p:spPr>
          <a:xfrm>
            <a:off x="406400" y="6410326"/>
            <a:ext cx="4775200" cy="366713"/>
          </a:xfrm>
          <a:prstGeom prst="rect">
            <a:avLst/>
          </a:prstGeom>
        </p:spPr>
        <p:txBody>
          <a:bodyPr vert="horz"/>
          <a:lstStyle>
            <a:lvl1pPr algn="l" eaLnBrk="1" fontAlgn="auto" latinLnBrk="0" hangingPunct="1">
              <a:spcBef>
                <a:spcPts val="0"/>
              </a:spcBef>
              <a:spcAft>
                <a:spcPts val="0"/>
              </a:spcAft>
              <a:defRPr kumimoji="0" sz="1200">
                <a:solidFill>
                  <a:srgbClr val="FFFFFF"/>
                </a:solidFill>
                <a:latin typeface="+mn-lt"/>
              </a:defRPr>
            </a:lvl1pPr>
          </a:lstStyle>
          <a:p>
            <a:pPr>
              <a:defRPr/>
            </a:pPr>
            <a:endParaRPr lang="en-US"/>
          </a:p>
        </p:txBody>
      </p:sp>
      <p:sp>
        <p:nvSpPr>
          <p:cNvPr id="8" name="Rectangle 7">
            <a:extLst>
              <a:ext uri="{FF2B5EF4-FFF2-40B4-BE49-F238E27FC236}">
                <a16:creationId xmlns:a16="http://schemas.microsoft.com/office/drawing/2014/main" id="{6D325214-BACF-4D6E-A194-92D56F5571B1}"/>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fontAlgn="auto" hangingPunct="1">
              <a:spcBef>
                <a:spcPts val="0"/>
              </a:spcBef>
              <a:spcAft>
                <a:spcPts val="0"/>
              </a:spcAft>
              <a:defRPr/>
            </a:pPr>
            <a:endParaRPr lang="en-US" sz="1800" dirty="0">
              <a:latin typeface="+mn-lt"/>
            </a:endParaRPr>
          </a:p>
        </p:txBody>
      </p:sp>
      <p:sp>
        <p:nvSpPr>
          <p:cNvPr id="10" name="Straight Connector 9">
            <a:extLst>
              <a:ext uri="{FF2B5EF4-FFF2-40B4-BE49-F238E27FC236}">
                <a16:creationId xmlns:a16="http://schemas.microsoft.com/office/drawing/2014/main" id="{32CE7525-FD64-4F50-868D-5221E734556D}"/>
              </a:ext>
            </a:extLst>
          </p:cNvPr>
          <p:cNvSpPr>
            <a:spLocks noChangeShapeType="1"/>
          </p:cNvSpPr>
          <p:nvPr/>
        </p:nvSpPr>
        <p:spPr bwMode="auto">
          <a:xfrm>
            <a:off x="203200" y="1276350"/>
            <a:ext cx="11777133"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fontAlgn="auto" hangingPunct="1">
              <a:spcBef>
                <a:spcPts val="0"/>
              </a:spcBef>
              <a:spcAft>
                <a:spcPts val="0"/>
              </a:spcAft>
              <a:defRPr/>
            </a:pPr>
            <a:endParaRPr lang="en-US" sz="1800">
              <a:latin typeface="+mn-lt"/>
            </a:endParaRPr>
          </a:p>
        </p:txBody>
      </p:sp>
      <p:sp>
        <p:nvSpPr>
          <p:cNvPr id="12" name="Oval 11">
            <a:extLst>
              <a:ext uri="{FF2B5EF4-FFF2-40B4-BE49-F238E27FC236}">
                <a16:creationId xmlns:a16="http://schemas.microsoft.com/office/drawing/2014/main" id="{F55EEB5D-C5B8-48E2-AA21-405BC2DD6F4E}"/>
              </a:ext>
            </a:extLst>
          </p:cNvPr>
          <p:cNvSpPr/>
          <p:nvPr/>
        </p:nvSpPr>
        <p:spPr>
          <a:xfrm>
            <a:off x="5689600" y="955675"/>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Oval 14">
            <a:extLst>
              <a:ext uri="{FF2B5EF4-FFF2-40B4-BE49-F238E27FC236}">
                <a16:creationId xmlns:a16="http://schemas.microsoft.com/office/drawing/2014/main" id="{9EB38B0A-6FDD-42FF-9223-D5B7AEE07B81}"/>
              </a:ext>
            </a:extLst>
          </p:cNvPr>
          <p:cNvSpPr/>
          <p:nvPr/>
        </p:nvSpPr>
        <p:spPr>
          <a:xfrm>
            <a:off x="5816600" y="1050925"/>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23" name="Slide Number Placeholder 22">
            <a:extLst>
              <a:ext uri="{FF2B5EF4-FFF2-40B4-BE49-F238E27FC236}">
                <a16:creationId xmlns:a16="http://schemas.microsoft.com/office/drawing/2014/main" id="{76E40791-9937-445F-9289-4F10621B683F}"/>
              </a:ext>
            </a:extLst>
          </p:cNvPr>
          <p:cNvSpPr>
            <a:spLocks noGrp="1"/>
          </p:cNvSpPr>
          <p:nvPr>
            <p:ph type="sldNum" sz="quarter" idx="4"/>
          </p:nvPr>
        </p:nvSpPr>
        <p:spPr>
          <a:xfrm>
            <a:off x="5791200" y="1039814"/>
            <a:ext cx="609600" cy="441325"/>
          </a:xfrm>
          <a:prstGeom prst="rect">
            <a:avLst/>
          </a:prstGeom>
        </p:spPr>
        <p:txBody>
          <a:bodyPr vert="horz" wrap="square" lIns="45720" tIns="45720" rIns="45720" bIns="45720" numCol="1" anchor="ctr" anchorCtr="0" compatLnSpc="1">
            <a:prstTxWarp prst="textNoShape">
              <a:avLst/>
            </a:prstTxWarp>
            <a:normAutofit/>
          </a:bodyPr>
          <a:lstStyle>
            <a:lvl1pPr algn="ctr" eaLnBrk="1" hangingPunct="1">
              <a:defRPr sz="1600">
                <a:solidFill>
                  <a:srgbClr val="C35E2E"/>
                </a:solidFill>
                <a:latin typeface="Georgia" panose="02040502050405020303" pitchFamily="18" charset="0"/>
              </a:defRPr>
            </a:lvl1pPr>
          </a:lstStyle>
          <a:p>
            <a:pPr>
              <a:defRPr/>
            </a:pPr>
            <a:fld id="{F479077B-6704-4333-95AC-0A03FCC5FF98}" type="slidenum">
              <a:rPr lang="en-US" altLang="en-US"/>
              <a:pPr>
                <a:defRPr/>
              </a:pPr>
              <a:t>‹#›</a:t>
            </a:fld>
            <a:endParaRPr lang="en-US" altLang="en-US"/>
          </a:p>
        </p:txBody>
      </p:sp>
      <p:sp>
        <p:nvSpPr>
          <p:cNvPr id="1038" name="Title Placeholder 21">
            <a:extLst>
              <a:ext uri="{FF2B5EF4-FFF2-40B4-BE49-F238E27FC236}">
                <a16:creationId xmlns:a16="http://schemas.microsoft.com/office/drawing/2014/main" id="{7CD63216-28A0-493D-AF17-EFF2BBEE3EB6}"/>
              </a:ext>
            </a:extLst>
          </p:cNvPr>
          <p:cNvSpPr>
            <a:spLocks noGrp="1"/>
          </p:cNvSpPr>
          <p:nvPr>
            <p:ph type="title"/>
          </p:nvPr>
        </p:nvSpPr>
        <p:spPr bwMode="auto">
          <a:xfrm>
            <a:off x="402167" y="228601"/>
            <a:ext cx="113792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9" name="Text Placeholder 12">
            <a:extLst>
              <a:ext uri="{FF2B5EF4-FFF2-40B4-BE49-F238E27FC236}">
                <a16:creationId xmlns:a16="http://schemas.microsoft.com/office/drawing/2014/main" id="{8AD1254A-D301-423B-BC15-1EE48C4F0057}"/>
              </a:ext>
            </a:extLst>
          </p:cNvPr>
          <p:cNvSpPr>
            <a:spLocks noGrp="1"/>
          </p:cNvSpPr>
          <p:nvPr>
            <p:ph type="body" idx="1"/>
          </p:nvPr>
        </p:nvSpPr>
        <p:spPr bwMode="auto">
          <a:xfrm>
            <a:off x="402167" y="1524000"/>
            <a:ext cx="113792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393636321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rtl="0" eaLnBrk="0" fontAlgn="base" hangingPunct="0">
        <a:spcBef>
          <a:spcPct val="0"/>
        </a:spcBef>
        <a:spcAft>
          <a:spcPct val="0"/>
        </a:spcAft>
        <a:defRPr sz="3300" kern="1200">
          <a:solidFill>
            <a:srgbClr val="C35E2E"/>
          </a:solidFill>
          <a:latin typeface="+mj-lt"/>
          <a:ea typeface="+mj-ea"/>
          <a:cs typeface="+mj-cs"/>
        </a:defRPr>
      </a:lvl1pPr>
      <a:lvl2pPr algn="ctr" rtl="0" eaLnBrk="0" fontAlgn="base" hangingPunct="0">
        <a:spcBef>
          <a:spcPct val="0"/>
        </a:spcBef>
        <a:spcAft>
          <a:spcPct val="0"/>
        </a:spcAft>
        <a:defRPr sz="3300">
          <a:solidFill>
            <a:srgbClr val="C35E2E"/>
          </a:solidFill>
          <a:latin typeface="Georgia" pitchFamily="18" charset="0"/>
        </a:defRPr>
      </a:lvl2pPr>
      <a:lvl3pPr algn="ctr" rtl="0" eaLnBrk="0" fontAlgn="base" hangingPunct="0">
        <a:spcBef>
          <a:spcPct val="0"/>
        </a:spcBef>
        <a:spcAft>
          <a:spcPct val="0"/>
        </a:spcAft>
        <a:defRPr sz="3300">
          <a:solidFill>
            <a:srgbClr val="C35E2E"/>
          </a:solidFill>
          <a:latin typeface="Georgia" pitchFamily="18" charset="0"/>
        </a:defRPr>
      </a:lvl3pPr>
      <a:lvl4pPr algn="ctr" rtl="0" eaLnBrk="0" fontAlgn="base" hangingPunct="0">
        <a:spcBef>
          <a:spcPct val="0"/>
        </a:spcBef>
        <a:spcAft>
          <a:spcPct val="0"/>
        </a:spcAft>
        <a:defRPr sz="3300">
          <a:solidFill>
            <a:srgbClr val="C35E2E"/>
          </a:solidFill>
          <a:latin typeface="Georgia" pitchFamily="18" charset="0"/>
        </a:defRPr>
      </a:lvl4pPr>
      <a:lvl5pPr algn="ctr" rtl="0" eaLnBrk="0" fontAlgn="base" hangingPunct="0">
        <a:spcBef>
          <a:spcPct val="0"/>
        </a:spcBef>
        <a:spcAft>
          <a:spcPct val="0"/>
        </a:spcAft>
        <a:defRPr sz="3300">
          <a:solidFill>
            <a:srgbClr val="C35E2E"/>
          </a:solidFill>
          <a:latin typeface="Georgia" pitchFamily="18" charset="0"/>
        </a:defRPr>
      </a:lvl5pPr>
      <a:lvl6pPr marL="457200" algn="ctr" rtl="0" fontAlgn="base">
        <a:spcBef>
          <a:spcPct val="0"/>
        </a:spcBef>
        <a:spcAft>
          <a:spcPct val="0"/>
        </a:spcAft>
        <a:defRPr sz="3300">
          <a:solidFill>
            <a:srgbClr val="C35E2E"/>
          </a:solidFill>
          <a:latin typeface="Georgia" pitchFamily="18" charset="0"/>
        </a:defRPr>
      </a:lvl6pPr>
      <a:lvl7pPr marL="914400" algn="ctr" rtl="0" fontAlgn="base">
        <a:spcBef>
          <a:spcPct val="0"/>
        </a:spcBef>
        <a:spcAft>
          <a:spcPct val="0"/>
        </a:spcAft>
        <a:defRPr sz="3300">
          <a:solidFill>
            <a:srgbClr val="C35E2E"/>
          </a:solidFill>
          <a:latin typeface="Georgia" pitchFamily="18" charset="0"/>
        </a:defRPr>
      </a:lvl7pPr>
      <a:lvl8pPr marL="1371600" algn="ctr" rtl="0" fontAlgn="base">
        <a:spcBef>
          <a:spcPct val="0"/>
        </a:spcBef>
        <a:spcAft>
          <a:spcPct val="0"/>
        </a:spcAft>
        <a:defRPr sz="3300">
          <a:solidFill>
            <a:srgbClr val="C35E2E"/>
          </a:solidFill>
          <a:latin typeface="Georgia" pitchFamily="18" charset="0"/>
        </a:defRPr>
      </a:lvl8pPr>
      <a:lvl9pPr marL="1828800" algn="ctr" rtl="0" fontAlgn="base">
        <a:spcBef>
          <a:spcPct val="0"/>
        </a:spcBef>
        <a:spcAft>
          <a:spcPct val="0"/>
        </a:spcAft>
        <a:defRPr sz="3300">
          <a:solidFill>
            <a:srgbClr val="C35E2E"/>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panose="05020102010507070707"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anose="05000000000000000000"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DE6C36"/>
        </a:buClr>
        <a:buSzPct val="7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F9B639"/>
        </a:buClr>
        <a:buSzPct val="70000"/>
        <a:buFont typeface="Wingdings" panose="05000000000000000000"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CF6DA4"/>
        </a:buClr>
        <a:buChar char="•"/>
        <a:defRPr sz="20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7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6" name="Google Shape;305;p15">
            <a:extLst>
              <a:ext uri="{FF2B5EF4-FFF2-40B4-BE49-F238E27FC236}">
                <a16:creationId xmlns:a16="http://schemas.microsoft.com/office/drawing/2014/main" id="{237C65A6-32C0-F05A-85D2-EB0D040033CC}"/>
              </a:ext>
            </a:extLst>
          </p:cNvPr>
          <p:cNvGrpSpPr/>
          <p:nvPr/>
        </p:nvGrpSpPr>
        <p:grpSpPr>
          <a:xfrm>
            <a:off x="-807602" y="1718148"/>
            <a:ext cx="7418476" cy="6017532"/>
            <a:chOff x="2369625" y="1475395"/>
            <a:chExt cx="3305725" cy="2681455"/>
          </a:xfrm>
        </p:grpSpPr>
        <p:sp>
          <p:nvSpPr>
            <p:cNvPr id="7" name="Google Shape;306;p15">
              <a:extLst>
                <a:ext uri="{FF2B5EF4-FFF2-40B4-BE49-F238E27FC236}">
                  <a16:creationId xmlns:a16="http://schemas.microsoft.com/office/drawing/2014/main" id="{3721FF8E-A48E-4F27-194C-B6726E5EE5C6}"/>
                </a:ext>
              </a:extLst>
            </p:cNvPr>
            <p:cNvSpPr/>
            <p:nvPr/>
          </p:nvSpPr>
          <p:spPr>
            <a:xfrm>
              <a:off x="2768596" y="1475395"/>
              <a:ext cx="1870174" cy="1870174"/>
            </a:xfrm>
            <a:custGeom>
              <a:avLst/>
              <a:gdLst/>
              <a:ahLst/>
              <a:cxnLst/>
              <a:rect l="l" t="t" r="r" b="b"/>
              <a:pathLst>
                <a:path w="84844" h="84844" extrusionOk="0">
                  <a:moveTo>
                    <a:pt x="42422" y="1"/>
                  </a:moveTo>
                  <a:cubicBezTo>
                    <a:pt x="19030" y="1"/>
                    <a:pt x="1" y="18955"/>
                    <a:pt x="1" y="42422"/>
                  </a:cubicBezTo>
                  <a:cubicBezTo>
                    <a:pt x="1" y="65814"/>
                    <a:pt x="19030" y="84844"/>
                    <a:pt x="42422" y="84844"/>
                  </a:cubicBezTo>
                  <a:cubicBezTo>
                    <a:pt x="65889" y="84844"/>
                    <a:pt x="84843" y="65814"/>
                    <a:pt x="84843" y="42422"/>
                  </a:cubicBezTo>
                  <a:cubicBezTo>
                    <a:pt x="84843" y="18955"/>
                    <a:pt x="65889" y="1"/>
                    <a:pt x="42422" y="1"/>
                  </a:cubicBezTo>
                  <a:close/>
                </a:path>
              </a:pathLst>
            </a:custGeom>
            <a:solidFill>
              <a:schemeClr val="accent1"/>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8" name="Google Shape;307;p15">
              <a:extLst>
                <a:ext uri="{FF2B5EF4-FFF2-40B4-BE49-F238E27FC236}">
                  <a16:creationId xmlns:a16="http://schemas.microsoft.com/office/drawing/2014/main" id="{CD2F1C0B-9307-F779-5377-7D943C7E4D3F}"/>
                </a:ext>
              </a:extLst>
            </p:cNvPr>
            <p:cNvSpPr/>
            <p:nvPr/>
          </p:nvSpPr>
          <p:spPr>
            <a:xfrm>
              <a:off x="2369625" y="2914550"/>
              <a:ext cx="3305725" cy="1242300"/>
            </a:xfrm>
            <a:custGeom>
              <a:avLst/>
              <a:gdLst/>
              <a:ahLst/>
              <a:cxnLst/>
              <a:rect l="l" t="t" r="r" b="b"/>
              <a:pathLst>
                <a:path w="132229" h="49692" extrusionOk="0">
                  <a:moveTo>
                    <a:pt x="57674" y="1"/>
                  </a:moveTo>
                  <a:cubicBezTo>
                    <a:pt x="56975" y="1"/>
                    <a:pt x="56271" y="115"/>
                    <a:pt x="55584" y="351"/>
                  </a:cubicBezTo>
                  <a:cubicBezTo>
                    <a:pt x="53481" y="1051"/>
                    <a:pt x="51575" y="2863"/>
                    <a:pt x="49438" y="2863"/>
                  </a:cubicBezTo>
                  <a:cubicBezTo>
                    <a:pt x="49281" y="2863"/>
                    <a:pt x="49124" y="2853"/>
                    <a:pt x="48965" y="2833"/>
                  </a:cubicBezTo>
                  <a:cubicBezTo>
                    <a:pt x="47386" y="2607"/>
                    <a:pt x="46182" y="1404"/>
                    <a:pt x="44828" y="651"/>
                  </a:cubicBezTo>
                  <a:cubicBezTo>
                    <a:pt x="44205" y="340"/>
                    <a:pt x="43546" y="172"/>
                    <a:pt x="42876" y="172"/>
                  </a:cubicBezTo>
                  <a:cubicBezTo>
                    <a:pt x="42576" y="172"/>
                    <a:pt x="42273" y="205"/>
                    <a:pt x="41970" y="275"/>
                  </a:cubicBezTo>
                  <a:cubicBezTo>
                    <a:pt x="29033" y="15694"/>
                    <a:pt x="14968" y="30211"/>
                    <a:pt x="0" y="43675"/>
                  </a:cubicBezTo>
                  <a:cubicBezTo>
                    <a:pt x="0" y="43675"/>
                    <a:pt x="12185" y="49692"/>
                    <a:pt x="64084" y="49692"/>
                  </a:cubicBezTo>
                  <a:cubicBezTo>
                    <a:pt x="115982" y="49692"/>
                    <a:pt x="132228" y="43675"/>
                    <a:pt x="132228" y="43675"/>
                  </a:cubicBezTo>
                  <a:cubicBezTo>
                    <a:pt x="118238" y="31038"/>
                    <a:pt x="105076" y="17575"/>
                    <a:pt x="92816" y="3284"/>
                  </a:cubicBezTo>
                  <a:cubicBezTo>
                    <a:pt x="91235" y="3788"/>
                    <a:pt x="89595" y="4037"/>
                    <a:pt x="87961" y="4037"/>
                  </a:cubicBezTo>
                  <a:cubicBezTo>
                    <a:pt x="85941" y="4037"/>
                    <a:pt x="83931" y="3656"/>
                    <a:pt x="82060" y="2908"/>
                  </a:cubicBezTo>
                  <a:cubicBezTo>
                    <a:pt x="80180" y="2080"/>
                    <a:pt x="78299" y="877"/>
                    <a:pt x="76193" y="877"/>
                  </a:cubicBezTo>
                  <a:cubicBezTo>
                    <a:pt x="74162" y="877"/>
                    <a:pt x="72132" y="2306"/>
                    <a:pt x="70251" y="3359"/>
                  </a:cubicBezTo>
                  <a:cubicBezTo>
                    <a:pt x="69100" y="4004"/>
                    <a:pt x="67694" y="4508"/>
                    <a:pt x="66380" y="4508"/>
                  </a:cubicBezTo>
                  <a:cubicBezTo>
                    <a:pt x="65549" y="4508"/>
                    <a:pt x="64754" y="4306"/>
                    <a:pt x="64084" y="3810"/>
                  </a:cubicBezTo>
                  <a:cubicBezTo>
                    <a:pt x="63482" y="3284"/>
                    <a:pt x="62880" y="2682"/>
                    <a:pt x="62429" y="2005"/>
                  </a:cubicBezTo>
                  <a:cubicBezTo>
                    <a:pt x="61138" y="715"/>
                    <a:pt x="59425" y="1"/>
                    <a:pt x="57674" y="1"/>
                  </a:cubicBezTo>
                  <a:close/>
                </a:path>
              </a:pathLst>
            </a:custGeom>
            <a:solidFill>
              <a:schemeClr val="dk1"/>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9" name="Google Shape;308;p15">
              <a:extLst>
                <a:ext uri="{FF2B5EF4-FFF2-40B4-BE49-F238E27FC236}">
                  <a16:creationId xmlns:a16="http://schemas.microsoft.com/office/drawing/2014/main" id="{07EA3336-5C58-4427-489E-269CF007D738}"/>
                </a:ext>
              </a:extLst>
            </p:cNvPr>
            <p:cNvSpPr/>
            <p:nvPr/>
          </p:nvSpPr>
          <p:spPr>
            <a:xfrm>
              <a:off x="3420750" y="2304650"/>
              <a:ext cx="1269275" cy="722600"/>
            </a:xfrm>
            <a:custGeom>
              <a:avLst/>
              <a:gdLst/>
              <a:ahLst/>
              <a:cxnLst/>
              <a:rect l="l" t="t" r="r" b="b"/>
              <a:pathLst>
                <a:path w="50771" h="28904" extrusionOk="0">
                  <a:moveTo>
                    <a:pt x="28056" y="1"/>
                  </a:moveTo>
                  <a:cubicBezTo>
                    <a:pt x="27228" y="151"/>
                    <a:pt x="26476" y="452"/>
                    <a:pt x="25874" y="903"/>
                  </a:cubicBezTo>
                  <a:cubicBezTo>
                    <a:pt x="25198" y="1355"/>
                    <a:pt x="24445" y="1731"/>
                    <a:pt x="23693" y="1956"/>
                  </a:cubicBezTo>
                  <a:cubicBezTo>
                    <a:pt x="23443" y="2006"/>
                    <a:pt x="23192" y="2032"/>
                    <a:pt x="22944" y="2032"/>
                  </a:cubicBezTo>
                  <a:cubicBezTo>
                    <a:pt x="22448" y="2032"/>
                    <a:pt x="21963" y="1931"/>
                    <a:pt x="21512" y="1731"/>
                  </a:cubicBezTo>
                  <a:cubicBezTo>
                    <a:pt x="20986" y="1355"/>
                    <a:pt x="20384" y="1054"/>
                    <a:pt x="19782" y="753"/>
                  </a:cubicBezTo>
                  <a:cubicBezTo>
                    <a:pt x="19571" y="695"/>
                    <a:pt x="19354" y="667"/>
                    <a:pt x="19140" y="667"/>
                  </a:cubicBezTo>
                  <a:cubicBezTo>
                    <a:pt x="18513" y="667"/>
                    <a:pt x="17898" y="907"/>
                    <a:pt x="17450" y="1355"/>
                  </a:cubicBezTo>
                  <a:cubicBezTo>
                    <a:pt x="12110" y="9478"/>
                    <a:pt x="6319" y="17300"/>
                    <a:pt x="0" y="24747"/>
                  </a:cubicBezTo>
                  <a:cubicBezTo>
                    <a:pt x="290" y="24674"/>
                    <a:pt x="587" y="24641"/>
                    <a:pt x="884" y="24641"/>
                  </a:cubicBezTo>
                  <a:cubicBezTo>
                    <a:pt x="1514" y="24641"/>
                    <a:pt x="2146" y="24792"/>
                    <a:pt x="2708" y="25047"/>
                  </a:cubicBezTo>
                  <a:cubicBezTo>
                    <a:pt x="4137" y="25800"/>
                    <a:pt x="5341" y="26928"/>
                    <a:pt x="6845" y="27229"/>
                  </a:cubicBezTo>
                  <a:cubicBezTo>
                    <a:pt x="7009" y="27249"/>
                    <a:pt x="7171" y="27259"/>
                    <a:pt x="7331" y="27259"/>
                  </a:cubicBezTo>
                  <a:cubicBezTo>
                    <a:pt x="9520" y="27259"/>
                    <a:pt x="11366" y="25447"/>
                    <a:pt x="13539" y="24747"/>
                  </a:cubicBezTo>
                  <a:cubicBezTo>
                    <a:pt x="14226" y="24511"/>
                    <a:pt x="14930" y="24397"/>
                    <a:pt x="15629" y="24397"/>
                  </a:cubicBezTo>
                  <a:cubicBezTo>
                    <a:pt x="17380" y="24397"/>
                    <a:pt x="19093" y="25111"/>
                    <a:pt x="20384" y="26401"/>
                  </a:cubicBezTo>
                  <a:cubicBezTo>
                    <a:pt x="20835" y="27078"/>
                    <a:pt x="21437" y="27680"/>
                    <a:pt x="22039" y="28206"/>
                  </a:cubicBezTo>
                  <a:cubicBezTo>
                    <a:pt x="22738" y="28702"/>
                    <a:pt x="23540" y="28904"/>
                    <a:pt x="24373" y="28904"/>
                  </a:cubicBezTo>
                  <a:cubicBezTo>
                    <a:pt x="25689" y="28904"/>
                    <a:pt x="27084" y="28400"/>
                    <a:pt x="28281" y="27755"/>
                  </a:cubicBezTo>
                  <a:cubicBezTo>
                    <a:pt x="30162" y="26702"/>
                    <a:pt x="32042" y="25348"/>
                    <a:pt x="34223" y="25273"/>
                  </a:cubicBezTo>
                  <a:cubicBezTo>
                    <a:pt x="36405" y="25273"/>
                    <a:pt x="38135" y="26476"/>
                    <a:pt x="40090" y="27304"/>
                  </a:cubicBezTo>
                  <a:cubicBezTo>
                    <a:pt x="41962" y="28052"/>
                    <a:pt x="43971" y="28433"/>
                    <a:pt x="45979" y="28433"/>
                  </a:cubicBezTo>
                  <a:cubicBezTo>
                    <a:pt x="47602" y="28433"/>
                    <a:pt x="49224" y="28184"/>
                    <a:pt x="50771" y="27680"/>
                  </a:cubicBezTo>
                  <a:cubicBezTo>
                    <a:pt x="43550" y="19331"/>
                    <a:pt x="36931" y="10531"/>
                    <a:pt x="30839" y="1355"/>
                  </a:cubicBezTo>
                  <a:cubicBezTo>
                    <a:pt x="30162" y="527"/>
                    <a:pt x="29109" y="1"/>
                    <a:pt x="28056" y="1"/>
                  </a:cubicBezTo>
                  <a:close/>
                </a:path>
              </a:pathLst>
            </a:custGeom>
            <a:solidFill>
              <a:schemeClr val="lt1"/>
            </a:solidFill>
            <a:ln>
              <a:noFill/>
            </a:ln>
          </p:spPr>
          <p:txBody>
            <a:bodyPr spcFirstLastPara="1" wrap="square" lIns="162936" tIns="162936" rIns="162936" bIns="162936" anchor="ctr" anchorCtr="0">
              <a:noAutofit/>
            </a:bodyPr>
            <a:lstStyle/>
            <a:p>
              <a:pPr defTabSz="1629608">
                <a:defRPr/>
              </a:pPr>
              <a:endParaRPr sz="2495">
                <a:ea typeface="+mn-ea"/>
              </a:endParaRPr>
            </a:p>
          </p:txBody>
        </p:sp>
      </p:grpSp>
      <p:grpSp>
        <p:nvGrpSpPr>
          <p:cNvPr id="10" name="Google Shape;312;p15">
            <a:extLst>
              <a:ext uri="{FF2B5EF4-FFF2-40B4-BE49-F238E27FC236}">
                <a16:creationId xmlns:a16="http://schemas.microsoft.com/office/drawing/2014/main" id="{94DC0125-C688-1288-647D-2EEAF57FF802}"/>
              </a:ext>
            </a:extLst>
          </p:cNvPr>
          <p:cNvGrpSpPr/>
          <p:nvPr/>
        </p:nvGrpSpPr>
        <p:grpSpPr>
          <a:xfrm rot="-9357515" flipH="1">
            <a:off x="420523" y="-763015"/>
            <a:ext cx="3092489" cy="3669078"/>
            <a:chOff x="-2116240" y="1240210"/>
            <a:chExt cx="1286485" cy="1526349"/>
          </a:xfrm>
        </p:grpSpPr>
        <p:sp>
          <p:nvSpPr>
            <p:cNvPr id="11" name="Google Shape;313;p15">
              <a:extLst>
                <a:ext uri="{FF2B5EF4-FFF2-40B4-BE49-F238E27FC236}">
                  <a16:creationId xmlns:a16="http://schemas.microsoft.com/office/drawing/2014/main" id="{FBB12491-684C-3E76-C922-4188369A98C5}"/>
                </a:ext>
              </a:extLst>
            </p:cNvPr>
            <p:cNvSpPr/>
            <p:nvPr/>
          </p:nvSpPr>
          <p:spPr>
            <a:xfrm flipH="1">
              <a:off x="-2116240" y="1240210"/>
              <a:ext cx="1041190" cy="1039342"/>
            </a:xfrm>
            <a:custGeom>
              <a:avLst/>
              <a:gdLst/>
              <a:ahLst/>
              <a:cxnLst/>
              <a:rect l="l" t="t" r="r" b="b"/>
              <a:pathLst>
                <a:path w="55783" h="55684" extrusionOk="0">
                  <a:moveTo>
                    <a:pt x="44895" y="13472"/>
                  </a:moveTo>
                  <a:cubicBezTo>
                    <a:pt x="44431" y="14142"/>
                    <a:pt x="43812" y="14761"/>
                    <a:pt x="43141" y="15329"/>
                  </a:cubicBezTo>
                  <a:cubicBezTo>
                    <a:pt x="42367" y="15999"/>
                    <a:pt x="41490" y="16618"/>
                    <a:pt x="40716" y="17392"/>
                  </a:cubicBezTo>
                  <a:cubicBezTo>
                    <a:pt x="40613" y="17495"/>
                    <a:pt x="40510" y="17650"/>
                    <a:pt x="40407" y="17753"/>
                  </a:cubicBezTo>
                  <a:cubicBezTo>
                    <a:pt x="40458" y="17650"/>
                    <a:pt x="40510" y="17599"/>
                    <a:pt x="40562" y="17495"/>
                  </a:cubicBezTo>
                  <a:cubicBezTo>
                    <a:pt x="41490" y="15948"/>
                    <a:pt x="43038" y="15019"/>
                    <a:pt x="44379" y="13884"/>
                  </a:cubicBezTo>
                  <a:cubicBezTo>
                    <a:pt x="44534" y="13729"/>
                    <a:pt x="44689" y="13626"/>
                    <a:pt x="44895" y="13472"/>
                  </a:cubicBezTo>
                  <a:close/>
                  <a:moveTo>
                    <a:pt x="53409" y="1"/>
                  </a:moveTo>
                  <a:cubicBezTo>
                    <a:pt x="53358" y="1"/>
                    <a:pt x="53305" y="3"/>
                    <a:pt x="53252" y="7"/>
                  </a:cubicBezTo>
                  <a:cubicBezTo>
                    <a:pt x="50518" y="678"/>
                    <a:pt x="47887" y="1194"/>
                    <a:pt x="45669" y="2999"/>
                  </a:cubicBezTo>
                  <a:cubicBezTo>
                    <a:pt x="44689" y="3618"/>
                    <a:pt x="44121" y="4702"/>
                    <a:pt x="44121" y="5837"/>
                  </a:cubicBezTo>
                  <a:cubicBezTo>
                    <a:pt x="44173" y="6352"/>
                    <a:pt x="44276" y="6817"/>
                    <a:pt x="44431" y="7281"/>
                  </a:cubicBezTo>
                  <a:cubicBezTo>
                    <a:pt x="44431" y="7900"/>
                    <a:pt x="44585" y="8468"/>
                    <a:pt x="44740" y="9035"/>
                  </a:cubicBezTo>
                  <a:cubicBezTo>
                    <a:pt x="44843" y="9345"/>
                    <a:pt x="45101" y="9654"/>
                    <a:pt x="45256" y="10067"/>
                  </a:cubicBezTo>
                  <a:lnTo>
                    <a:pt x="45256" y="10583"/>
                  </a:lnTo>
                  <a:cubicBezTo>
                    <a:pt x="45256" y="10686"/>
                    <a:pt x="45204" y="10789"/>
                    <a:pt x="45101" y="10892"/>
                  </a:cubicBezTo>
                  <a:cubicBezTo>
                    <a:pt x="44740" y="11356"/>
                    <a:pt x="44276" y="11769"/>
                    <a:pt x="43812" y="12130"/>
                  </a:cubicBezTo>
                  <a:cubicBezTo>
                    <a:pt x="43691" y="12122"/>
                    <a:pt x="43571" y="12117"/>
                    <a:pt x="43451" y="12117"/>
                  </a:cubicBezTo>
                  <a:cubicBezTo>
                    <a:pt x="42850" y="12117"/>
                    <a:pt x="42255" y="12225"/>
                    <a:pt x="41696" y="12440"/>
                  </a:cubicBezTo>
                  <a:cubicBezTo>
                    <a:pt x="40768" y="12904"/>
                    <a:pt x="40923" y="13626"/>
                    <a:pt x="40510" y="14400"/>
                  </a:cubicBezTo>
                  <a:cubicBezTo>
                    <a:pt x="39788" y="15638"/>
                    <a:pt x="38498" y="16670"/>
                    <a:pt x="37518" y="17702"/>
                  </a:cubicBezTo>
                  <a:cubicBezTo>
                    <a:pt x="37260" y="17960"/>
                    <a:pt x="37208" y="18372"/>
                    <a:pt x="37311" y="18682"/>
                  </a:cubicBezTo>
                  <a:cubicBezTo>
                    <a:pt x="37002" y="19095"/>
                    <a:pt x="36641" y="19456"/>
                    <a:pt x="36228" y="19765"/>
                  </a:cubicBezTo>
                  <a:cubicBezTo>
                    <a:pt x="35857" y="20044"/>
                    <a:pt x="35374" y="20100"/>
                    <a:pt x="34869" y="20100"/>
                  </a:cubicBezTo>
                  <a:cubicBezTo>
                    <a:pt x="34532" y="20100"/>
                    <a:pt x="34185" y="20075"/>
                    <a:pt x="33855" y="20075"/>
                  </a:cubicBezTo>
                  <a:lnTo>
                    <a:pt x="31379" y="20075"/>
                  </a:lnTo>
                  <a:cubicBezTo>
                    <a:pt x="31021" y="20096"/>
                    <a:pt x="30663" y="20106"/>
                    <a:pt x="30305" y="20106"/>
                  </a:cubicBezTo>
                  <a:cubicBezTo>
                    <a:pt x="28913" y="20106"/>
                    <a:pt x="27534" y="19949"/>
                    <a:pt x="26220" y="19662"/>
                  </a:cubicBezTo>
                  <a:cubicBezTo>
                    <a:pt x="25395" y="19404"/>
                    <a:pt x="24930" y="18785"/>
                    <a:pt x="24311" y="18321"/>
                  </a:cubicBezTo>
                  <a:cubicBezTo>
                    <a:pt x="23795" y="17960"/>
                    <a:pt x="23280" y="17650"/>
                    <a:pt x="22661" y="17392"/>
                  </a:cubicBezTo>
                  <a:cubicBezTo>
                    <a:pt x="22230" y="17220"/>
                    <a:pt x="21772" y="17138"/>
                    <a:pt x="21310" y="17138"/>
                  </a:cubicBezTo>
                  <a:cubicBezTo>
                    <a:pt x="20665" y="17138"/>
                    <a:pt x="20012" y="17298"/>
                    <a:pt x="19411" y="17599"/>
                  </a:cubicBezTo>
                  <a:cubicBezTo>
                    <a:pt x="18637" y="18011"/>
                    <a:pt x="17811" y="18269"/>
                    <a:pt x="16986" y="18476"/>
                  </a:cubicBezTo>
                  <a:cubicBezTo>
                    <a:pt x="16738" y="18519"/>
                    <a:pt x="16494" y="18534"/>
                    <a:pt x="16253" y="18534"/>
                  </a:cubicBezTo>
                  <a:cubicBezTo>
                    <a:pt x="15741" y="18534"/>
                    <a:pt x="15242" y="18467"/>
                    <a:pt x="14746" y="18467"/>
                  </a:cubicBezTo>
                  <a:cubicBezTo>
                    <a:pt x="14650" y="18467"/>
                    <a:pt x="14554" y="18470"/>
                    <a:pt x="14458" y="18476"/>
                  </a:cubicBezTo>
                  <a:cubicBezTo>
                    <a:pt x="13375" y="18579"/>
                    <a:pt x="12910" y="19198"/>
                    <a:pt x="12291" y="19972"/>
                  </a:cubicBezTo>
                  <a:cubicBezTo>
                    <a:pt x="12217" y="20083"/>
                    <a:pt x="12303" y="20168"/>
                    <a:pt x="12396" y="20168"/>
                  </a:cubicBezTo>
                  <a:cubicBezTo>
                    <a:pt x="12432" y="20168"/>
                    <a:pt x="12469" y="20155"/>
                    <a:pt x="12498" y="20126"/>
                  </a:cubicBezTo>
                  <a:cubicBezTo>
                    <a:pt x="13117" y="19456"/>
                    <a:pt x="13942" y="19043"/>
                    <a:pt x="14871" y="18940"/>
                  </a:cubicBezTo>
                  <a:cubicBezTo>
                    <a:pt x="15352" y="18940"/>
                    <a:pt x="15834" y="19009"/>
                    <a:pt x="16315" y="19009"/>
                  </a:cubicBezTo>
                  <a:cubicBezTo>
                    <a:pt x="16556" y="19009"/>
                    <a:pt x="16797" y="18991"/>
                    <a:pt x="17037" y="18940"/>
                  </a:cubicBezTo>
                  <a:cubicBezTo>
                    <a:pt x="18172" y="18785"/>
                    <a:pt x="19101" y="18114"/>
                    <a:pt x="20184" y="17805"/>
                  </a:cubicBezTo>
                  <a:cubicBezTo>
                    <a:pt x="20503" y="17717"/>
                    <a:pt x="20803" y="17678"/>
                    <a:pt x="21088" y="17678"/>
                  </a:cubicBezTo>
                  <a:cubicBezTo>
                    <a:pt x="22648" y="17678"/>
                    <a:pt x="23745" y="18865"/>
                    <a:pt x="24879" y="19868"/>
                  </a:cubicBezTo>
                  <a:cubicBezTo>
                    <a:pt x="25704" y="20591"/>
                    <a:pt x="26788" y="20694"/>
                    <a:pt x="27768" y="21003"/>
                  </a:cubicBezTo>
                  <a:cubicBezTo>
                    <a:pt x="29212" y="21364"/>
                    <a:pt x="30657" y="21571"/>
                    <a:pt x="32101" y="21571"/>
                  </a:cubicBezTo>
                  <a:cubicBezTo>
                    <a:pt x="32844" y="21571"/>
                    <a:pt x="33717" y="21682"/>
                    <a:pt x="34553" y="21682"/>
                  </a:cubicBezTo>
                  <a:cubicBezTo>
                    <a:pt x="35110" y="21682"/>
                    <a:pt x="35650" y="21633"/>
                    <a:pt x="36125" y="21468"/>
                  </a:cubicBezTo>
                  <a:cubicBezTo>
                    <a:pt x="36899" y="21158"/>
                    <a:pt x="37518" y="20591"/>
                    <a:pt x="37931" y="19868"/>
                  </a:cubicBezTo>
                  <a:lnTo>
                    <a:pt x="37931" y="19868"/>
                  </a:lnTo>
                  <a:cubicBezTo>
                    <a:pt x="37879" y="20023"/>
                    <a:pt x="37827" y="20230"/>
                    <a:pt x="37776" y="20384"/>
                  </a:cubicBezTo>
                  <a:cubicBezTo>
                    <a:pt x="37724" y="20591"/>
                    <a:pt x="37673" y="20797"/>
                    <a:pt x="37621" y="21003"/>
                  </a:cubicBezTo>
                  <a:cubicBezTo>
                    <a:pt x="37311" y="21313"/>
                    <a:pt x="37054" y="21726"/>
                    <a:pt x="36899" y="22138"/>
                  </a:cubicBezTo>
                  <a:cubicBezTo>
                    <a:pt x="36641" y="23015"/>
                    <a:pt x="36899" y="24150"/>
                    <a:pt x="36950" y="25079"/>
                  </a:cubicBezTo>
                  <a:cubicBezTo>
                    <a:pt x="37054" y="26317"/>
                    <a:pt x="37002" y="27555"/>
                    <a:pt x="37054" y="28793"/>
                  </a:cubicBezTo>
                  <a:cubicBezTo>
                    <a:pt x="37157" y="29309"/>
                    <a:pt x="37208" y="29773"/>
                    <a:pt x="37157" y="30289"/>
                  </a:cubicBezTo>
                  <a:cubicBezTo>
                    <a:pt x="37054" y="30960"/>
                    <a:pt x="36538" y="31063"/>
                    <a:pt x="36073" y="31115"/>
                  </a:cubicBezTo>
                  <a:cubicBezTo>
                    <a:pt x="36189" y="30999"/>
                    <a:pt x="36335" y="30940"/>
                    <a:pt x="36487" y="30940"/>
                  </a:cubicBezTo>
                  <a:cubicBezTo>
                    <a:pt x="36538" y="30940"/>
                    <a:pt x="36589" y="30947"/>
                    <a:pt x="36641" y="30960"/>
                  </a:cubicBezTo>
                  <a:cubicBezTo>
                    <a:pt x="36692" y="30960"/>
                    <a:pt x="36744" y="30857"/>
                    <a:pt x="36641" y="30857"/>
                  </a:cubicBezTo>
                  <a:cubicBezTo>
                    <a:pt x="36529" y="30825"/>
                    <a:pt x="36457" y="30813"/>
                    <a:pt x="36401" y="30813"/>
                  </a:cubicBezTo>
                  <a:cubicBezTo>
                    <a:pt x="36277" y="30813"/>
                    <a:pt x="36235" y="30873"/>
                    <a:pt x="36022" y="30908"/>
                  </a:cubicBezTo>
                  <a:cubicBezTo>
                    <a:pt x="35454" y="31063"/>
                    <a:pt x="34887" y="31115"/>
                    <a:pt x="34319" y="31269"/>
                  </a:cubicBezTo>
                  <a:cubicBezTo>
                    <a:pt x="33236" y="31630"/>
                    <a:pt x="32204" y="32095"/>
                    <a:pt x="31224" y="32714"/>
                  </a:cubicBezTo>
                  <a:lnTo>
                    <a:pt x="30966" y="32869"/>
                  </a:lnTo>
                  <a:cubicBezTo>
                    <a:pt x="30502" y="33178"/>
                    <a:pt x="29986" y="33539"/>
                    <a:pt x="29573" y="33952"/>
                  </a:cubicBezTo>
                  <a:cubicBezTo>
                    <a:pt x="29264" y="34158"/>
                    <a:pt x="29006" y="34365"/>
                    <a:pt x="28748" y="34623"/>
                  </a:cubicBezTo>
                  <a:cubicBezTo>
                    <a:pt x="28387" y="35035"/>
                    <a:pt x="27974" y="35448"/>
                    <a:pt x="27561" y="35861"/>
                  </a:cubicBezTo>
                  <a:cubicBezTo>
                    <a:pt x="27065" y="36134"/>
                    <a:pt x="26413" y="36216"/>
                    <a:pt x="25744" y="36216"/>
                  </a:cubicBezTo>
                  <a:cubicBezTo>
                    <a:pt x="25022" y="36216"/>
                    <a:pt x="24281" y="36121"/>
                    <a:pt x="23692" y="36067"/>
                  </a:cubicBezTo>
                  <a:cubicBezTo>
                    <a:pt x="22506" y="35912"/>
                    <a:pt x="21422" y="35448"/>
                    <a:pt x="20288" y="35293"/>
                  </a:cubicBezTo>
                  <a:cubicBezTo>
                    <a:pt x="20056" y="35272"/>
                    <a:pt x="19824" y="35262"/>
                    <a:pt x="19592" y="35262"/>
                  </a:cubicBezTo>
                  <a:cubicBezTo>
                    <a:pt x="18689" y="35262"/>
                    <a:pt x="17786" y="35419"/>
                    <a:pt x="16883" y="35706"/>
                  </a:cubicBezTo>
                  <a:cubicBezTo>
                    <a:pt x="15954" y="35912"/>
                    <a:pt x="14974" y="36222"/>
                    <a:pt x="14045" y="36583"/>
                  </a:cubicBezTo>
                  <a:cubicBezTo>
                    <a:pt x="12962" y="37099"/>
                    <a:pt x="12291" y="38027"/>
                    <a:pt x="11363" y="38698"/>
                  </a:cubicBezTo>
                  <a:cubicBezTo>
                    <a:pt x="10383" y="39369"/>
                    <a:pt x="9248" y="39575"/>
                    <a:pt x="8474" y="40452"/>
                  </a:cubicBezTo>
                  <a:cubicBezTo>
                    <a:pt x="8164" y="40813"/>
                    <a:pt x="7855" y="41277"/>
                    <a:pt x="7649" y="41742"/>
                  </a:cubicBezTo>
                  <a:cubicBezTo>
                    <a:pt x="7236" y="42516"/>
                    <a:pt x="6462" y="43135"/>
                    <a:pt x="5585" y="43393"/>
                  </a:cubicBezTo>
                  <a:cubicBezTo>
                    <a:pt x="4450" y="43805"/>
                    <a:pt x="3728" y="44631"/>
                    <a:pt x="2696" y="45250"/>
                  </a:cubicBezTo>
                  <a:cubicBezTo>
                    <a:pt x="1871" y="45714"/>
                    <a:pt x="787" y="45559"/>
                    <a:pt x="117" y="46333"/>
                  </a:cubicBezTo>
                  <a:cubicBezTo>
                    <a:pt x="1" y="46449"/>
                    <a:pt x="88" y="46594"/>
                    <a:pt x="204" y="46594"/>
                  </a:cubicBezTo>
                  <a:cubicBezTo>
                    <a:pt x="242" y="46594"/>
                    <a:pt x="284" y="46578"/>
                    <a:pt x="323" y="46539"/>
                  </a:cubicBezTo>
                  <a:cubicBezTo>
                    <a:pt x="1045" y="45920"/>
                    <a:pt x="2232" y="46075"/>
                    <a:pt x="3057" y="45508"/>
                  </a:cubicBezTo>
                  <a:cubicBezTo>
                    <a:pt x="3573" y="45198"/>
                    <a:pt x="3986" y="44785"/>
                    <a:pt x="4502" y="44476"/>
                  </a:cubicBezTo>
                  <a:cubicBezTo>
                    <a:pt x="5121" y="44115"/>
                    <a:pt x="5791" y="43805"/>
                    <a:pt x="6462" y="43599"/>
                  </a:cubicBezTo>
                  <a:cubicBezTo>
                    <a:pt x="7184" y="43289"/>
                    <a:pt x="7752" y="42722"/>
                    <a:pt x="8113" y="42000"/>
                  </a:cubicBezTo>
                  <a:cubicBezTo>
                    <a:pt x="8835" y="40555"/>
                    <a:pt x="9815" y="40194"/>
                    <a:pt x="11105" y="39472"/>
                  </a:cubicBezTo>
                  <a:cubicBezTo>
                    <a:pt x="12137" y="38956"/>
                    <a:pt x="12807" y="37924"/>
                    <a:pt x="13787" y="37357"/>
                  </a:cubicBezTo>
                  <a:cubicBezTo>
                    <a:pt x="15026" y="36738"/>
                    <a:pt x="16367" y="36325"/>
                    <a:pt x="17708" y="36067"/>
                  </a:cubicBezTo>
                  <a:cubicBezTo>
                    <a:pt x="18205" y="35948"/>
                    <a:pt x="18703" y="35899"/>
                    <a:pt x="19200" y="35899"/>
                  </a:cubicBezTo>
                  <a:cubicBezTo>
                    <a:pt x="21284" y="35899"/>
                    <a:pt x="23374" y="36748"/>
                    <a:pt x="25498" y="36789"/>
                  </a:cubicBezTo>
                  <a:cubicBezTo>
                    <a:pt x="25608" y="36798"/>
                    <a:pt x="25717" y="36803"/>
                    <a:pt x="25827" y="36803"/>
                  </a:cubicBezTo>
                  <a:cubicBezTo>
                    <a:pt x="26336" y="36803"/>
                    <a:pt x="26846" y="36710"/>
                    <a:pt x="27355" y="36583"/>
                  </a:cubicBezTo>
                  <a:lnTo>
                    <a:pt x="27355" y="36583"/>
                  </a:lnTo>
                  <a:cubicBezTo>
                    <a:pt x="27046" y="37047"/>
                    <a:pt x="26788" y="37511"/>
                    <a:pt x="26633" y="38027"/>
                  </a:cubicBezTo>
                  <a:cubicBezTo>
                    <a:pt x="26426" y="38595"/>
                    <a:pt x="26323" y="39265"/>
                    <a:pt x="26426" y="39885"/>
                  </a:cubicBezTo>
                  <a:cubicBezTo>
                    <a:pt x="26426" y="40555"/>
                    <a:pt x="26323" y="41226"/>
                    <a:pt x="26220" y="41845"/>
                  </a:cubicBezTo>
                  <a:cubicBezTo>
                    <a:pt x="25962" y="42928"/>
                    <a:pt x="26117" y="45095"/>
                    <a:pt x="25085" y="45508"/>
                  </a:cubicBezTo>
                  <a:cubicBezTo>
                    <a:pt x="24569" y="45766"/>
                    <a:pt x="24053" y="45869"/>
                    <a:pt x="23538" y="46075"/>
                  </a:cubicBezTo>
                  <a:cubicBezTo>
                    <a:pt x="23022" y="46281"/>
                    <a:pt x="22609" y="46281"/>
                    <a:pt x="22145" y="46436"/>
                  </a:cubicBezTo>
                  <a:cubicBezTo>
                    <a:pt x="21165" y="46694"/>
                    <a:pt x="20855" y="47829"/>
                    <a:pt x="20184" y="48448"/>
                  </a:cubicBezTo>
                  <a:cubicBezTo>
                    <a:pt x="20105" y="48527"/>
                    <a:pt x="20178" y="48637"/>
                    <a:pt x="20263" y="48637"/>
                  </a:cubicBezTo>
                  <a:cubicBezTo>
                    <a:pt x="20288" y="48637"/>
                    <a:pt x="20315" y="48627"/>
                    <a:pt x="20339" y="48603"/>
                  </a:cubicBezTo>
                  <a:cubicBezTo>
                    <a:pt x="20649" y="48293"/>
                    <a:pt x="20958" y="47932"/>
                    <a:pt x="21165" y="47571"/>
                  </a:cubicBezTo>
                  <a:cubicBezTo>
                    <a:pt x="21371" y="47262"/>
                    <a:pt x="21629" y="46952"/>
                    <a:pt x="21990" y="46746"/>
                  </a:cubicBezTo>
                  <a:cubicBezTo>
                    <a:pt x="22145" y="46694"/>
                    <a:pt x="22351" y="46643"/>
                    <a:pt x="22557" y="46643"/>
                  </a:cubicBezTo>
                  <a:cubicBezTo>
                    <a:pt x="23589" y="46385"/>
                    <a:pt x="24518" y="45766"/>
                    <a:pt x="25653" y="45714"/>
                  </a:cubicBezTo>
                  <a:cubicBezTo>
                    <a:pt x="25704" y="45714"/>
                    <a:pt x="25756" y="45662"/>
                    <a:pt x="25807" y="45559"/>
                  </a:cubicBezTo>
                  <a:cubicBezTo>
                    <a:pt x="26065" y="44012"/>
                    <a:pt x="26530" y="42464"/>
                    <a:pt x="26736" y="40865"/>
                  </a:cubicBezTo>
                  <a:cubicBezTo>
                    <a:pt x="26839" y="39936"/>
                    <a:pt x="26633" y="39059"/>
                    <a:pt x="26994" y="38131"/>
                  </a:cubicBezTo>
                  <a:cubicBezTo>
                    <a:pt x="27252" y="37408"/>
                    <a:pt x="27665" y="36738"/>
                    <a:pt x="28129" y="36119"/>
                  </a:cubicBezTo>
                  <a:cubicBezTo>
                    <a:pt x="28800" y="35551"/>
                    <a:pt x="29419" y="34829"/>
                    <a:pt x="30089" y="34313"/>
                  </a:cubicBezTo>
                  <a:cubicBezTo>
                    <a:pt x="30502" y="33849"/>
                    <a:pt x="31018" y="33488"/>
                    <a:pt x="31534" y="33127"/>
                  </a:cubicBezTo>
                  <a:cubicBezTo>
                    <a:pt x="32101" y="32869"/>
                    <a:pt x="32669" y="32662"/>
                    <a:pt x="33288" y="32456"/>
                  </a:cubicBezTo>
                  <a:cubicBezTo>
                    <a:pt x="33855" y="32198"/>
                    <a:pt x="34371" y="31992"/>
                    <a:pt x="34938" y="31837"/>
                  </a:cubicBezTo>
                  <a:cubicBezTo>
                    <a:pt x="35506" y="31734"/>
                    <a:pt x="36073" y="31682"/>
                    <a:pt x="36641" y="31682"/>
                  </a:cubicBezTo>
                  <a:cubicBezTo>
                    <a:pt x="38498" y="31373"/>
                    <a:pt x="37827" y="28690"/>
                    <a:pt x="37879" y="27349"/>
                  </a:cubicBezTo>
                  <a:lnTo>
                    <a:pt x="37879" y="24047"/>
                  </a:lnTo>
                  <a:cubicBezTo>
                    <a:pt x="37879" y="22603"/>
                    <a:pt x="38704" y="22087"/>
                    <a:pt x="39581" y="21003"/>
                  </a:cubicBezTo>
                  <a:cubicBezTo>
                    <a:pt x="40407" y="19972"/>
                    <a:pt x="41181" y="18579"/>
                    <a:pt x="42264" y="17547"/>
                  </a:cubicBezTo>
                  <a:lnTo>
                    <a:pt x="42677" y="17237"/>
                  </a:lnTo>
                  <a:lnTo>
                    <a:pt x="42677" y="17237"/>
                  </a:lnTo>
                  <a:cubicBezTo>
                    <a:pt x="42264" y="17908"/>
                    <a:pt x="41851" y="18630"/>
                    <a:pt x="41542" y="19404"/>
                  </a:cubicBezTo>
                  <a:cubicBezTo>
                    <a:pt x="41232" y="20281"/>
                    <a:pt x="41696" y="20952"/>
                    <a:pt x="41851" y="21829"/>
                  </a:cubicBezTo>
                  <a:cubicBezTo>
                    <a:pt x="42058" y="23428"/>
                    <a:pt x="42728" y="24924"/>
                    <a:pt x="43812" y="26111"/>
                  </a:cubicBezTo>
                  <a:cubicBezTo>
                    <a:pt x="44018" y="26265"/>
                    <a:pt x="44224" y="26472"/>
                    <a:pt x="44379" y="26626"/>
                  </a:cubicBezTo>
                  <a:cubicBezTo>
                    <a:pt x="44740" y="27245"/>
                    <a:pt x="44843" y="27916"/>
                    <a:pt x="44689" y="28587"/>
                  </a:cubicBezTo>
                  <a:cubicBezTo>
                    <a:pt x="44482" y="29670"/>
                    <a:pt x="44327" y="30753"/>
                    <a:pt x="44224" y="31837"/>
                  </a:cubicBezTo>
                  <a:cubicBezTo>
                    <a:pt x="44173" y="34158"/>
                    <a:pt x="44276" y="36531"/>
                    <a:pt x="44276" y="38904"/>
                  </a:cubicBezTo>
                  <a:cubicBezTo>
                    <a:pt x="44276" y="39988"/>
                    <a:pt x="44327" y="41071"/>
                    <a:pt x="44276" y="42103"/>
                  </a:cubicBezTo>
                  <a:cubicBezTo>
                    <a:pt x="44276" y="43547"/>
                    <a:pt x="43244" y="44373"/>
                    <a:pt x="42006" y="44837"/>
                  </a:cubicBezTo>
                  <a:cubicBezTo>
                    <a:pt x="40974" y="45250"/>
                    <a:pt x="39994" y="45456"/>
                    <a:pt x="39117" y="45920"/>
                  </a:cubicBezTo>
                  <a:cubicBezTo>
                    <a:pt x="39091" y="45895"/>
                    <a:pt x="39065" y="45882"/>
                    <a:pt x="39040" y="45882"/>
                  </a:cubicBezTo>
                  <a:cubicBezTo>
                    <a:pt x="39014" y="45882"/>
                    <a:pt x="38988" y="45895"/>
                    <a:pt x="38962" y="45920"/>
                  </a:cubicBezTo>
                  <a:lnTo>
                    <a:pt x="38911" y="46023"/>
                  </a:lnTo>
                  <a:cubicBezTo>
                    <a:pt x="38601" y="46178"/>
                    <a:pt x="38292" y="46385"/>
                    <a:pt x="37982" y="46591"/>
                  </a:cubicBezTo>
                  <a:cubicBezTo>
                    <a:pt x="36641" y="47726"/>
                    <a:pt x="35506" y="49377"/>
                    <a:pt x="33700" y="49841"/>
                  </a:cubicBezTo>
                  <a:cubicBezTo>
                    <a:pt x="32720" y="50099"/>
                    <a:pt x="32204" y="50047"/>
                    <a:pt x="31430" y="50666"/>
                  </a:cubicBezTo>
                  <a:cubicBezTo>
                    <a:pt x="30605" y="51337"/>
                    <a:pt x="29780" y="51905"/>
                    <a:pt x="28954" y="52472"/>
                  </a:cubicBezTo>
                  <a:cubicBezTo>
                    <a:pt x="27871" y="53194"/>
                    <a:pt x="26530" y="54123"/>
                    <a:pt x="26375" y="55567"/>
                  </a:cubicBezTo>
                  <a:cubicBezTo>
                    <a:pt x="26375" y="55645"/>
                    <a:pt x="26439" y="55683"/>
                    <a:pt x="26510" y="55683"/>
                  </a:cubicBezTo>
                  <a:cubicBezTo>
                    <a:pt x="26581" y="55683"/>
                    <a:pt x="26659" y="55645"/>
                    <a:pt x="26684" y="55567"/>
                  </a:cubicBezTo>
                  <a:cubicBezTo>
                    <a:pt x="26891" y="53658"/>
                    <a:pt x="29212" y="52833"/>
                    <a:pt x="30553" y="51853"/>
                  </a:cubicBezTo>
                  <a:cubicBezTo>
                    <a:pt x="31430" y="51182"/>
                    <a:pt x="32050" y="50563"/>
                    <a:pt x="33184" y="50254"/>
                  </a:cubicBezTo>
                  <a:cubicBezTo>
                    <a:pt x="33958" y="50099"/>
                    <a:pt x="34732" y="49841"/>
                    <a:pt x="35403" y="49377"/>
                  </a:cubicBezTo>
                  <a:cubicBezTo>
                    <a:pt x="36434" y="48654"/>
                    <a:pt x="37311" y="47623"/>
                    <a:pt x="38343" y="46797"/>
                  </a:cubicBezTo>
                  <a:lnTo>
                    <a:pt x="38343" y="46797"/>
                  </a:lnTo>
                  <a:cubicBezTo>
                    <a:pt x="37673" y="47881"/>
                    <a:pt x="37466" y="49170"/>
                    <a:pt x="37776" y="50408"/>
                  </a:cubicBezTo>
                  <a:cubicBezTo>
                    <a:pt x="37879" y="50770"/>
                    <a:pt x="38034" y="51131"/>
                    <a:pt x="38188" y="51492"/>
                  </a:cubicBezTo>
                  <a:cubicBezTo>
                    <a:pt x="38395" y="51905"/>
                    <a:pt x="38395" y="52369"/>
                    <a:pt x="38188" y="52782"/>
                  </a:cubicBezTo>
                  <a:cubicBezTo>
                    <a:pt x="37879" y="53607"/>
                    <a:pt x="37415" y="54381"/>
                    <a:pt x="36899" y="55103"/>
                  </a:cubicBezTo>
                  <a:cubicBezTo>
                    <a:pt x="36826" y="55176"/>
                    <a:pt x="36882" y="55249"/>
                    <a:pt x="36939" y="55249"/>
                  </a:cubicBezTo>
                  <a:cubicBezTo>
                    <a:pt x="36963" y="55249"/>
                    <a:pt x="36987" y="55236"/>
                    <a:pt x="37002" y="55206"/>
                  </a:cubicBezTo>
                  <a:cubicBezTo>
                    <a:pt x="37827" y="54174"/>
                    <a:pt x="39014" y="52730"/>
                    <a:pt x="38343" y="51389"/>
                  </a:cubicBezTo>
                  <a:cubicBezTo>
                    <a:pt x="37931" y="50512"/>
                    <a:pt x="37724" y="49531"/>
                    <a:pt x="37827" y="48603"/>
                  </a:cubicBezTo>
                  <a:cubicBezTo>
                    <a:pt x="37982" y="47829"/>
                    <a:pt x="38292" y="47107"/>
                    <a:pt x="38756" y="46488"/>
                  </a:cubicBezTo>
                  <a:cubicBezTo>
                    <a:pt x="38859" y="46436"/>
                    <a:pt x="38911" y="46333"/>
                    <a:pt x="39014" y="46281"/>
                  </a:cubicBezTo>
                  <a:cubicBezTo>
                    <a:pt x="40510" y="45353"/>
                    <a:pt x="42367" y="45404"/>
                    <a:pt x="43760" y="44270"/>
                  </a:cubicBezTo>
                  <a:cubicBezTo>
                    <a:pt x="44895" y="43289"/>
                    <a:pt x="44689" y="42206"/>
                    <a:pt x="44689" y="40865"/>
                  </a:cubicBezTo>
                  <a:cubicBezTo>
                    <a:pt x="44689" y="38543"/>
                    <a:pt x="44740" y="36222"/>
                    <a:pt x="44689" y="33849"/>
                  </a:cubicBezTo>
                  <a:cubicBezTo>
                    <a:pt x="44585" y="32559"/>
                    <a:pt x="44637" y="31218"/>
                    <a:pt x="44792" y="29928"/>
                  </a:cubicBezTo>
                  <a:cubicBezTo>
                    <a:pt x="44998" y="28999"/>
                    <a:pt x="45101" y="28071"/>
                    <a:pt x="45101" y="27091"/>
                  </a:cubicBezTo>
                  <a:cubicBezTo>
                    <a:pt x="44998" y="25801"/>
                    <a:pt x="43966" y="24976"/>
                    <a:pt x="43554" y="23686"/>
                  </a:cubicBezTo>
                  <a:cubicBezTo>
                    <a:pt x="43244" y="22706"/>
                    <a:pt x="43141" y="21674"/>
                    <a:pt x="42883" y="20642"/>
                  </a:cubicBezTo>
                  <a:cubicBezTo>
                    <a:pt x="42573" y="19610"/>
                    <a:pt x="42780" y="19404"/>
                    <a:pt x="43192" y="18630"/>
                  </a:cubicBezTo>
                  <a:cubicBezTo>
                    <a:pt x="43399" y="18269"/>
                    <a:pt x="43554" y="17857"/>
                    <a:pt x="43657" y="17444"/>
                  </a:cubicBezTo>
                  <a:cubicBezTo>
                    <a:pt x="43915" y="16464"/>
                    <a:pt x="44534" y="15999"/>
                    <a:pt x="44946" y="15174"/>
                  </a:cubicBezTo>
                  <a:lnTo>
                    <a:pt x="45204" y="14968"/>
                  </a:lnTo>
                  <a:cubicBezTo>
                    <a:pt x="45875" y="14297"/>
                    <a:pt x="46339" y="13368"/>
                    <a:pt x="46391" y="12388"/>
                  </a:cubicBezTo>
                  <a:cubicBezTo>
                    <a:pt x="46391" y="12337"/>
                    <a:pt x="46391" y="12285"/>
                    <a:pt x="46391" y="12233"/>
                  </a:cubicBezTo>
                  <a:cubicBezTo>
                    <a:pt x="46597" y="12027"/>
                    <a:pt x="46804" y="11769"/>
                    <a:pt x="46907" y="11460"/>
                  </a:cubicBezTo>
                  <a:cubicBezTo>
                    <a:pt x="47681" y="9706"/>
                    <a:pt x="46443" y="7694"/>
                    <a:pt x="47732" y="6094"/>
                  </a:cubicBezTo>
                  <a:cubicBezTo>
                    <a:pt x="49073" y="4495"/>
                    <a:pt x="52169" y="3876"/>
                    <a:pt x="54078" y="3309"/>
                  </a:cubicBezTo>
                  <a:cubicBezTo>
                    <a:pt x="55783" y="2557"/>
                    <a:pt x="55196" y="1"/>
                    <a:pt x="53409" y="1"/>
                  </a:cubicBezTo>
                  <a:close/>
                </a:path>
              </a:pathLst>
            </a:custGeom>
            <a:solidFill>
              <a:schemeClr val="dk1"/>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2" name="Google Shape;314;p15">
              <a:extLst>
                <a:ext uri="{FF2B5EF4-FFF2-40B4-BE49-F238E27FC236}">
                  <a16:creationId xmlns:a16="http://schemas.microsoft.com/office/drawing/2014/main" id="{D071ECB4-9FF1-74CA-6219-A8FAEAA5B374}"/>
                </a:ext>
              </a:extLst>
            </p:cNvPr>
            <p:cNvSpPr/>
            <p:nvPr/>
          </p:nvSpPr>
          <p:spPr>
            <a:xfrm flipH="1">
              <a:off x="-1010805" y="2614700"/>
              <a:ext cx="46252" cy="41100"/>
            </a:xfrm>
            <a:custGeom>
              <a:avLst/>
              <a:gdLst/>
              <a:ahLst/>
              <a:cxnLst/>
              <a:rect l="l" t="t" r="r" b="b"/>
              <a:pathLst>
                <a:path w="2478" h="2202" extrusionOk="0">
                  <a:moveTo>
                    <a:pt x="1854" y="1"/>
                  </a:moveTo>
                  <a:cubicBezTo>
                    <a:pt x="1798" y="1"/>
                    <a:pt x="1746" y="13"/>
                    <a:pt x="1703" y="35"/>
                  </a:cubicBezTo>
                  <a:cubicBezTo>
                    <a:pt x="1549" y="35"/>
                    <a:pt x="1445" y="86"/>
                    <a:pt x="1342" y="189"/>
                  </a:cubicBezTo>
                  <a:cubicBezTo>
                    <a:pt x="1187" y="293"/>
                    <a:pt x="1033" y="396"/>
                    <a:pt x="930" y="499"/>
                  </a:cubicBezTo>
                  <a:lnTo>
                    <a:pt x="775" y="654"/>
                  </a:lnTo>
                  <a:cubicBezTo>
                    <a:pt x="672" y="705"/>
                    <a:pt x="568" y="757"/>
                    <a:pt x="465" y="808"/>
                  </a:cubicBezTo>
                  <a:cubicBezTo>
                    <a:pt x="414" y="912"/>
                    <a:pt x="362" y="963"/>
                    <a:pt x="362" y="1066"/>
                  </a:cubicBezTo>
                  <a:cubicBezTo>
                    <a:pt x="207" y="1170"/>
                    <a:pt x="104" y="1324"/>
                    <a:pt x="53" y="1479"/>
                  </a:cubicBezTo>
                  <a:lnTo>
                    <a:pt x="53" y="1531"/>
                  </a:lnTo>
                  <a:cubicBezTo>
                    <a:pt x="1" y="1582"/>
                    <a:pt x="1" y="1634"/>
                    <a:pt x="53" y="1685"/>
                  </a:cubicBezTo>
                  <a:cubicBezTo>
                    <a:pt x="53" y="1789"/>
                    <a:pt x="53" y="1892"/>
                    <a:pt x="156" y="1995"/>
                  </a:cubicBezTo>
                  <a:cubicBezTo>
                    <a:pt x="224" y="2133"/>
                    <a:pt x="362" y="2201"/>
                    <a:pt x="507" y="2201"/>
                  </a:cubicBezTo>
                  <a:cubicBezTo>
                    <a:pt x="580" y="2201"/>
                    <a:pt x="654" y="2184"/>
                    <a:pt x="723" y="2150"/>
                  </a:cubicBezTo>
                  <a:cubicBezTo>
                    <a:pt x="775" y="2150"/>
                    <a:pt x="826" y="2150"/>
                    <a:pt x="826" y="2098"/>
                  </a:cubicBezTo>
                  <a:cubicBezTo>
                    <a:pt x="872" y="2113"/>
                    <a:pt x="917" y="2119"/>
                    <a:pt x="961" y="2119"/>
                  </a:cubicBezTo>
                  <a:cubicBezTo>
                    <a:pt x="1067" y="2119"/>
                    <a:pt x="1166" y="2083"/>
                    <a:pt x="1239" y="2047"/>
                  </a:cubicBezTo>
                  <a:cubicBezTo>
                    <a:pt x="1497" y="1892"/>
                    <a:pt x="1755" y="1685"/>
                    <a:pt x="2013" y="1479"/>
                  </a:cubicBezTo>
                  <a:cubicBezTo>
                    <a:pt x="2116" y="1376"/>
                    <a:pt x="2219" y="1221"/>
                    <a:pt x="2322" y="1066"/>
                  </a:cubicBezTo>
                  <a:cubicBezTo>
                    <a:pt x="2374" y="1015"/>
                    <a:pt x="2426" y="912"/>
                    <a:pt x="2426" y="808"/>
                  </a:cubicBezTo>
                  <a:cubicBezTo>
                    <a:pt x="2477" y="654"/>
                    <a:pt x="2426" y="499"/>
                    <a:pt x="2374" y="396"/>
                  </a:cubicBezTo>
                  <a:cubicBezTo>
                    <a:pt x="2322" y="241"/>
                    <a:pt x="2219" y="138"/>
                    <a:pt x="2116" y="86"/>
                  </a:cubicBezTo>
                  <a:cubicBezTo>
                    <a:pt x="2025" y="26"/>
                    <a:pt x="1935" y="1"/>
                    <a:pt x="1854"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3" name="Google Shape;315;p15">
              <a:extLst>
                <a:ext uri="{FF2B5EF4-FFF2-40B4-BE49-F238E27FC236}">
                  <a16:creationId xmlns:a16="http://schemas.microsoft.com/office/drawing/2014/main" id="{6C2DE1D3-400D-E624-2E95-CA5604701CF3}"/>
                </a:ext>
              </a:extLst>
            </p:cNvPr>
            <p:cNvSpPr/>
            <p:nvPr/>
          </p:nvSpPr>
          <p:spPr>
            <a:xfrm flipH="1">
              <a:off x="-978067" y="2654811"/>
              <a:ext cx="989" cy="19"/>
            </a:xfrm>
            <a:custGeom>
              <a:avLst/>
              <a:gdLst/>
              <a:ahLst/>
              <a:cxnLst/>
              <a:rect l="l" t="t" r="r" b="b"/>
              <a:pathLst>
                <a:path w="53" h="1" extrusionOk="0">
                  <a:moveTo>
                    <a:pt x="52" y="1"/>
                  </a:moveTo>
                  <a:lnTo>
                    <a:pt x="1" y="1"/>
                  </a:lnTo>
                  <a:lnTo>
                    <a:pt x="1" y="1"/>
                  </a:ln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4" name="Google Shape;316;p15">
              <a:extLst>
                <a:ext uri="{FF2B5EF4-FFF2-40B4-BE49-F238E27FC236}">
                  <a16:creationId xmlns:a16="http://schemas.microsoft.com/office/drawing/2014/main" id="{DB119880-3027-1493-F061-4B75D7F6ACE0}"/>
                </a:ext>
              </a:extLst>
            </p:cNvPr>
            <p:cNvSpPr/>
            <p:nvPr/>
          </p:nvSpPr>
          <p:spPr>
            <a:xfrm flipH="1">
              <a:off x="-978067" y="2654811"/>
              <a:ext cx="19" cy="19"/>
            </a:xfrm>
            <a:custGeom>
              <a:avLst/>
              <a:gdLst/>
              <a:ahLst/>
              <a:cxnLst/>
              <a:rect l="l" t="t" r="r" b="b"/>
              <a:pathLst>
                <a:path w="1" h="1" extrusionOk="0">
                  <a:moveTo>
                    <a:pt x="0" y="1"/>
                  </a:move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5" name="Google Shape;317;p15">
              <a:extLst>
                <a:ext uri="{FF2B5EF4-FFF2-40B4-BE49-F238E27FC236}">
                  <a16:creationId xmlns:a16="http://schemas.microsoft.com/office/drawing/2014/main" id="{3074F6BD-D12D-86CD-FA63-8B2012F164E4}"/>
                </a:ext>
              </a:extLst>
            </p:cNvPr>
            <p:cNvSpPr/>
            <p:nvPr/>
          </p:nvSpPr>
          <p:spPr>
            <a:xfrm flipH="1">
              <a:off x="-980941" y="2303275"/>
              <a:ext cx="81865" cy="31880"/>
            </a:xfrm>
            <a:custGeom>
              <a:avLst/>
              <a:gdLst/>
              <a:ahLst/>
              <a:cxnLst/>
              <a:rect l="l" t="t" r="r" b="b"/>
              <a:pathLst>
                <a:path w="4386" h="1708" extrusionOk="0">
                  <a:moveTo>
                    <a:pt x="2353" y="0"/>
                  </a:moveTo>
                  <a:cubicBezTo>
                    <a:pt x="2274" y="0"/>
                    <a:pt x="2195" y="17"/>
                    <a:pt x="2116" y="57"/>
                  </a:cubicBezTo>
                  <a:cubicBezTo>
                    <a:pt x="1549" y="57"/>
                    <a:pt x="1033" y="108"/>
                    <a:pt x="465" y="108"/>
                  </a:cubicBezTo>
                  <a:cubicBezTo>
                    <a:pt x="207" y="108"/>
                    <a:pt x="1" y="315"/>
                    <a:pt x="1" y="573"/>
                  </a:cubicBezTo>
                  <a:cubicBezTo>
                    <a:pt x="1" y="831"/>
                    <a:pt x="207" y="1037"/>
                    <a:pt x="465" y="1088"/>
                  </a:cubicBezTo>
                  <a:lnTo>
                    <a:pt x="723" y="1088"/>
                  </a:lnTo>
                  <a:cubicBezTo>
                    <a:pt x="878" y="1656"/>
                    <a:pt x="1703" y="1708"/>
                    <a:pt x="2219" y="1708"/>
                  </a:cubicBezTo>
                  <a:cubicBezTo>
                    <a:pt x="2735" y="1656"/>
                    <a:pt x="3303" y="1604"/>
                    <a:pt x="3818" y="1450"/>
                  </a:cubicBezTo>
                  <a:cubicBezTo>
                    <a:pt x="4386" y="1346"/>
                    <a:pt x="4283" y="469"/>
                    <a:pt x="3664" y="469"/>
                  </a:cubicBezTo>
                  <a:lnTo>
                    <a:pt x="3406" y="469"/>
                  </a:lnTo>
                  <a:cubicBezTo>
                    <a:pt x="3303" y="315"/>
                    <a:pt x="3199" y="211"/>
                    <a:pt x="3045" y="160"/>
                  </a:cubicBezTo>
                  <a:cubicBezTo>
                    <a:pt x="2941" y="108"/>
                    <a:pt x="2838" y="108"/>
                    <a:pt x="2735" y="108"/>
                  </a:cubicBezTo>
                  <a:cubicBezTo>
                    <a:pt x="2608" y="45"/>
                    <a:pt x="2480" y="0"/>
                    <a:pt x="2353"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6" name="Google Shape;318;p15">
              <a:extLst>
                <a:ext uri="{FF2B5EF4-FFF2-40B4-BE49-F238E27FC236}">
                  <a16:creationId xmlns:a16="http://schemas.microsoft.com/office/drawing/2014/main" id="{429003FA-52A3-7544-C657-9433284ADFDD}"/>
                </a:ext>
              </a:extLst>
            </p:cNvPr>
            <p:cNvSpPr/>
            <p:nvPr/>
          </p:nvSpPr>
          <p:spPr>
            <a:xfrm flipH="1">
              <a:off x="-1580834" y="2421070"/>
              <a:ext cx="57806" cy="38543"/>
            </a:xfrm>
            <a:custGeom>
              <a:avLst/>
              <a:gdLst/>
              <a:ahLst/>
              <a:cxnLst/>
              <a:rect l="l" t="t" r="r" b="b"/>
              <a:pathLst>
                <a:path w="3097" h="2065" extrusionOk="0">
                  <a:moveTo>
                    <a:pt x="678" y="1"/>
                  </a:moveTo>
                  <a:cubicBezTo>
                    <a:pt x="633" y="1"/>
                    <a:pt x="594" y="14"/>
                    <a:pt x="568" y="39"/>
                  </a:cubicBezTo>
                  <a:cubicBezTo>
                    <a:pt x="504" y="18"/>
                    <a:pt x="440" y="6"/>
                    <a:pt x="380" y="6"/>
                  </a:cubicBezTo>
                  <a:cubicBezTo>
                    <a:pt x="294" y="6"/>
                    <a:pt x="216" y="31"/>
                    <a:pt x="156" y="91"/>
                  </a:cubicBezTo>
                  <a:cubicBezTo>
                    <a:pt x="52" y="246"/>
                    <a:pt x="1" y="452"/>
                    <a:pt x="104" y="607"/>
                  </a:cubicBezTo>
                  <a:cubicBezTo>
                    <a:pt x="259" y="865"/>
                    <a:pt x="517" y="1071"/>
                    <a:pt x="775" y="1123"/>
                  </a:cubicBezTo>
                  <a:lnTo>
                    <a:pt x="826" y="1123"/>
                  </a:lnTo>
                  <a:lnTo>
                    <a:pt x="1033" y="1226"/>
                  </a:lnTo>
                  <a:lnTo>
                    <a:pt x="1084" y="1278"/>
                  </a:lnTo>
                  <a:cubicBezTo>
                    <a:pt x="1187" y="1329"/>
                    <a:pt x="1239" y="1381"/>
                    <a:pt x="1342" y="1381"/>
                  </a:cubicBezTo>
                  <a:cubicBezTo>
                    <a:pt x="1394" y="1432"/>
                    <a:pt x="1497" y="1432"/>
                    <a:pt x="1548" y="1484"/>
                  </a:cubicBezTo>
                  <a:lnTo>
                    <a:pt x="1703" y="1587"/>
                  </a:lnTo>
                  <a:cubicBezTo>
                    <a:pt x="1910" y="1793"/>
                    <a:pt x="2168" y="1897"/>
                    <a:pt x="2425" y="2051"/>
                  </a:cubicBezTo>
                  <a:cubicBezTo>
                    <a:pt x="2462" y="2060"/>
                    <a:pt x="2499" y="2065"/>
                    <a:pt x="2535" y="2065"/>
                  </a:cubicBezTo>
                  <a:cubicBezTo>
                    <a:pt x="2703" y="2065"/>
                    <a:pt x="2866" y="1972"/>
                    <a:pt x="2993" y="1845"/>
                  </a:cubicBezTo>
                  <a:cubicBezTo>
                    <a:pt x="3096" y="1639"/>
                    <a:pt x="3045" y="1381"/>
                    <a:pt x="2890" y="1226"/>
                  </a:cubicBezTo>
                  <a:cubicBezTo>
                    <a:pt x="2632" y="968"/>
                    <a:pt x="2322" y="710"/>
                    <a:pt x="1961" y="607"/>
                  </a:cubicBezTo>
                  <a:cubicBezTo>
                    <a:pt x="1910" y="555"/>
                    <a:pt x="1858" y="504"/>
                    <a:pt x="1755" y="452"/>
                  </a:cubicBezTo>
                  <a:cubicBezTo>
                    <a:pt x="1703" y="452"/>
                    <a:pt x="1703" y="452"/>
                    <a:pt x="1652" y="401"/>
                  </a:cubicBezTo>
                  <a:lnTo>
                    <a:pt x="1497" y="349"/>
                  </a:lnTo>
                  <a:lnTo>
                    <a:pt x="1342" y="246"/>
                  </a:lnTo>
                  <a:cubicBezTo>
                    <a:pt x="1187" y="143"/>
                    <a:pt x="981" y="39"/>
                    <a:pt x="826" y="39"/>
                  </a:cubicBezTo>
                  <a:cubicBezTo>
                    <a:pt x="775" y="14"/>
                    <a:pt x="723" y="1"/>
                    <a:pt x="678"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7" name="Google Shape;319;p15">
              <a:extLst>
                <a:ext uri="{FF2B5EF4-FFF2-40B4-BE49-F238E27FC236}">
                  <a16:creationId xmlns:a16="http://schemas.microsoft.com/office/drawing/2014/main" id="{4C868617-E5A8-ADEE-A8C8-EDDFC4BC0075}"/>
                </a:ext>
              </a:extLst>
            </p:cNvPr>
            <p:cNvSpPr/>
            <p:nvPr/>
          </p:nvSpPr>
          <p:spPr>
            <a:xfrm flipH="1">
              <a:off x="-1714662" y="2092790"/>
              <a:ext cx="24078" cy="49873"/>
            </a:xfrm>
            <a:custGeom>
              <a:avLst/>
              <a:gdLst/>
              <a:ahLst/>
              <a:cxnLst/>
              <a:rect l="l" t="t" r="r" b="b"/>
              <a:pathLst>
                <a:path w="1290" h="2672" extrusionOk="0">
                  <a:moveTo>
                    <a:pt x="631" y="1"/>
                  </a:moveTo>
                  <a:cubicBezTo>
                    <a:pt x="445" y="1"/>
                    <a:pt x="263" y="119"/>
                    <a:pt x="206" y="345"/>
                  </a:cubicBezTo>
                  <a:cubicBezTo>
                    <a:pt x="103" y="603"/>
                    <a:pt x="52" y="913"/>
                    <a:pt x="0" y="1222"/>
                  </a:cubicBezTo>
                  <a:cubicBezTo>
                    <a:pt x="0" y="1274"/>
                    <a:pt x="0" y="1326"/>
                    <a:pt x="0" y="1377"/>
                  </a:cubicBezTo>
                  <a:cubicBezTo>
                    <a:pt x="0" y="1429"/>
                    <a:pt x="0" y="1480"/>
                    <a:pt x="0" y="1480"/>
                  </a:cubicBezTo>
                  <a:cubicBezTo>
                    <a:pt x="0" y="1532"/>
                    <a:pt x="0" y="1584"/>
                    <a:pt x="0" y="1635"/>
                  </a:cubicBezTo>
                  <a:cubicBezTo>
                    <a:pt x="0" y="1842"/>
                    <a:pt x="0" y="2048"/>
                    <a:pt x="0" y="2203"/>
                  </a:cubicBezTo>
                  <a:cubicBezTo>
                    <a:pt x="0" y="2409"/>
                    <a:pt x="103" y="2564"/>
                    <a:pt x="258" y="2615"/>
                  </a:cubicBezTo>
                  <a:cubicBezTo>
                    <a:pt x="337" y="2655"/>
                    <a:pt x="416" y="2672"/>
                    <a:pt x="489" y="2672"/>
                  </a:cubicBezTo>
                  <a:cubicBezTo>
                    <a:pt x="607" y="2672"/>
                    <a:pt x="710" y="2628"/>
                    <a:pt x="774" y="2564"/>
                  </a:cubicBezTo>
                  <a:cubicBezTo>
                    <a:pt x="929" y="2409"/>
                    <a:pt x="1032" y="2203"/>
                    <a:pt x="1083" y="2048"/>
                  </a:cubicBezTo>
                  <a:cubicBezTo>
                    <a:pt x="1083" y="1945"/>
                    <a:pt x="1135" y="1893"/>
                    <a:pt x="1135" y="1842"/>
                  </a:cubicBezTo>
                  <a:cubicBezTo>
                    <a:pt x="1135" y="1790"/>
                    <a:pt x="1187" y="1738"/>
                    <a:pt x="1238" y="1687"/>
                  </a:cubicBezTo>
                  <a:cubicBezTo>
                    <a:pt x="1290" y="1532"/>
                    <a:pt x="1290" y="1326"/>
                    <a:pt x="1290" y="1171"/>
                  </a:cubicBezTo>
                  <a:cubicBezTo>
                    <a:pt x="1290" y="810"/>
                    <a:pt x="1187" y="500"/>
                    <a:pt x="1032" y="242"/>
                  </a:cubicBezTo>
                  <a:cubicBezTo>
                    <a:pt x="939" y="80"/>
                    <a:pt x="783" y="1"/>
                    <a:pt x="631"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8" name="Google Shape;320;p15">
              <a:extLst>
                <a:ext uri="{FF2B5EF4-FFF2-40B4-BE49-F238E27FC236}">
                  <a16:creationId xmlns:a16="http://schemas.microsoft.com/office/drawing/2014/main" id="{A22B52C6-1E8E-2144-D792-F529B6D17BDD}"/>
                </a:ext>
              </a:extLst>
            </p:cNvPr>
            <p:cNvSpPr/>
            <p:nvPr/>
          </p:nvSpPr>
          <p:spPr>
            <a:xfrm flipH="1">
              <a:off x="-1485493" y="2573936"/>
              <a:ext cx="20233" cy="58757"/>
            </a:xfrm>
            <a:custGeom>
              <a:avLst/>
              <a:gdLst/>
              <a:ahLst/>
              <a:cxnLst/>
              <a:rect l="l" t="t" r="r" b="b"/>
              <a:pathLst>
                <a:path w="1084" h="3148" extrusionOk="0">
                  <a:moveTo>
                    <a:pt x="523" y="0"/>
                  </a:moveTo>
                  <a:cubicBezTo>
                    <a:pt x="271" y="0"/>
                    <a:pt x="26" y="155"/>
                    <a:pt x="52" y="465"/>
                  </a:cubicBezTo>
                  <a:lnTo>
                    <a:pt x="52" y="1548"/>
                  </a:lnTo>
                  <a:cubicBezTo>
                    <a:pt x="1" y="1909"/>
                    <a:pt x="1" y="2270"/>
                    <a:pt x="52" y="2631"/>
                  </a:cubicBezTo>
                  <a:lnTo>
                    <a:pt x="52" y="2683"/>
                  </a:lnTo>
                  <a:cubicBezTo>
                    <a:pt x="1" y="2941"/>
                    <a:pt x="259" y="3147"/>
                    <a:pt x="516" y="3147"/>
                  </a:cubicBezTo>
                  <a:cubicBezTo>
                    <a:pt x="774" y="3147"/>
                    <a:pt x="981" y="2941"/>
                    <a:pt x="981" y="2734"/>
                  </a:cubicBezTo>
                  <a:lnTo>
                    <a:pt x="981" y="2631"/>
                  </a:lnTo>
                  <a:cubicBezTo>
                    <a:pt x="1032" y="2425"/>
                    <a:pt x="1032" y="2219"/>
                    <a:pt x="1032" y="2012"/>
                  </a:cubicBezTo>
                  <a:cubicBezTo>
                    <a:pt x="1084" y="1857"/>
                    <a:pt x="1084" y="1754"/>
                    <a:pt x="1084" y="1600"/>
                  </a:cubicBezTo>
                  <a:cubicBezTo>
                    <a:pt x="1084" y="1445"/>
                    <a:pt x="1084" y="1238"/>
                    <a:pt x="1084" y="1032"/>
                  </a:cubicBezTo>
                  <a:cubicBezTo>
                    <a:pt x="1084" y="929"/>
                    <a:pt x="1084" y="774"/>
                    <a:pt x="1032" y="671"/>
                  </a:cubicBezTo>
                  <a:cubicBezTo>
                    <a:pt x="981" y="568"/>
                    <a:pt x="1032" y="568"/>
                    <a:pt x="1032" y="465"/>
                  </a:cubicBezTo>
                  <a:cubicBezTo>
                    <a:pt x="1032" y="155"/>
                    <a:pt x="774" y="0"/>
                    <a:pt x="523"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19" name="Google Shape;321;p15">
              <a:extLst>
                <a:ext uri="{FF2B5EF4-FFF2-40B4-BE49-F238E27FC236}">
                  <a16:creationId xmlns:a16="http://schemas.microsoft.com/office/drawing/2014/main" id="{13A19959-39C1-5F0C-30F3-8DAD6905D08C}"/>
                </a:ext>
              </a:extLst>
            </p:cNvPr>
            <p:cNvSpPr/>
            <p:nvPr/>
          </p:nvSpPr>
          <p:spPr>
            <a:xfrm flipH="1">
              <a:off x="-1782062" y="1286555"/>
              <a:ext cx="29864" cy="66933"/>
            </a:xfrm>
            <a:custGeom>
              <a:avLst/>
              <a:gdLst/>
              <a:ahLst/>
              <a:cxnLst/>
              <a:rect l="l" t="t" r="r" b="b"/>
              <a:pathLst>
                <a:path w="1600" h="3586" extrusionOk="0">
                  <a:moveTo>
                    <a:pt x="671" y="0"/>
                  </a:moveTo>
                  <a:cubicBezTo>
                    <a:pt x="362" y="0"/>
                    <a:pt x="155" y="258"/>
                    <a:pt x="155" y="516"/>
                  </a:cubicBezTo>
                  <a:lnTo>
                    <a:pt x="155" y="1548"/>
                  </a:lnTo>
                  <a:lnTo>
                    <a:pt x="155" y="1651"/>
                  </a:lnTo>
                  <a:lnTo>
                    <a:pt x="155" y="1703"/>
                  </a:lnTo>
                  <a:cubicBezTo>
                    <a:pt x="1" y="2064"/>
                    <a:pt x="1" y="2425"/>
                    <a:pt x="104" y="2786"/>
                  </a:cubicBezTo>
                  <a:cubicBezTo>
                    <a:pt x="104" y="2838"/>
                    <a:pt x="155" y="2889"/>
                    <a:pt x="155" y="2941"/>
                  </a:cubicBezTo>
                  <a:cubicBezTo>
                    <a:pt x="155" y="3044"/>
                    <a:pt x="207" y="3147"/>
                    <a:pt x="207" y="3199"/>
                  </a:cubicBezTo>
                  <a:cubicBezTo>
                    <a:pt x="284" y="3457"/>
                    <a:pt x="504" y="3586"/>
                    <a:pt x="723" y="3586"/>
                  </a:cubicBezTo>
                  <a:cubicBezTo>
                    <a:pt x="942" y="3586"/>
                    <a:pt x="1161" y="3457"/>
                    <a:pt x="1239" y="3199"/>
                  </a:cubicBezTo>
                  <a:lnTo>
                    <a:pt x="1290" y="2992"/>
                  </a:lnTo>
                  <a:cubicBezTo>
                    <a:pt x="1290" y="2941"/>
                    <a:pt x="1342" y="2889"/>
                    <a:pt x="1342" y="2889"/>
                  </a:cubicBezTo>
                  <a:cubicBezTo>
                    <a:pt x="1394" y="2786"/>
                    <a:pt x="1394" y="2683"/>
                    <a:pt x="1394" y="2631"/>
                  </a:cubicBezTo>
                  <a:lnTo>
                    <a:pt x="1394" y="2270"/>
                  </a:lnTo>
                  <a:cubicBezTo>
                    <a:pt x="1394" y="2270"/>
                    <a:pt x="1394" y="2219"/>
                    <a:pt x="1394" y="2167"/>
                  </a:cubicBezTo>
                  <a:lnTo>
                    <a:pt x="1394" y="2115"/>
                  </a:lnTo>
                  <a:lnTo>
                    <a:pt x="1394" y="2012"/>
                  </a:lnTo>
                  <a:cubicBezTo>
                    <a:pt x="1445" y="1961"/>
                    <a:pt x="1497" y="1857"/>
                    <a:pt x="1548" y="1754"/>
                  </a:cubicBezTo>
                  <a:cubicBezTo>
                    <a:pt x="1548" y="1754"/>
                    <a:pt x="1548" y="1754"/>
                    <a:pt x="1548" y="1703"/>
                  </a:cubicBezTo>
                  <a:cubicBezTo>
                    <a:pt x="1600" y="1600"/>
                    <a:pt x="1600" y="1393"/>
                    <a:pt x="1600" y="1290"/>
                  </a:cubicBezTo>
                  <a:cubicBezTo>
                    <a:pt x="1497" y="1135"/>
                    <a:pt x="1394" y="1032"/>
                    <a:pt x="1239" y="980"/>
                  </a:cubicBezTo>
                  <a:lnTo>
                    <a:pt x="1239" y="516"/>
                  </a:lnTo>
                  <a:cubicBezTo>
                    <a:pt x="1239" y="258"/>
                    <a:pt x="981" y="0"/>
                    <a:pt x="671"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0" name="Google Shape;322;p15">
              <a:extLst>
                <a:ext uri="{FF2B5EF4-FFF2-40B4-BE49-F238E27FC236}">
                  <a16:creationId xmlns:a16="http://schemas.microsoft.com/office/drawing/2014/main" id="{E243B635-382A-4AD4-45A0-A85BD8C6085D}"/>
                </a:ext>
              </a:extLst>
            </p:cNvPr>
            <p:cNvSpPr/>
            <p:nvPr/>
          </p:nvSpPr>
          <p:spPr>
            <a:xfrm flipH="1">
              <a:off x="-1882218" y="2207075"/>
              <a:ext cx="19" cy="971"/>
            </a:xfrm>
            <a:custGeom>
              <a:avLst/>
              <a:gdLst/>
              <a:ahLst/>
              <a:cxnLst/>
              <a:rect l="l" t="t" r="r" b="b"/>
              <a:pathLst>
                <a:path w="1" h="52" extrusionOk="0">
                  <a:moveTo>
                    <a:pt x="0" y="52"/>
                  </a:moveTo>
                  <a:lnTo>
                    <a:pt x="0" y="52"/>
                  </a:lnTo>
                  <a:cubicBezTo>
                    <a:pt x="0" y="52"/>
                    <a:pt x="0" y="0"/>
                    <a:pt x="0" y="52"/>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1" name="Google Shape;323;p15">
              <a:extLst>
                <a:ext uri="{FF2B5EF4-FFF2-40B4-BE49-F238E27FC236}">
                  <a16:creationId xmlns:a16="http://schemas.microsoft.com/office/drawing/2014/main" id="{781D617E-2346-61B1-E798-827F9875D683}"/>
                </a:ext>
              </a:extLst>
            </p:cNvPr>
            <p:cNvSpPr/>
            <p:nvPr/>
          </p:nvSpPr>
          <p:spPr>
            <a:xfrm flipH="1">
              <a:off x="-1887985" y="2231153"/>
              <a:ext cx="19" cy="19"/>
            </a:xfrm>
            <a:custGeom>
              <a:avLst/>
              <a:gdLst/>
              <a:ahLst/>
              <a:cxnLst/>
              <a:rect l="l" t="t" r="r" b="b"/>
              <a:pathLst>
                <a:path w="1" h="1" extrusionOk="0">
                  <a:moveTo>
                    <a:pt x="1" y="0"/>
                  </a:move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2" name="Google Shape;324;p15">
              <a:extLst>
                <a:ext uri="{FF2B5EF4-FFF2-40B4-BE49-F238E27FC236}">
                  <a16:creationId xmlns:a16="http://schemas.microsoft.com/office/drawing/2014/main" id="{00EB4694-D66D-C732-6BDE-B90CACDFEF9A}"/>
                </a:ext>
              </a:extLst>
            </p:cNvPr>
            <p:cNvSpPr/>
            <p:nvPr/>
          </p:nvSpPr>
          <p:spPr>
            <a:xfrm flipH="1">
              <a:off x="-1893772" y="2253290"/>
              <a:ext cx="19" cy="19"/>
            </a:xfrm>
            <a:custGeom>
              <a:avLst/>
              <a:gdLst/>
              <a:ahLst/>
              <a:cxnLst/>
              <a:rect l="l" t="t" r="r" b="b"/>
              <a:pathLst>
                <a:path w="1" h="1" extrusionOk="0">
                  <a:moveTo>
                    <a:pt x="0" y="1"/>
                  </a:move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3" name="Google Shape;325;p15">
              <a:extLst>
                <a:ext uri="{FF2B5EF4-FFF2-40B4-BE49-F238E27FC236}">
                  <a16:creationId xmlns:a16="http://schemas.microsoft.com/office/drawing/2014/main" id="{75E78FD9-5B4C-D5F4-BCC1-12D7F605B6C2}"/>
                </a:ext>
              </a:extLst>
            </p:cNvPr>
            <p:cNvSpPr/>
            <p:nvPr/>
          </p:nvSpPr>
          <p:spPr>
            <a:xfrm flipH="1">
              <a:off x="-1913015" y="2204425"/>
              <a:ext cx="33709" cy="57544"/>
            </a:xfrm>
            <a:custGeom>
              <a:avLst/>
              <a:gdLst/>
              <a:ahLst/>
              <a:cxnLst/>
              <a:rect l="l" t="t" r="r" b="b"/>
              <a:pathLst>
                <a:path w="1806" h="3083" extrusionOk="0">
                  <a:moveTo>
                    <a:pt x="516" y="0"/>
                  </a:moveTo>
                  <a:cubicBezTo>
                    <a:pt x="374" y="0"/>
                    <a:pt x="232" y="65"/>
                    <a:pt x="155" y="194"/>
                  </a:cubicBezTo>
                  <a:cubicBezTo>
                    <a:pt x="103" y="246"/>
                    <a:pt x="52" y="349"/>
                    <a:pt x="52" y="400"/>
                  </a:cubicBezTo>
                  <a:cubicBezTo>
                    <a:pt x="0" y="503"/>
                    <a:pt x="0" y="607"/>
                    <a:pt x="52" y="710"/>
                  </a:cubicBezTo>
                  <a:cubicBezTo>
                    <a:pt x="52" y="813"/>
                    <a:pt x="103" y="916"/>
                    <a:pt x="207" y="1019"/>
                  </a:cubicBezTo>
                  <a:cubicBezTo>
                    <a:pt x="258" y="1174"/>
                    <a:pt x="361" y="1277"/>
                    <a:pt x="413" y="1380"/>
                  </a:cubicBezTo>
                  <a:lnTo>
                    <a:pt x="465" y="1432"/>
                  </a:lnTo>
                  <a:cubicBezTo>
                    <a:pt x="465" y="1432"/>
                    <a:pt x="516" y="1484"/>
                    <a:pt x="568" y="1535"/>
                  </a:cubicBezTo>
                  <a:cubicBezTo>
                    <a:pt x="568" y="1535"/>
                    <a:pt x="568" y="1535"/>
                    <a:pt x="568" y="1587"/>
                  </a:cubicBezTo>
                  <a:lnTo>
                    <a:pt x="568" y="1638"/>
                  </a:lnTo>
                  <a:cubicBezTo>
                    <a:pt x="516" y="1793"/>
                    <a:pt x="516" y="1999"/>
                    <a:pt x="568" y="2154"/>
                  </a:cubicBezTo>
                  <a:cubicBezTo>
                    <a:pt x="568" y="2309"/>
                    <a:pt x="619" y="2412"/>
                    <a:pt x="671" y="2515"/>
                  </a:cubicBezTo>
                  <a:cubicBezTo>
                    <a:pt x="671" y="2619"/>
                    <a:pt x="723" y="2722"/>
                    <a:pt x="774" y="2825"/>
                  </a:cubicBezTo>
                  <a:cubicBezTo>
                    <a:pt x="774" y="2825"/>
                    <a:pt x="856" y="2934"/>
                    <a:pt x="861" y="2934"/>
                  </a:cubicBezTo>
                  <a:cubicBezTo>
                    <a:pt x="861" y="2934"/>
                    <a:pt x="861" y="2934"/>
                    <a:pt x="861" y="2934"/>
                  </a:cubicBezTo>
                  <a:lnTo>
                    <a:pt x="861" y="2934"/>
                  </a:lnTo>
                  <a:cubicBezTo>
                    <a:pt x="936" y="3033"/>
                    <a:pt x="1054" y="3083"/>
                    <a:pt x="1177" y="3083"/>
                  </a:cubicBezTo>
                  <a:cubicBezTo>
                    <a:pt x="1250" y="3083"/>
                    <a:pt x="1324" y="3066"/>
                    <a:pt x="1393" y="3031"/>
                  </a:cubicBezTo>
                  <a:cubicBezTo>
                    <a:pt x="1651" y="2876"/>
                    <a:pt x="1754" y="2619"/>
                    <a:pt x="1703" y="2361"/>
                  </a:cubicBezTo>
                  <a:lnTo>
                    <a:pt x="1754" y="2361"/>
                  </a:lnTo>
                  <a:cubicBezTo>
                    <a:pt x="1806" y="2206"/>
                    <a:pt x="1806" y="2103"/>
                    <a:pt x="1754" y="1948"/>
                  </a:cubicBezTo>
                  <a:cubicBezTo>
                    <a:pt x="1703" y="1896"/>
                    <a:pt x="1703" y="1896"/>
                    <a:pt x="1651" y="1845"/>
                  </a:cubicBezTo>
                  <a:cubicBezTo>
                    <a:pt x="1651" y="1793"/>
                    <a:pt x="1651" y="1793"/>
                    <a:pt x="1651" y="1742"/>
                  </a:cubicBezTo>
                  <a:cubicBezTo>
                    <a:pt x="1651" y="1690"/>
                    <a:pt x="1600" y="1587"/>
                    <a:pt x="1548" y="1535"/>
                  </a:cubicBezTo>
                  <a:cubicBezTo>
                    <a:pt x="1548" y="1380"/>
                    <a:pt x="1496" y="1226"/>
                    <a:pt x="1445" y="1071"/>
                  </a:cubicBezTo>
                  <a:cubicBezTo>
                    <a:pt x="1393" y="710"/>
                    <a:pt x="1187" y="452"/>
                    <a:pt x="929" y="246"/>
                  </a:cubicBezTo>
                  <a:lnTo>
                    <a:pt x="877" y="246"/>
                  </a:lnTo>
                  <a:lnTo>
                    <a:pt x="877" y="194"/>
                  </a:lnTo>
                  <a:cubicBezTo>
                    <a:pt x="800" y="65"/>
                    <a:pt x="658" y="0"/>
                    <a:pt x="516"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4" name="Google Shape;326;p15">
              <a:extLst>
                <a:ext uri="{FF2B5EF4-FFF2-40B4-BE49-F238E27FC236}">
                  <a16:creationId xmlns:a16="http://schemas.microsoft.com/office/drawing/2014/main" id="{F5428D57-073E-D0E0-F785-F816AEAAA9EE}"/>
                </a:ext>
              </a:extLst>
            </p:cNvPr>
            <p:cNvSpPr/>
            <p:nvPr/>
          </p:nvSpPr>
          <p:spPr>
            <a:xfrm flipH="1">
              <a:off x="-1892801" y="2252319"/>
              <a:ext cx="19" cy="1960"/>
            </a:xfrm>
            <a:custGeom>
              <a:avLst/>
              <a:gdLst/>
              <a:ahLst/>
              <a:cxnLst/>
              <a:rect l="l" t="t" r="r" b="b"/>
              <a:pathLst>
                <a:path w="1" h="105" extrusionOk="0">
                  <a:moveTo>
                    <a:pt x="1" y="1"/>
                  </a:moveTo>
                  <a:cubicBezTo>
                    <a:pt x="1" y="53"/>
                    <a:pt x="1" y="104"/>
                    <a:pt x="1"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5" name="Google Shape;327;p15">
              <a:extLst>
                <a:ext uri="{FF2B5EF4-FFF2-40B4-BE49-F238E27FC236}">
                  <a16:creationId xmlns:a16="http://schemas.microsoft.com/office/drawing/2014/main" id="{1A6C9AC9-5F6B-1EAE-02F0-3A7E0C17E17F}"/>
                </a:ext>
              </a:extLst>
            </p:cNvPr>
            <p:cNvSpPr/>
            <p:nvPr/>
          </p:nvSpPr>
          <p:spPr>
            <a:xfrm flipH="1">
              <a:off x="-1892801" y="2251367"/>
              <a:ext cx="989" cy="971"/>
            </a:xfrm>
            <a:custGeom>
              <a:avLst/>
              <a:gdLst/>
              <a:ahLst/>
              <a:cxnLst/>
              <a:rect l="l" t="t" r="r" b="b"/>
              <a:pathLst>
                <a:path w="53" h="52" extrusionOk="0">
                  <a:moveTo>
                    <a:pt x="53" y="52"/>
                  </a:moveTo>
                  <a:cubicBezTo>
                    <a:pt x="53" y="52"/>
                    <a:pt x="1" y="0"/>
                    <a:pt x="53" y="52"/>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6" name="Google Shape;328;p15">
              <a:extLst>
                <a:ext uri="{FF2B5EF4-FFF2-40B4-BE49-F238E27FC236}">
                  <a16:creationId xmlns:a16="http://schemas.microsoft.com/office/drawing/2014/main" id="{84DDC27D-6EAE-1AFF-48A2-50D8D576EDF3}"/>
                </a:ext>
              </a:extLst>
            </p:cNvPr>
            <p:cNvSpPr/>
            <p:nvPr/>
          </p:nvSpPr>
          <p:spPr>
            <a:xfrm flipH="1">
              <a:off x="-1881247" y="2208027"/>
              <a:ext cx="19" cy="19"/>
            </a:xfrm>
            <a:custGeom>
              <a:avLst/>
              <a:gdLst/>
              <a:ahLst/>
              <a:cxnLst/>
              <a:rect l="l" t="t" r="r" b="b"/>
              <a:pathLst>
                <a:path w="1" h="1" extrusionOk="0">
                  <a:moveTo>
                    <a:pt x="0" y="1"/>
                  </a:moveTo>
                  <a:lnTo>
                    <a:pt x="0" y="1"/>
                  </a:ln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7" name="Google Shape;329;p15">
              <a:extLst>
                <a:ext uri="{FF2B5EF4-FFF2-40B4-BE49-F238E27FC236}">
                  <a16:creationId xmlns:a16="http://schemas.microsoft.com/office/drawing/2014/main" id="{AE55A684-C7BE-8B3B-951E-C78D37FD273F}"/>
                </a:ext>
              </a:extLst>
            </p:cNvPr>
            <p:cNvSpPr/>
            <p:nvPr/>
          </p:nvSpPr>
          <p:spPr>
            <a:xfrm flipH="1">
              <a:off x="-1661710" y="2717638"/>
              <a:ext cx="37573" cy="48921"/>
            </a:xfrm>
            <a:custGeom>
              <a:avLst/>
              <a:gdLst/>
              <a:ahLst/>
              <a:cxnLst/>
              <a:rect l="l" t="t" r="r" b="b"/>
              <a:pathLst>
                <a:path w="2013" h="2621" extrusionOk="0">
                  <a:moveTo>
                    <a:pt x="1606" y="1"/>
                  </a:moveTo>
                  <a:cubicBezTo>
                    <a:pt x="1561" y="1"/>
                    <a:pt x="1522" y="14"/>
                    <a:pt x="1497" y="40"/>
                  </a:cubicBezTo>
                  <a:cubicBezTo>
                    <a:pt x="1393" y="40"/>
                    <a:pt x="1290" y="91"/>
                    <a:pt x="1239" y="143"/>
                  </a:cubicBezTo>
                  <a:cubicBezTo>
                    <a:pt x="1135" y="246"/>
                    <a:pt x="1032" y="401"/>
                    <a:pt x="981" y="555"/>
                  </a:cubicBezTo>
                  <a:lnTo>
                    <a:pt x="929" y="607"/>
                  </a:lnTo>
                  <a:cubicBezTo>
                    <a:pt x="878" y="659"/>
                    <a:pt x="826" y="762"/>
                    <a:pt x="774" y="813"/>
                  </a:cubicBezTo>
                  <a:lnTo>
                    <a:pt x="516" y="1071"/>
                  </a:lnTo>
                  <a:cubicBezTo>
                    <a:pt x="465" y="1174"/>
                    <a:pt x="413" y="1278"/>
                    <a:pt x="465" y="1381"/>
                  </a:cubicBezTo>
                  <a:lnTo>
                    <a:pt x="413" y="1484"/>
                  </a:lnTo>
                  <a:cubicBezTo>
                    <a:pt x="310" y="1587"/>
                    <a:pt x="258" y="1639"/>
                    <a:pt x="207" y="1742"/>
                  </a:cubicBezTo>
                  <a:cubicBezTo>
                    <a:pt x="104" y="1845"/>
                    <a:pt x="52" y="1948"/>
                    <a:pt x="52" y="2103"/>
                  </a:cubicBezTo>
                  <a:cubicBezTo>
                    <a:pt x="1" y="2258"/>
                    <a:pt x="52" y="2464"/>
                    <a:pt x="207" y="2567"/>
                  </a:cubicBezTo>
                  <a:cubicBezTo>
                    <a:pt x="280" y="2604"/>
                    <a:pt x="353" y="2621"/>
                    <a:pt x="422" y="2621"/>
                  </a:cubicBezTo>
                  <a:cubicBezTo>
                    <a:pt x="547" y="2621"/>
                    <a:pt x="656" y="2564"/>
                    <a:pt x="723" y="2464"/>
                  </a:cubicBezTo>
                  <a:cubicBezTo>
                    <a:pt x="774" y="2464"/>
                    <a:pt x="774" y="2413"/>
                    <a:pt x="826" y="2361"/>
                  </a:cubicBezTo>
                  <a:cubicBezTo>
                    <a:pt x="826" y="2361"/>
                    <a:pt x="826" y="2361"/>
                    <a:pt x="826" y="2309"/>
                  </a:cubicBezTo>
                  <a:lnTo>
                    <a:pt x="929" y="2258"/>
                  </a:lnTo>
                  <a:cubicBezTo>
                    <a:pt x="981" y="2155"/>
                    <a:pt x="1084" y="2051"/>
                    <a:pt x="1135" y="1948"/>
                  </a:cubicBezTo>
                  <a:cubicBezTo>
                    <a:pt x="1187" y="1897"/>
                    <a:pt x="1239" y="1845"/>
                    <a:pt x="1290" y="1742"/>
                  </a:cubicBezTo>
                  <a:lnTo>
                    <a:pt x="1393" y="1639"/>
                  </a:lnTo>
                  <a:lnTo>
                    <a:pt x="1393" y="1587"/>
                  </a:lnTo>
                  <a:cubicBezTo>
                    <a:pt x="1497" y="1432"/>
                    <a:pt x="1651" y="1278"/>
                    <a:pt x="1755" y="1071"/>
                  </a:cubicBezTo>
                  <a:cubicBezTo>
                    <a:pt x="1858" y="865"/>
                    <a:pt x="1961" y="659"/>
                    <a:pt x="2012" y="401"/>
                  </a:cubicBezTo>
                  <a:cubicBezTo>
                    <a:pt x="2012" y="349"/>
                    <a:pt x="1961" y="297"/>
                    <a:pt x="1961" y="246"/>
                  </a:cubicBezTo>
                  <a:cubicBezTo>
                    <a:pt x="1909" y="143"/>
                    <a:pt x="1858" y="40"/>
                    <a:pt x="1755" y="40"/>
                  </a:cubicBezTo>
                  <a:cubicBezTo>
                    <a:pt x="1703" y="14"/>
                    <a:pt x="1651" y="1"/>
                    <a:pt x="1606"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8" name="Google Shape;330;p15">
              <a:extLst>
                <a:ext uri="{FF2B5EF4-FFF2-40B4-BE49-F238E27FC236}">
                  <a16:creationId xmlns:a16="http://schemas.microsoft.com/office/drawing/2014/main" id="{78EB0519-A5D3-E1B0-607D-FEFA12B42B62}"/>
                </a:ext>
              </a:extLst>
            </p:cNvPr>
            <p:cNvSpPr/>
            <p:nvPr/>
          </p:nvSpPr>
          <p:spPr>
            <a:xfrm flipH="1">
              <a:off x="-1630894" y="2745318"/>
              <a:ext cx="19" cy="19"/>
            </a:xfrm>
            <a:custGeom>
              <a:avLst/>
              <a:gdLst/>
              <a:ahLst/>
              <a:cxnLst/>
              <a:rect l="l" t="t" r="r" b="b"/>
              <a:pathLst>
                <a:path w="1" h="1" extrusionOk="0">
                  <a:moveTo>
                    <a:pt x="1" y="1"/>
                  </a:move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29" name="Google Shape;331;p15">
              <a:extLst>
                <a:ext uri="{FF2B5EF4-FFF2-40B4-BE49-F238E27FC236}">
                  <a16:creationId xmlns:a16="http://schemas.microsoft.com/office/drawing/2014/main" id="{798EEAB3-63F4-2AEE-1E6C-EE3D0EDBA660}"/>
                </a:ext>
              </a:extLst>
            </p:cNvPr>
            <p:cNvSpPr/>
            <p:nvPr/>
          </p:nvSpPr>
          <p:spPr>
            <a:xfrm flipH="1">
              <a:off x="-1272712" y="2355350"/>
              <a:ext cx="53942" cy="32757"/>
            </a:xfrm>
            <a:custGeom>
              <a:avLst/>
              <a:gdLst/>
              <a:ahLst/>
              <a:cxnLst/>
              <a:rect l="l" t="t" r="r" b="b"/>
              <a:pathLst>
                <a:path w="2890" h="1755" extrusionOk="0">
                  <a:moveTo>
                    <a:pt x="2528" y="1"/>
                  </a:moveTo>
                  <a:cubicBezTo>
                    <a:pt x="2322" y="1"/>
                    <a:pt x="2167" y="52"/>
                    <a:pt x="2012" y="156"/>
                  </a:cubicBezTo>
                  <a:lnTo>
                    <a:pt x="1909" y="207"/>
                  </a:lnTo>
                  <a:lnTo>
                    <a:pt x="1857" y="207"/>
                  </a:lnTo>
                  <a:cubicBezTo>
                    <a:pt x="1703" y="310"/>
                    <a:pt x="1599" y="362"/>
                    <a:pt x="1445" y="465"/>
                  </a:cubicBezTo>
                  <a:lnTo>
                    <a:pt x="1290" y="465"/>
                  </a:lnTo>
                  <a:cubicBezTo>
                    <a:pt x="1135" y="517"/>
                    <a:pt x="929" y="568"/>
                    <a:pt x="774" y="672"/>
                  </a:cubicBezTo>
                  <a:cubicBezTo>
                    <a:pt x="722" y="723"/>
                    <a:pt x="619" y="826"/>
                    <a:pt x="619" y="878"/>
                  </a:cubicBezTo>
                  <a:lnTo>
                    <a:pt x="464" y="878"/>
                  </a:lnTo>
                  <a:cubicBezTo>
                    <a:pt x="361" y="878"/>
                    <a:pt x="258" y="929"/>
                    <a:pt x="206" y="981"/>
                  </a:cubicBezTo>
                  <a:cubicBezTo>
                    <a:pt x="52" y="1084"/>
                    <a:pt x="0" y="1239"/>
                    <a:pt x="52" y="1394"/>
                  </a:cubicBezTo>
                  <a:cubicBezTo>
                    <a:pt x="103" y="1549"/>
                    <a:pt x="206" y="1703"/>
                    <a:pt x="361" y="1755"/>
                  </a:cubicBezTo>
                  <a:lnTo>
                    <a:pt x="619" y="1755"/>
                  </a:lnTo>
                  <a:cubicBezTo>
                    <a:pt x="980" y="1703"/>
                    <a:pt x="1341" y="1652"/>
                    <a:pt x="1651" y="1497"/>
                  </a:cubicBezTo>
                  <a:cubicBezTo>
                    <a:pt x="1960" y="1342"/>
                    <a:pt x="2218" y="1136"/>
                    <a:pt x="2476" y="929"/>
                  </a:cubicBezTo>
                  <a:lnTo>
                    <a:pt x="2476" y="878"/>
                  </a:lnTo>
                  <a:cubicBezTo>
                    <a:pt x="2580" y="775"/>
                    <a:pt x="2683" y="672"/>
                    <a:pt x="2786" y="620"/>
                  </a:cubicBezTo>
                  <a:cubicBezTo>
                    <a:pt x="2889" y="517"/>
                    <a:pt x="2889" y="362"/>
                    <a:pt x="2889" y="259"/>
                  </a:cubicBezTo>
                  <a:cubicBezTo>
                    <a:pt x="2837" y="104"/>
                    <a:pt x="2683" y="1"/>
                    <a:pt x="2528"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0" name="Google Shape;332;p15">
              <a:extLst>
                <a:ext uri="{FF2B5EF4-FFF2-40B4-BE49-F238E27FC236}">
                  <a16:creationId xmlns:a16="http://schemas.microsoft.com/office/drawing/2014/main" id="{63BE8779-B62E-CDF8-D96D-DE77F8F9A77F}"/>
                </a:ext>
              </a:extLst>
            </p:cNvPr>
            <p:cNvSpPr/>
            <p:nvPr/>
          </p:nvSpPr>
          <p:spPr>
            <a:xfrm flipH="1">
              <a:off x="-1343957" y="2313223"/>
              <a:ext cx="23126" cy="35408"/>
            </a:xfrm>
            <a:custGeom>
              <a:avLst/>
              <a:gdLst/>
              <a:ahLst/>
              <a:cxnLst/>
              <a:rect l="l" t="t" r="r" b="b"/>
              <a:pathLst>
                <a:path w="1239" h="1897" extrusionOk="0">
                  <a:moveTo>
                    <a:pt x="748" y="1"/>
                  </a:moveTo>
                  <a:cubicBezTo>
                    <a:pt x="684" y="1"/>
                    <a:pt x="619" y="14"/>
                    <a:pt x="568" y="40"/>
                  </a:cubicBezTo>
                  <a:cubicBezTo>
                    <a:pt x="413" y="40"/>
                    <a:pt x="310" y="143"/>
                    <a:pt x="258" y="246"/>
                  </a:cubicBezTo>
                  <a:cubicBezTo>
                    <a:pt x="258" y="298"/>
                    <a:pt x="207" y="349"/>
                    <a:pt x="207" y="349"/>
                  </a:cubicBezTo>
                  <a:cubicBezTo>
                    <a:pt x="207" y="401"/>
                    <a:pt x="207" y="401"/>
                    <a:pt x="207" y="452"/>
                  </a:cubicBezTo>
                  <a:lnTo>
                    <a:pt x="207" y="504"/>
                  </a:lnTo>
                  <a:cubicBezTo>
                    <a:pt x="207" y="659"/>
                    <a:pt x="155" y="813"/>
                    <a:pt x="52" y="917"/>
                  </a:cubicBezTo>
                  <a:cubicBezTo>
                    <a:pt x="52" y="1020"/>
                    <a:pt x="0" y="1123"/>
                    <a:pt x="0" y="1278"/>
                  </a:cubicBezTo>
                  <a:cubicBezTo>
                    <a:pt x="0" y="1432"/>
                    <a:pt x="52" y="1536"/>
                    <a:pt x="155" y="1690"/>
                  </a:cubicBezTo>
                  <a:cubicBezTo>
                    <a:pt x="258" y="1845"/>
                    <a:pt x="413" y="1897"/>
                    <a:pt x="568" y="1897"/>
                  </a:cubicBezTo>
                  <a:cubicBezTo>
                    <a:pt x="826" y="1794"/>
                    <a:pt x="1032" y="1639"/>
                    <a:pt x="1135" y="1381"/>
                  </a:cubicBezTo>
                  <a:lnTo>
                    <a:pt x="1135" y="1123"/>
                  </a:lnTo>
                  <a:cubicBezTo>
                    <a:pt x="1239" y="865"/>
                    <a:pt x="1239" y="607"/>
                    <a:pt x="1187" y="349"/>
                  </a:cubicBezTo>
                  <a:cubicBezTo>
                    <a:pt x="1135" y="246"/>
                    <a:pt x="1084" y="143"/>
                    <a:pt x="929" y="40"/>
                  </a:cubicBezTo>
                  <a:cubicBezTo>
                    <a:pt x="877" y="14"/>
                    <a:pt x="813" y="1"/>
                    <a:pt x="748"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1" name="Google Shape;333;p15">
              <a:extLst>
                <a:ext uri="{FF2B5EF4-FFF2-40B4-BE49-F238E27FC236}">
                  <a16:creationId xmlns:a16="http://schemas.microsoft.com/office/drawing/2014/main" id="{C9296FC6-C543-316E-B410-B06AF0A481E4}"/>
                </a:ext>
              </a:extLst>
            </p:cNvPr>
            <p:cNvSpPr/>
            <p:nvPr/>
          </p:nvSpPr>
          <p:spPr>
            <a:xfrm flipH="1">
              <a:off x="-1080127" y="2094414"/>
              <a:ext cx="56835" cy="65738"/>
            </a:xfrm>
            <a:custGeom>
              <a:avLst/>
              <a:gdLst/>
              <a:ahLst/>
              <a:cxnLst/>
              <a:rect l="l" t="t" r="r" b="b"/>
              <a:pathLst>
                <a:path w="3045" h="3522" extrusionOk="0">
                  <a:moveTo>
                    <a:pt x="1806" y="1"/>
                  </a:moveTo>
                  <a:cubicBezTo>
                    <a:pt x="1548" y="1"/>
                    <a:pt x="1290" y="52"/>
                    <a:pt x="1033" y="155"/>
                  </a:cubicBezTo>
                  <a:lnTo>
                    <a:pt x="775" y="207"/>
                  </a:lnTo>
                  <a:lnTo>
                    <a:pt x="723" y="207"/>
                  </a:lnTo>
                  <a:cubicBezTo>
                    <a:pt x="671" y="207"/>
                    <a:pt x="620" y="258"/>
                    <a:pt x="568" y="258"/>
                  </a:cubicBezTo>
                  <a:lnTo>
                    <a:pt x="362" y="258"/>
                  </a:lnTo>
                  <a:cubicBezTo>
                    <a:pt x="156" y="258"/>
                    <a:pt x="1" y="413"/>
                    <a:pt x="1" y="671"/>
                  </a:cubicBezTo>
                  <a:cubicBezTo>
                    <a:pt x="1" y="878"/>
                    <a:pt x="156" y="1032"/>
                    <a:pt x="362" y="1032"/>
                  </a:cubicBezTo>
                  <a:lnTo>
                    <a:pt x="620" y="1032"/>
                  </a:lnTo>
                  <a:cubicBezTo>
                    <a:pt x="723" y="1045"/>
                    <a:pt x="826" y="1052"/>
                    <a:pt x="929" y="1052"/>
                  </a:cubicBezTo>
                  <a:cubicBezTo>
                    <a:pt x="1236" y="1052"/>
                    <a:pt x="1536" y="994"/>
                    <a:pt x="1806" y="878"/>
                  </a:cubicBezTo>
                  <a:lnTo>
                    <a:pt x="2309" y="827"/>
                  </a:lnTo>
                  <a:lnTo>
                    <a:pt x="2309" y="827"/>
                  </a:lnTo>
                  <a:cubicBezTo>
                    <a:pt x="2271" y="836"/>
                    <a:pt x="2271" y="882"/>
                    <a:pt x="2271" y="929"/>
                  </a:cubicBezTo>
                  <a:cubicBezTo>
                    <a:pt x="2219" y="1032"/>
                    <a:pt x="2167" y="1084"/>
                    <a:pt x="2167" y="1187"/>
                  </a:cubicBezTo>
                  <a:cubicBezTo>
                    <a:pt x="1961" y="1393"/>
                    <a:pt x="1858" y="1703"/>
                    <a:pt x="1806" y="1961"/>
                  </a:cubicBezTo>
                  <a:cubicBezTo>
                    <a:pt x="1755" y="2012"/>
                    <a:pt x="1755" y="2064"/>
                    <a:pt x="1755" y="2116"/>
                  </a:cubicBezTo>
                  <a:cubicBezTo>
                    <a:pt x="1703" y="2270"/>
                    <a:pt x="1806" y="2374"/>
                    <a:pt x="1910" y="2374"/>
                  </a:cubicBezTo>
                  <a:lnTo>
                    <a:pt x="1910" y="2477"/>
                  </a:lnTo>
                  <a:cubicBezTo>
                    <a:pt x="1755" y="2683"/>
                    <a:pt x="1703" y="2993"/>
                    <a:pt x="1755" y="3251"/>
                  </a:cubicBezTo>
                  <a:cubicBezTo>
                    <a:pt x="1798" y="3422"/>
                    <a:pt x="1946" y="3522"/>
                    <a:pt x="2114" y="3522"/>
                  </a:cubicBezTo>
                  <a:cubicBezTo>
                    <a:pt x="2148" y="3522"/>
                    <a:pt x="2184" y="3517"/>
                    <a:pt x="2219" y="3509"/>
                  </a:cubicBezTo>
                  <a:cubicBezTo>
                    <a:pt x="2374" y="3457"/>
                    <a:pt x="2477" y="3302"/>
                    <a:pt x="2529" y="3147"/>
                  </a:cubicBezTo>
                  <a:cubicBezTo>
                    <a:pt x="2529" y="3096"/>
                    <a:pt x="2529" y="3096"/>
                    <a:pt x="2529" y="3044"/>
                  </a:cubicBezTo>
                  <a:lnTo>
                    <a:pt x="2529" y="2993"/>
                  </a:lnTo>
                  <a:lnTo>
                    <a:pt x="2529" y="2941"/>
                  </a:lnTo>
                  <a:lnTo>
                    <a:pt x="2529" y="2889"/>
                  </a:lnTo>
                  <a:cubicBezTo>
                    <a:pt x="2529" y="2838"/>
                    <a:pt x="2529" y="2838"/>
                    <a:pt x="2580" y="2786"/>
                  </a:cubicBezTo>
                  <a:cubicBezTo>
                    <a:pt x="2683" y="2580"/>
                    <a:pt x="2787" y="2374"/>
                    <a:pt x="2838" y="2167"/>
                  </a:cubicBezTo>
                  <a:cubicBezTo>
                    <a:pt x="2993" y="1755"/>
                    <a:pt x="3044" y="1342"/>
                    <a:pt x="3044" y="878"/>
                  </a:cubicBezTo>
                  <a:cubicBezTo>
                    <a:pt x="3044" y="723"/>
                    <a:pt x="2941" y="568"/>
                    <a:pt x="2787" y="516"/>
                  </a:cubicBezTo>
                  <a:cubicBezTo>
                    <a:pt x="2761" y="491"/>
                    <a:pt x="2735" y="478"/>
                    <a:pt x="2703" y="478"/>
                  </a:cubicBezTo>
                  <a:cubicBezTo>
                    <a:pt x="2670" y="478"/>
                    <a:pt x="2632" y="491"/>
                    <a:pt x="2580" y="516"/>
                  </a:cubicBezTo>
                  <a:cubicBezTo>
                    <a:pt x="2580" y="465"/>
                    <a:pt x="2529" y="465"/>
                    <a:pt x="2477" y="465"/>
                  </a:cubicBezTo>
                  <a:lnTo>
                    <a:pt x="2219" y="465"/>
                  </a:lnTo>
                  <a:lnTo>
                    <a:pt x="2219" y="362"/>
                  </a:lnTo>
                  <a:cubicBezTo>
                    <a:pt x="2219" y="155"/>
                    <a:pt x="2013" y="52"/>
                    <a:pt x="1806"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2" name="Google Shape;334;p15">
              <a:extLst>
                <a:ext uri="{FF2B5EF4-FFF2-40B4-BE49-F238E27FC236}">
                  <a16:creationId xmlns:a16="http://schemas.microsoft.com/office/drawing/2014/main" id="{549F2E5C-028A-DE12-A54E-10ACFD311585}"/>
                </a:ext>
              </a:extLst>
            </p:cNvPr>
            <p:cNvSpPr/>
            <p:nvPr/>
          </p:nvSpPr>
          <p:spPr>
            <a:xfrm flipH="1">
              <a:off x="-1188925" y="2060705"/>
              <a:ext cx="21203" cy="52990"/>
            </a:xfrm>
            <a:custGeom>
              <a:avLst/>
              <a:gdLst/>
              <a:ahLst/>
              <a:cxnLst/>
              <a:rect l="l" t="t" r="r" b="b"/>
              <a:pathLst>
                <a:path w="1136" h="2839" extrusionOk="0">
                  <a:moveTo>
                    <a:pt x="517" y="1"/>
                  </a:moveTo>
                  <a:cubicBezTo>
                    <a:pt x="310" y="1"/>
                    <a:pt x="207" y="156"/>
                    <a:pt x="207" y="362"/>
                  </a:cubicBezTo>
                  <a:cubicBezTo>
                    <a:pt x="156" y="672"/>
                    <a:pt x="156" y="1033"/>
                    <a:pt x="104" y="1342"/>
                  </a:cubicBezTo>
                  <a:lnTo>
                    <a:pt x="1" y="1755"/>
                  </a:lnTo>
                  <a:cubicBezTo>
                    <a:pt x="1" y="1807"/>
                    <a:pt x="1" y="1910"/>
                    <a:pt x="1" y="1961"/>
                  </a:cubicBezTo>
                  <a:cubicBezTo>
                    <a:pt x="1" y="2116"/>
                    <a:pt x="1" y="2271"/>
                    <a:pt x="1" y="2477"/>
                  </a:cubicBezTo>
                  <a:cubicBezTo>
                    <a:pt x="1" y="2632"/>
                    <a:pt x="156" y="2838"/>
                    <a:pt x="362" y="2838"/>
                  </a:cubicBezTo>
                  <a:cubicBezTo>
                    <a:pt x="568" y="2838"/>
                    <a:pt x="723" y="2632"/>
                    <a:pt x="723" y="2426"/>
                  </a:cubicBezTo>
                  <a:cubicBezTo>
                    <a:pt x="723" y="2271"/>
                    <a:pt x="723" y="2064"/>
                    <a:pt x="723" y="1910"/>
                  </a:cubicBezTo>
                  <a:cubicBezTo>
                    <a:pt x="723" y="1807"/>
                    <a:pt x="723" y="1703"/>
                    <a:pt x="775" y="1600"/>
                  </a:cubicBezTo>
                  <a:lnTo>
                    <a:pt x="775" y="1497"/>
                  </a:lnTo>
                  <a:cubicBezTo>
                    <a:pt x="775" y="1445"/>
                    <a:pt x="826" y="1394"/>
                    <a:pt x="826" y="1291"/>
                  </a:cubicBezTo>
                  <a:cubicBezTo>
                    <a:pt x="826" y="1187"/>
                    <a:pt x="826" y="1084"/>
                    <a:pt x="878" y="930"/>
                  </a:cubicBezTo>
                  <a:lnTo>
                    <a:pt x="930" y="878"/>
                  </a:lnTo>
                  <a:lnTo>
                    <a:pt x="930" y="826"/>
                  </a:lnTo>
                  <a:cubicBezTo>
                    <a:pt x="1136" y="775"/>
                    <a:pt x="1136" y="517"/>
                    <a:pt x="930" y="517"/>
                  </a:cubicBezTo>
                  <a:lnTo>
                    <a:pt x="878" y="517"/>
                  </a:lnTo>
                  <a:lnTo>
                    <a:pt x="878" y="362"/>
                  </a:lnTo>
                  <a:cubicBezTo>
                    <a:pt x="878" y="156"/>
                    <a:pt x="723" y="1"/>
                    <a:pt x="517"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3" name="Google Shape;335;p15">
              <a:extLst>
                <a:ext uri="{FF2B5EF4-FFF2-40B4-BE49-F238E27FC236}">
                  <a16:creationId xmlns:a16="http://schemas.microsoft.com/office/drawing/2014/main" id="{0C57A22C-1315-82E2-2811-09EC978C2C7E}"/>
                </a:ext>
              </a:extLst>
            </p:cNvPr>
            <p:cNvSpPr/>
            <p:nvPr/>
          </p:nvSpPr>
          <p:spPr>
            <a:xfrm flipH="1">
              <a:off x="-873113" y="2120656"/>
              <a:ext cx="43359" cy="42164"/>
            </a:xfrm>
            <a:custGeom>
              <a:avLst/>
              <a:gdLst/>
              <a:ahLst/>
              <a:cxnLst/>
              <a:rect l="l" t="t" r="r" b="b"/>
              <a:pathLst>
                <a:path w="2323" h="2259" extrusionOk="0">
                  <a:moveTo>
                    <a:pt x="2096" y="0"/>
                  </a:moveTo>
                  <a:cubicBezTo>
                    <a:pt x="2038" y="0"/>
                    <a:pt x="1987" y="13"/>
                    <a:pt x="1961" y="39"/>
                  </a:cubicBezTo>
                  <a:cubicBezTo>
                    <a:pt x="1806" y="142"/>
                    <a:pt x="1703" y="245"/>
                    <a:pt x="1548" y="297"/>
                  </a:cubicBezTo>
                  <a:lnTo>
                    <a:pt x="1497" y="297"/>
                  </a:lnTo>
                  <a:lnTo>
                    <a:pt x="1394" y="400"/>
                  </a:lnTo>
                  <a:cubicBezTo>
                    <a:pt x="1136" y="503"/>
                    <a:pt x="929" y="658"/>
                    <a:pt x="774" y="813"/>
                  </a:cubicBezTo>
                  <a:lnTo>
                    <a:pt x="723" y="864"/>
                  </a:lnTo>
                  <a:cubicBezTo>
                    <a:pt x="671" y="864"/>
                    <a:pt x="620" y="916"/>
                    <a:pt x="568" y="968"/>
                  </a:cubicBezTo>
                  <a:cubicBezTo>
                    <a:pt x="517" y="1019"/>
                    <a:pt x="413" y="1071"/>
                    <a:pt x="310" y="1174"/>
                  </a:cubicBezTo>
                  <a:cubicBezTo>
                    <a:pt x="155" y="1277"/>
                    <a:pt x="1" y="1535"/>
                    <a:pt x="1" y="1741"/>
                  </a:cubicBezTo>
                  <a:cubicBezTo>
                    <a:pt x="1" y="1793"/>
                    <a:pt x="1" y="1845"/>
                    <a:pt x="52" y="1896"/>
                  </a:cubicBezTo>
                  <a:cubicBezTo>
                    <a:pt x="13" y="2093"/>
                    <a:pt x="153" y="2259"/>
                    <a:pt x="336" y="2259"/>
                  </a:cubicBezTo>
                  <a:cubicBezTo>
                    <a:pt x="393" y="2259"/>
                    <a:pt x="455" y="2243"/>
                    <a:pt x="517" y="2206"/>
                  </a:cubicBezTo>
                  <a:cubicBezTo>
                    <a:pt x="671" y="2103"/>
                    <a:pt x="826" y="1999"/>
                    <a:pt x="929" y="1845"/>
                  </a:cubicBezTo>
                  <a:cubicBezTo>
                    <a:pt x="1084" y="1741"/>
                    <a:pt x="1187" y="1638"/>
                    <a:pt x="1342" y="1535"/>
                  </a:cubicBezTo>
                  <a:cubicBezTo>
                    <a:pt x="1600" y="1277"/>
                    <a:pt x="1806" y="968"/>
                    <a:pt x="2013" y="761"/>
                  </a:cubicBezTo>
                  <a:cubicBezTo>
                    <a:pt x="2064" y="658"/>
                    <a:pt x="2064" y="606"/>
                    <a:pt x="2064" y="503"/>
                  </a:cubicBezTo>
                  <a:cubicBezTo>
                    <a:pt x="2116" y="452"/>
                    <a:pt x="2167" y="400"/>
                    <a:pt x="2219" y="349"/>
                  </a:cubicBezTo>
                  <a:cubicBezTo>
                    <a:pt x="2322" y="297"/>
                    <a:pt x="2322" y="142"/>
                    <a:pt x="2271" y="39"/>
                  </a:cubicBezTo>
                  <a:cubicBezTo>
                    <a:pt x="2219" y="13"/>
                    <a:pt x="2154" y="0"/>
                    <a:pt x="2096"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4" name="Google Shape;336;p15">
              <a:extLst>
                <a:ext uri="{FF2B5EF4-FFF2-40B4-BE49-F238E27FC236}">
                  <a16:creationId xmlns:a16="http://schemas.microsoft.com/office/drawing/2014/main" id="{80456172-AF57-A4A9-7A9B-93FB7D593EDA}"/>
                </a:ext>
              </a:extLst>
            </p:cNvPr>
            <p:cNvSpPr/>
            <p:nvPr/>
          </p:nvSpPr>
          <p:spPr>
            <a:xfrm flipH="1">
              <a:off x="-1471065" y="1962732"/>
              <a:ext cx="24097" cy="71524"/>
            </a:xfrm>
            <a:custGeom>
              <a:avLst/>
              <a:gdLst/>
              <a:ahLst/>
              <a:cxnLst/>
              <a:rect l="l" t="t" r="r" b="b"/>
              <a:pathLst>
                <a:path w="1291" h="3832" extrusionOk="0">
                  <a:moveTo>
                    <a:pt x="516" y="1"/>
                  </a:moveTo>
                  <a:cubicBezTo>
                    <a:pt x="323" y="1"/>
                    <a:pt x="129" y="117"/>
                    <a:pt x="104" y="349"/>
                  </a:cubicBezTo>
                  <a:lnTo>
                    <a:pt x="104" y="452"/>
                  </a:lnTo>
                  <a:cubicBezTo>
                    <a:pt x="104" y="555"/>
                    <a:pt x="104" y="607"/>
                    <a:pt x="104" y="710"/>
                  </a:cubicBezTo>
                  <a:lnTo>
                    <a:pt x="104" y="1123"/>
                  </a:lnTo>
                  <a:lnTo>
                    <a:pt x="104" y="1897"/>
                  </a:lnTo>
                  <a:lnTo>
                    <a:pt x="104" y="2722"/>
                  </a:lnTo>
                  <a:cubicBezTo>
                    <a:pt x="104" y="2774"/>
                    <a:pt x="104" y="2877"/>
                    <a:pt x="52" y="2980"/>
                  </a:cubicBezTo>
                  <a:cubicBezTo>
                    <a:pt x="52" y="3135"/>
                    <a:pt x="0" y="3290"/>
                    <a:pt x="0" y="3444"/>
                  </a:cubicBezTo>
                  <a:cubicBezTo>
                    <a:pt x="0" y="3548"/>
                    <a:pt x="52" y="3702"/>
                    <a:pt x="207" y="3754"/>
                  </a:cubicBezTo>
                  <a:cubicBezTo>
                    <a:pt x="258" y="3806"/>
                    <a:pt x="323" y="3831"/>
                    <a:pt x="394" y="3831"/>
                  </a:cubicBezTo>
                  <a:cubicBezTo>
                    <a:pt x="465" y="3831"/>
                    <a:pt x="542" y="3806"/>
                    <a:pt x="619" y="3754"/>
                  </a:cubicBezTo>
                  <a:cubicBezTo>
                    <a:pt x="826" y="3548"/>
                    <a:pt x="981" y="3238"/>
                    <a:pt x="1032" y="2929"/>
                  </a:cubicBezTo>
                  <a:cubicBezTo>
                    <a:pt x="1084" y="2619"/>
                    <a:pt x="1135" y="2309"/>
                    <a:pt x="1135" y="2000"/>
                  </a:cubicBezTo>
                  <a:lnTo>
                    <a:pt x="1135" y="1897"/>
                  </a:lnTo>
                  <a:cubicBezTo>
                    <a:pt x="1135" y="1845"/>
                    <a:pt x="1135" y="1794"/>
                    <a:pt x="1135" y="1794"/>
                  </a:cubicBezTo>
                  <a:lnTo>
                    <a:pt x="1135" y="1587"/>
                  </a:lnTo>
                  <a:lnTo>
                    <a:pt x="1135" y="1329"/>
                  </a:lnTo>
                  <a:cubicBezTo>
                    <a:pt x="1135" y="1278"/>
                    <a:pt x="1135" y="1226"/>
                    <a:pt x="1135" y="1123"/>
                  </a:cubicBezTo>
                  <a:cubicBezTo>
                    <a:pt x="1290" y="968"/>
                    <a:pt x="1239" y="659"/>
                    <a:pt x="981" y="607"/>
                  </a:cubicBezTo>
                  <a:cubicBezTo>
                    <a:pt x="981" y="555"/>
                    <a:pt x="981" y="555"/>
                    <a:pt x="981" y="504"/>
                  </a:cubicBezTo>
                  <a:cubicBezTo>
                    <a:pt x="981" y="401"/>
                    <a:pt x="929" y="401"/>
                    <a:pt x="929" y="349"/>
                  </a:cubicBezTo>
                  <a:cubicBezTo>
                    <a:pt x="903" y="117"/>
                    <a:pt x="710" y="1"/>
                    <a:pt x="516"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5" name="Google Shape;337;p15">
              <a:extLst>
                <a:ext uri="{FF2B5EF4-FFF2-40B4-BE49-F238E27FC236}">
                  <a16:creationId xmlns:a16="http://schemas.microsoft.com/office/drawing/2014/main" id="{61E7C753-CE5D-533D-C454-4697C27C7245}"/>
                </a:ext>
              </a:extLst>
            </p:cNvPr>
            <p:cNvSpPr/>
            <p:nvPr/>
          </p:nvSpPr>
          <p:spPr>
            <a:xfrm flipH="1">
              <a:off x="-1274635" y="1714842"/>
              <a:ext cx="65495" cy="40652"/>
            </a:xfrm>
            <a:custGeom>
              <a:avLst/>
              <a:gdLst/>
              <a:ahLst/>
              <a:cxnLst/>
              <a:rect l="l" t="t" r="r" b="b"/>
              <a:pathLst>
                <a:path w="3509" h="2178" extrusionOk="0">
                  <a:moveTo>
                    <a:pt x="2939" y="1"/>
                  </a:moveTo>
                  <a:cubicBezTo>
                    <a:pt x="2905" y="1"/>
                    <a:pt x="2871" y="4"/>
                    <a:pt x="2838" y="11"/>
                  </a:cubicBezTo>
                  <a:cubicBezTo>
                    <a:pt x="2683" y="63"/>
                    <a:pt x="2528" y="166"/>
                    <a:pt x="2322" y="217"/>
                  </a:cubicBezTo>
                  <a:cubicBezTo>
                    <a:pt x="2219" y="269"/>
                    <a:pt x="2115" y="269"/>
                    <a:pt x="2012" y="320"/>
                  </a:cubicBezTo>
                  <a:cubicBezTo>
                    <a:pt x="1961" y="372"/>
                    <a:pt x="1754" y="424"/>
                    <a:pt x="1599" y="527"/>
                  </a:cubicBezTo>
                  <a:lnTo>
                    <a:pt x="1496" y="527"/>
                  </a:lnTo>
                  <a:lnTo>
                    <a:pt x="1393" y="578"/>
                  </a:lnTo>
                  <a:cubicBezTo>
                    <a:pt x="1084" y="630"/>
                    <a:pt x="774" y="785"/>
                    <a:pt x="516" y="940"/>
                  </a:cubicBezTo>
                  <a:cubicBezTo>
                    <a:pt x="258" y="940"/>
                    <a:pt x="0" y="1146"/>
                    <a:pt x="0" y="1455"/>
                  </a:cubicBezTo>
                  <a:cubicBezTo>
                    <a:pt x="0" y="1507"/>
                    <a:pt x="0" y="1559"/>
                    <a:pt x="52" y="1610"/>
                  </a:cubicBezTo>
                  <a:cubicBezTo>
                    <a:pt x="52" y="1713"/>
                    <a:pt x="52" y="1816"/>
                    <a:pt x="103" y="1868"/>
                  </a:cubicBezTo>
                  <a:cubicBezTo>
                    <a:pt x="207" y="2023"/>
                    <a:pt x="361" y="2126"/>
                    <a:pt x="568" y="2178"/>
                  </a:cubicBezTo>
                  <a:cubicBezTo>
                    <a:pt x="980" y="2126"/>
                    <a:pt x="1393" y="2023"/>
                    <a:pt x="1754" y="1816"/>
                  </a:cubicBezTo>
                  <a:cubicBezTo>
                    <a:pt x="2064" y="1662"/>
                    <a:pt x="2373" y="1507"/>
                    <a:pt x="2683" y="1352"/>
                  </a:cubicBezTo>
                  <a:cubicBezTo>
                    <a:pt x="2786" y="1249"/>
                    <a:pt x="2838" y="1197"/>
                    <a:pt x="2889" y="1094"/>
                  </a:cubicBezTo>
                  <a:lnTo>
                    <a:pt x="3250" y="888"/>
                  </a:lnTo>
                  <a:cubicBezTo>
                    <a:pt x="3457" y="785"/>
                    <a:pt x="3508" y="527"/>
                    <a:pt x="3457" y="320"/>
                  </a:cubicBezTo>
                  <a:cubicBezTo>
                    <a:pt x="3367" y="141"/>
                    <a:pt x="3161" y="1"/>
                    <a:pt x="2939"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6" name="Google Shape;338;p15">
              <a:extLst>
                <a:ext uri="{FF2B5EF4-FFF2-40B4-BE49-F238E27FC236}">
                  <a16:creationId xmlns:a16="http://schemas.microsoft.com/office/drawing/2014/main" id="{95758782-2D41-36AF-326C-C806C3DD0216}"/>
                </a:ext>
              </a:extLst>
            </p:cNvPr>
            <p:cNvSpPr/>
            <p:nvPr/>
          </p:nvSpPr>
          <p:spPr>
            <a:xfrm flipH="1">
              <a:off x="-1583709" y="1693433"/>
              <a:ext cx="50078" cy="56630"/>
            </a:xfrm>
            <a:custGeom>
              <a:avLst/>
              <a:gdLst/>
              <a:ahLst/>
              <a:cxnLst/>
              <a:rect l="l" t="t" r="r" b="b"/>
              <a:pathLst>
                <a:path w="2683" h="3034" extrusionOk="0">
                  <a:moveTo>
                    <a:pt x="2196" y="0"/>
                  </a:moveTo>
                  <a:cubicBezTo>
                    <a:pt x="2035" y="0"/>
                    <a:pt x="1875" y="92"/>
                    <a:pt x="1806" y="229"/>
                  </a:cubicBezTo>
                  <a:lnTo>
                    <a:pt x="1703" y="384"/>
                  </a:lnTo>
                  <a:lnTo>
                    <a:pt x="1600" y="539"/>
                  </a:lnTo>
                  <a:lnTo>
                    <a:pt x="1342" y="797"/>
                  </a:lnTo>
                  <a:lnTo>
                    <a:pt x="1290" y="952"/>
                  </a:lnTo>
                  <a:lnTo>
                    <a:pt x="1238" y="1003"/>
                  </a:lnTo>
                  <a:cubicBezTo>
                    <a:pt x="1135" y="1055"/>
                    <a:pt x="1032" y="1158"/>
                    <a:pt x="980" y="1261"/>
                  </a:cubicBezTo>
                  <a:cubicBezTo>
                    <a:pt x="619" y="1519"/>
                    <a:pt x="361" y="1829"/>
                    <a:pt x="155" y="2190"/>
                  </a:cubicBezTo>
                  <a:cubicBezTo>
                    <a:pt x="103" y="2241"/>
                    <a:pt x="103" y="2293"/>
                    <a:pt x="52" y="2344"/>
                  </a:cubicBezTo>
                  <a:cubicBezTo>
                    <a:pt x="0" y="2654"/>
                    <a:pt x="155" y="2963"/>
                    <a:pt x="465" y="3015"/>
                  </a:cubicBezTo>
                  <a:cubicBezTo>
                    <a:pt x="525" y="3027"/>
                    <a:pt x="584" y="3034"/>
                    <a:pt x="639" y="3034"/>
                  </a:cubicBezTo>
                  <a:cubicBezTo>
                    <a:pt x="817" y="3034"/>
                    <a:pt x="965" y="2966"/>
                    <a:pt x="1084" y="2809"/>
                  </a:cubicBezTo>
                  <a:cubicBezTo>
                    <a:pt x="1135" y="2706"/>
                    <a:pt x="1187" y="2654"/>
                    <a:pt x="1238" y="2602"/>
                  </a:cubicBezTo>
                  <a:lnTo>
                    <a:pt x="1342" y="2448"/>
                  </a:lnTo>
                  <a:cubicBezTo>
                    <a:pt x="1445" y="2344"/>
                    <a:pt x="1600" y="2190"/>
                    <a:pt x="1754" y="2035"/>
                  </a:cubicBezTo>
                  <a:cubicBezTo>
                    <a:pt x="1909" y="1829"/>
                    <a:pt x="2115" y="1622"/>
                    <a:pt x="2219" y="1364"/>
                  </a:cubicBezTo>
                  <a:cubicBezTo>
                    <a:pt x="2322" y="1158"/>
                    <a:pt x="2425" y="952"/>
                    <a:pt x="2528" y="745"/>
                  </a:cubicBezTo>
                  <a:cubicBezTo>
                    <a:pt x="2683" y="539"/>
                    <a:pt x="2631" y="229"/>
                    <a:pt x="2425" y="75"/>
                  </a:cubicBezTo>
                  <a:cubicBezTo>
                    <a:pt x="2356" y="23"/>
                    <a:pt x="2276" y="0"/>
                    <a:pt x="2196"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7" name="Google Shape;339;p15">
              <a:extLst>
                <a:ext uri="{FF2B5EF4-FFF2-40B4-BE49-F238E27FC236}">
                  <a16:creationId xmlns:a16="http://schemas.microsoft.com/office/drawing/2014/main" id="{5EE00452-8A80-B68E-C4B5-AECDE043B632}"/>
                </a:ext>
              </a:extLst>
            </p:cNvPr>
            <p:cNvSpPr/>
            <p:nvPr/>
          </p:nvSpPr>
          <p:spPr>
            <a:xfrm flipH="1">
              <a:off x="-1568310" y="1696737"/>
              <a:ext cx="989" cy="989"/>
            </a:xfrm>
            <a:custGeom>
              <a:avLst/>
              <a:gdLst/>
              <a:ahLst/>
              <a:cxnLst/>
              <a:rect l="l" t="t" r="r" b="b"/>
              <a:pathLst>
                <a:path w="53" h="53" extrusionOk="0">
                  <a:moveTo>
                    <a:pt x="1" y="52"/>
                  </a:moveTo>
                  <a:lnTo>
                    <a:pt x="1" y="52"/>
                  </a:lnTo>
                  <a:cubicBezTo>
                    <a:pt x="1" y="52"/>
                    <a:pt x="52" y="1"/>
                    <a:pt x="1" y="52"/>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8" name="Google Shape;340;p15">
              <a:extLst>
                <a:ext uri="{FF2B5EF4-FFF2-40B4-BE49-F238E27FC236}">
                  <a16:creationId xmlns:a16="http://schemas.microsoft.com/office/drawing/2014/main" id="{8E1A9D98-2879-5F9D-D6CC-26DB9F4C8321}"/>
                </a:ext>
              </a:extLst>
            </p:cNvPr>
            <p:cNvSpPr/>
            <p:nvPr/>
          </p:nvSpPr>
          <p:spPr>
            <a:xfrm flipH="1">
              <a:off x="-1554834" y="1744893"/>
              <a:ext cx="989" cy="971"/>
            </a:xfrm>
            <a:custGeom>
              <a:avLst/>
              <a:gdLst/>
              <a:ahLst/>
              <a:cxnLst/>
              <a:rect l="l" t="t" r="r" b="b"/>
              <a:pathLst>
                <a:path w="53" h="52" extrusionOk="0">
                  <a:moveTo>
                    <a:pt x="52" y="0"/>
                  </a:moveTo>
                  <a:lnTo>
                    <a:pt x="1" y="52"/>
                  </a:lnTo>
                  <a:lnTo>
                    <a:pt x="1" y="52"/>
                  </a:ln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39" name="Google Shape;341;p15">
              <a:extLst>
                <a:ext uri="{FF2B5EF4-FFF2-40B4-BE49-F238E27FC236}">
                  <a16:creationId xmlns:a16="http://schemas.microsoft.com/office/drawing/2014/main" id="{51C8A713-5E42-6785-0F5D-BD19CC511976}"/>
                </a:ext>
              </a:extLst>
            </p:cNvPr>
            <p:cNvSpPr/>
            <p:nvPr/>
          </p:nvSpPr>
          <p:spPr>
            <a:xfrm flipH="1">
              <a:off x="-1554834" y="1745845"/>
              <a:ext cx="19" cy="19"/>
            </a:xfrm>
            <a:custGeom>
              <a:avLst/>
              <a:gdLst/>
              <a:ahLst/>
              <a:cxnLst/>
              <a:rect l="l" t="t" r="r" b="b"/>
              <a:pathLst>
                <a:path w="1" h="1" extrusionOk="0">
                  <a:moveTo>
                    <a:pt x="0" y="1"/>
                  </a:moveTo>
                  <a:lnTo>
                    <a:pt x="0" y="1"/>
                  </a:ln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40" name="Google Shape;342;p15">
              <a:extLst>
                <a:ext uri="{FF2B5EF4-FFF2-40B4-BE49-F238E27FC236}">
                  <a16:creationId xmlns:a16="http://schemas.microsoft.com/office/drawing/2014/main" id="{583AC129-0250-0552-BEDE-40AB340B0A77}"/>
                </a:ext>
              </a:extLst>
            </p:cNvPr>
            <p:cNvSpPr/>
            <p:nvPr/>
          </p:nvSpPr>
          <p:spPr>
            <a:xfrm flipH="1">
              <a:off x="-1230343" y="1437947"/>
              <a:ext cx="28912" cy="46009"/>
            </a:xfrm>
            <a:custGeom>
              <a:avLst/>
              <a:gdLst/>
              <a:ahLst/>
              <a:cxnLst/>
              <a:rect l="l" t="t" r="r" b="b"/>
              <a:pathLst>
                <a:path w="1549" h="2465" extrusionOk="0">
                  <a:moveTo>
                    <a:pt x="547" y="0"/>
                  </a:moveTo>
                  <a:cubicBezTo>
                    <a:pt x="359" y="0"/>
                    <a:pt x="187" y="125"/>
                    <a:pt x="155" y="350"/>
                  </a:cubicBezTo>
                  <a:cubicBezTo>
                    <a:pt x="104" y="504"/>
                    <a:pt x="52" y="659"/>
                    <a:pt x="52" y="814"/>
                  </a:cubicBezTo>
                  <a:cubicBezTo>
                    <a:pt x="52" y="1020"/>
                    <a:pt x="52" y="1175"/>
                    <a:pt x="52" y="1381"/>
                  </a:cubicBezTo>
                  <a:cubicBezTo>
                    <a:pt x="1" y="1485"/>
                    <a:pt x="1" y="1639"/>
                    <a:pt x="52" y="1743"/>
                  </a:cubicBezTo>
                  <a:cubicBezTo>
                    <a:pt x="52" y="1846"/>
                    <a:pt x="104" y="1949"/>
                    <a:pt x="155" y="2052"/>
                  </a:cubicBezTo>
                  <a:cubicBezTo>
                    <a:pt x="207" y="2310"/>
                    <a:pt x="465" y="2465"/>
                    <a:pt x="723" y="2465"/>
                  </a:cubicBezTo>
                  <a:cubicBezTo>
                    <a:pt x="826" y="2465"/>
                    <a:pt x="929" y="2413"/>
                    <a:pt x="981" y="2310"/>
                  </a:cubicBezTo>
                  <a:cubicBezTo>
                    <a:pt x="1084" y="2310"/>
                    <a:pt x="1187" y="2258"/>
                    <a:pt x="1239" y="2155"/>
                  </a:cubicBezTo>
                  <a:cubicBezTo>
                    <a:pt x="1497" y="1846"/>
                    <a:pt x="1548" y="1433"/>
                    <a:pt x="1445" y="1020"/>
                  </a:cubicBezTo>
                  <a:cubicBezTo>
                    <a:pt x="1342" y="711"/>
                    <a:pt x="1135" y="401"/>
                    <a:pt x="878" y="143"/>
                  </a:cubicBezTo>
                  <a:cubicBezTo>
                    <a:pt x="780" y="46"/>
                    <a:pt x="661" y="0"/>
                    <a:pt x="547" y="0"/>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sp>
          <p:nvSpPr>
            <p:cNvPr id="41" name="Google Shape;343;p15">
              <a:extLst>
                <a:ext uri="{FF2B5EF4-FFF2-40B4-BE49-F238E27FC236}">
                  <a16:creationId xmlns:a16="http://schemas.microsoft.com/office/drawing/2014/main" id="{BF4E0A7B-C313-5F86-1D08-8ECEDFF9D678}"/>
                </a:ext>
              </a:extLst>
            </p:cNvPr>
            <p:cNvSpPr/>
            <p:nvPr/>
          </p:nvSpPr>
          <p:spPr>
            <a:xfrm flipH="1">
              <a:off x="-1128264" y="2650201"/>
              <a:ext cx="56816" cy="43153"/>
            </a:xfrm>
            <a:custGeom>
              <a:avLst/>
              <a:gdLst/>
              <a:ahLst/>
              <a:cxnLst/>
              <a:rect l="l" t="t" r="r" b="b"/>
              <a:pathLst>
                <a:path w="3044" h="2312" extrusionOk="0">
                  <a:moveTo>
                    <a:pt x="2475" y="1"/>
                  </a:moveTo>
                  <a:cubicBezTo>
                    <a:pt x="2408" y="1"/>
                    <a:pt x="2339" y="14"/>
                    <a:pt x="2270" y="41"/>
                  </a:cubicBezTo>
                  <a:cubicBezTo>
                    <a:pt x="2012" y="248"/>
                    <a:pt x="1806" y="402"/>
                    <a:pt x="1548" y="557"/>
                  </a:cubicBezTo>
                  <a:cubicBezTo>
                    <a:pt x="1445" y="557"/>
                    <a:pt x="1341" y="609"/>
                    <a:pt x="1238" y="660"/>
                  </a:cubicBezTo>
                  <a:cubicBezTo>
                    <a:pt x="1135" y="712"/>
                    <a:pt x="1032" y="764"/>
                    <a:pt x="929" y="867"/>
                  </a:cubicBezTo>
                  <a:cubicBezTo>
                    <a:pt x="826" y="918"/>
                    <a:pt x="722" y="970"/>
                    <a:pt x="619" y="1022"/>
                  </a:cubicBezTo>
                  <a:cubicBezTo>
                    <a:pt x="464" y="1073"/>
                    <a:pt x="413" y="1228"/>
                    <a:pt x="361" y="1383"/>
                  </a:cubicBezTo>
                  <a:cubicBezTo>
                    <a:pt x="155" y="1434"/>
                    <a:pt x="0" y="1692"/>
                    <a:pt x="103" y="1950"/>
                  </a:cubicBezTo>
                  <a:cubicBezTo>
                    <a:pt x="155" y="2156"/>
                    <a:pt x="361" y="2311"/>
                    <a:pt x="568" y="2311"/>
                  </a:cubicBezTo>
                  <a:lnTo>
                    <a:pt x="722" y="2311"/>
                  </a:lnTo>
                  <a:cubicBezTo>
                    <a:pt x="1341" y="2156"/>
                    <a:pt x="1909" y="1795"/>
                    <a:pt x="2322" y="1331"/>
                  </a:cubicBezTo>
                  <a:cubicBezTo>
                    <a:pt x="2425" y="1279"/>
                    <a:pt x="2476" y="1176"/>
                    <a:pt x="2476" y="1073"/>
                  </a:cubicBezTo>
                  <a:lnTo>
                    <a:pt x="2734" y="918"/>
                  </a:lnTo>
                  <a:cubicBezTo>
                    <a:pt x="2941" y="764"/>
                    <a:pt x="3044" y="454"/>
                    <a:pt x="2941" y="248"/>
                  </a:cubicBezTo>
                  <a:cubicBezTo>
                    <a:pt x="2827" y="97"/>
                    <a:pt x="2659" y="1"/>
                    <a:pt x="2475" y="1"/>
                  </a:cubicBezTo>
                  <a:close/>
                </a:path>
              </a:pathLst>
            </a:custGeom>
            <a:solidFill>
              <a:schemeClr val="lt2"/>
            </a:solidFill>
            <a:ln>
              <a:noFill/>
            </a:ln>
          </p:spPr>
          <p:txBody>
            <a:bodyPr spcFirstLastPara="1" wrap="square" lIns="162936" tIns="162936" rIns="162936" bIns="162936" anchor="ctr" anchorCtr="0">
              <a:noAutofit/>
            </a:bodyPr>
            <a:lstStyle/>
            <a:p>
              <a:pPr defTabSz="1629608">
                <a:defRPr/>
              </a:pPr>
              <a:endParaRPr sz="2495">
                <a:ea typeface="+mn-ea"/>
              </a:endParaRPr>
            </a:p>
          </p:txBody>
        </p:sp>
      </p:grpSp>
      <p:pic>
        <p:nvPicPr>
          <p:cNvPr id="42" name="Picture 41">
            <a:extLst>
              <a:ext uri="{FF2B5EF4-FFF2-40B4-BE49-F238E27FC236}">
                <a16:creationId xmlns:a16="http://schemas.microsoft.com/office/drawing/2014/main" id="{ECD7AB80-38B6-54C5-D686-6943C50E462D}"/>
              </a:ext>
            </a:extLst>
          </p:cNvPr>
          <p:cNvPicPr>
            <a:picLocks noChangeAspect="1"/>
          </p:cNvPicPr>
          <p:nvPr/>
        </p:nvPicPr>
        <p:blipFill rotWithShape="1">
          <a:blip r:embed="rId3">
            <a:extLst>
              <a:ext uri="{28A0092B-C50C-407E-A947-70E740481C1C}">
                <a14:useLocalDpi xmlns:a14="http://schemas.microsoft.com/office/drawing/2010/main" val="0"/>
              </a:ext>
            </a:extLst>
          </a:blip>
          <a:srcRect t="11920" b="14456"/>
          <a:stretch/>
        </p:blipFill>
        <p:spPr>
          <a:xfrm>
            <a:off x="8880521" y="100785"/>
            <a:ext cx="3047368" cy="1233977"/>
          </a:xfrm>
          <a:prstGeom prst="rect">
            <a:avLst/>
          </a:prstGeom>
        </p:spPr>
      </p:pic>
      <p:sp>
        <p:nvSpPr>
          <p:cNvPr id="43" name="Tiêu đề 1">
            <a:extLst>
              <a:ext uri="{FF2B5EF4-FFF2-40B4-BE49-F238E27FC236}">
                <a16:creationId xmlns:a16="http://schemas.microsoft.com/office/drawing/2014/main" id="{6CBD1232-3BFD-1B03-1928-8A7505B3A2F4}"/>
              </a:ext>
            </a:extLst>
          </p:cNvPr>
          <p:cNvSpPr txBox="1">
            <a:spLocks/>
          </p:cNvSpPr>
          <p:nvPr/>
        </p:nvSpPr>
        <p:spPr>
          <a:xfrm>
            <a:off x="2695746" y="1334836"/>
            <a:ext cx="9568455" cy="4796266"/>
          </a:xfrm>
          <a:prstGeom prst="rect">
            <a:avLst/>
          </a:prstGeom>
        </p:spPr>
        <p:txBody>
          <a:bodyPr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buClrTx/>
              <a:defRPr/>
            </a:pPr>
            <a:r>
              <a:rPr lang="ja-JP" altLang="en-US" sz="8688" dirty="0">
                <a:solidFill>
                  <a:srgbClr val="0070C0"/>
                </a:solidFill>
                <a:latin typeface="HGPSoeiKakupoptai" panose="040B0A00000000000000" pitchFamily="82" charset="-128"/>
                <a:ea typeface="HGPSoeiKakupoptai" panose="040B0A00000000000000" pitchFamily="82" charset="-128"/>
              </a:rPr>
              <a:t>できる日本語中級</a:t>
            </a:r>
            <a:endParaRPr lang="en-US" altLang="ja-JP" sz="8688" dirty="0">
              <a:solidFill>
                <a:srgbClr val="0070C0"/>
              </a:solidFill>
              <a:latin typeface="HGPSoeiKakupoptai" panose="040B0A00000000000000" pitchFamily="82" charset="-128"/>
              <a:ea typeface="HGPSoeiKakupoptai" panose="040B0A00000000000000" pitchFamily="82" charset="-128"/>
            </a:endParaRPr>
          </a:p>
          <a:p>
            <a:pPr>
              <a:lnSpc>
                <a:spcPct val="150000"/>
              </a:lnSpc>
              <a:buClrTx/>
              <a:defRPr/>
            </a:pPr>
            <a:r>
              <a:rPr lang="ja-JP" altLang="en-US" sz="8688" dirty="0">
                <a:solidFill>
                  <a:srgbClr val="0070C0"/>
                </a:solidFill>
                <a:latin typeface="HGPSoeiKakupoptai" panose="040B0A00000000000000" pitchFamily="82" charset="-128"/>
                <a:ea typeface="HGPSoeiKakupoptai" panose="040B0A00000000000000" pitchFamily="82" charset="-128"/>
              </a:rPr>
              <a:t>ＪＰＤ３</a:t>
            </a:r>
            <a:r>
              <a:rPr lang="en-US" altLang="ja-JP" sz="8688" dirty="0">
                <a:solidFill>
                  <a:srgbClr val="0070C0"/>
                </a:solidFill>
                <a:latin typeface="HGPSoeiKakupoptai" panose="040B0A00000000000000" pitchFamily="82" charset="-128"/>
                <a:ea typeface="HGPSoeiKakupoptai" panose="040B0A00000000000000" pitchFamily="82" charset="-128"/>
              </a:rPr>
              <a:t>2</a:t>
            </a:r>
            <a:r>
              <a:rPr lang="ja-JP" altLang="en-US" sz="8688" dirty="0">
                <a:solidFill>
                  <a:srgbClr val="0070C0"/>
                </a:solidFill>
                <a:latin typeface="HGPSoeiKakupoptai" panose="040B0A00000000000000" pitchFamily="82" charset="-128"/>
                <a:ea typeface="HGPSoeiKakupoptai" panose="040B0A00000000000000" pitchFamily="82" charset="-128"/>
              </a:rPr>
              <a:t>６</a:t>
            </a:r>
            <a:endParaRPr lang="en-US" sz="10694" dirty="0">
              <a:solidFill>
                <a:srgbClr val="0070C0"/>
              </a:solidFill>
              <a:latin typeface="HGPSoeiKakupoptai" panose="040B0A00000000000000" pitchFamily="82" charset="-128"/>
              <a:ea typeface="HGPSoeiKakupoptai" panose="040B0A00000000000000" pitchFamily="82"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8C8A8-AA2C-464E-BCB0-5471FE48D25F}"/>
              </a:ext>
            </a:extLst>
          </p:cNvPr>
          <p:cNvSpPr>
            <a:spLocks noGrp="1"/>
          </p:cNvSpPr>
          <p:nvPr>
            <p:ph type="title"/>
          </p:nvPr>
        </p:nvSpPr>
        <p:spPr/>
        <p:txBody>
          <a:bodyPr/>
          <a:lstStyle/>
          <a:p>
            <a:pPr>
              <a:defRPr/>
            </a:pPr>
            <a:r>
              <a:rPr lang="en-US" b="1" dirty="0" err="1"/>
              <a:t>NỘI</a:t>
            </a:r>
            <a:r>
              <a:rPr lang="en-US" b="1" dirty="0"/>
              <a:t> </a:t>
            </a:r>
            <a:r>
              <a:rPr lang="en-US" b="1" dirty="0" err="1"/>
              <a:t>QUY</a:t>
            </a:r>
            <a:r>
              <a:rPr lang="en-US" b="1" dirty="0"/>
              <a:t> </a:t>
            </a:r>
            <a:r>
              <a:rPr lang="en-US" b="1" dirty="0" err="1"/>
              <a:t>LỚP</a:t>
            </a:r>
            <a:r>
              <a:rPr lang="en-US" b="1" dirty="0"/>
              <a:t> </a:t>
            </a:r>
            <a:r>
              <a:rPr lang="en-US" b="1" dirty="0" err="1"/>
              <a:t>HỌC</a:t>
            </a:r>
            <a:endParaRPr lang="en-US" b="1" dirty="0"/>
          </a:p>
        </p:txBody>
      </p:sp>
      <p:sp>
        <p:nvSpPr>
          <p:cNvPr id="3" name="Content Placeholder 2">
            <a:extLst>
              <a:ext uri="{FF2B5EF4-FFF2-40B4-BE49-F238E27FC236}">
                <a16:creationId xmlns:a16="http://schemas.microsoft.com/office/drawing/2014/main" id="{D2757202-1A3D-4ED2-90CA-221D847B9BDF}"/>
              </a:ext>
            </a:extLst>
          </p:cNvPr>
          <p:cNvSpPr>
            <a:spLocks noGrp="1"/>
          </p:cNvSpPr>
          <p:nvPr>
            <p:ph sz="quarter" idx="1"/>
          </p:nvPr>
        </p:nvSpPr>
        <p:spPr>
          <a:xfrm>
            <a:off x="523875" y="1527175"/>
            <a:ext cx="9805988" cy="4572000"/>
          </a:xfrm>
        </p:spPr>
        <p:txBody>
          <a:bodyPr/>
          <a:lstStyle/>
          <a:p>
            <a:r>
              <a:rPr lang="en-US" altLang="en-US" sz="3600" b="1" dirty="0" err="1">
                <a:latin typeface="Times New Roman" panose="02020603050405020304" pitchFamily="18" charset="0"/>
                <a:cs typeface="Times New Roman" panose="02020603050405020304" pitchFamily="18" charset="0"/>
              </a:rPr>
              <a:t>Điểm</a:t>
            </a:r>
            <a:r>
              <a:rPr lang="en-US" altLang="en-US" sz="3600" b="1" dirty="0">
                <a:latin typeface="Times New Roman" panose="02020603050405020304" pitchFamily="18" charset="0"/>
                <a:cs typeface="Times New Roman" panose="02020603050405020304" pitchFamily="18" charset="0"/>
              </a:rPr>
              <a:t> </a:t>
            </a:r>
            <a:r>
              <a:rPr lang="en-US" altLang="en-US" sz="3600" b="1" dirty="0" err="1">
                <a:latin typeface="Times New Roman" panose="02020603050405020304" pitchFamily="18" charset="0"/>
                <a:cs typeface="Times New Roman" panose="02020603050405020304" pitchFamily="18" charset="0"/>
              </a:rPr>
              <a:t>danh</a:t>
            </a:r>
            <a:r>
              <a:rPr lang="en-US" altLang="en-US" sz="3600" b="1"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sau</a:t>
            </a:r>
            <a:r>
              <a:rPr lang="en-US" altLang="en-US" sz="3600" dirty="0">
                <a:latin typeface="Times New Roman" panose="02020603050405020304" pitchFamily="18" charset="0"/>
                <a:cs typeface="Times New Roman" panose="02020603050405020304" pitchFamily="18" charset="0"/>
              </a:rPr>
              <a:t> 10 </a:t>
            </a:r>
            <a:r>
              <a:rPr lang="en-US" altLang="en-US" sz="3600" dirty="0" err="1">
                <a:latin typeface="Times New Roman" panose="02020603050405020304" pitchFamily="18" charset="0"/>
                <a:cs typeface="Times New Roman" panose="02020603050405020304" pitchFamily="18" charset="0"/>
              </a:rPr>
              <a:t>phút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vào</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học</a:t>
            </a:r>
            <a:r>
              <a:rPr lang="en-US" altLang="en-US" sz="3600" dirty="0">
                <a:latin typeface="Times New Roman" panose="02020603050405020304" pitchFamily="18" charset="0"/>
                <a:cs typeface="Times New Roman" panose="02020603050405020304" pitchFamily="18" charset="0"/>
              </a:rPr>
              <a:t>. </a:t>
            </a:r>
          </a:p>
          <a:p>
            <a:r>
              <a:rPr lang="en-US" altLang="en-US" sz="3600" dirty="0" err="1">
                <a:latin typeface="Times New Roman" panose="02020603050405020304" pitchFamily="18" charset="0"/>
                <a:cs typeface="Times New Roman" panose="02020603050405020304" pitchFamily="18" charset="0"/>
              </a:rPr>
              <a:t>Đi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muộn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từ</a:t>
            </a:r>
            <a:r>
              <a:rPr lang="en-US" altLang="en-US" sz="3600" dirty="0">
                <a:latin typeface="Times New Roman" panose="02020603050405020304" pitchFamily="18" charset="0"/>
                <a:cs typeface="Times New Roman" panose="02020603050405020304" pitchFamily="18" charset="0"/>
              </a:rPr>
              <a:t> 10-15 </a:t>
            </a:r>
            <a:r>
              <a:rPr lang="en-US" altLang="en-US" sz="3600" dirty="0" err="1">
                <a:latin typeface="Times New Roman" panose="02020603050405020304" pitchFamily="18" charset="0"/>
                <a:cs typeface="Times New Roman" panose="02020603050405020304" pitchFamily="18" charset="0"/>
              </a:rPr>
              <a:t>phút</a:t>
            </a:r>
            <a:r>
              <a:rPr lang="en-US" altLang="en-US" sz="3600" dirty="0">
                <a:latin typeface="Times New Roman" panose="02020603050405020304" pitchFamily="18" charset="0"/>
                <a:cs typeface="Times New Roman" panose="02020603050405020304" pitchFamily="18" charset="0"/>
              </a:rPr>
              <a:t>: -0.5đ </a:t>
            </a:r>
            <a:r>
              <a:rPr lang="en-US" altLang="en-US" sz="3600" dirty="0" err="1">
                <a:latin typeface="Times New Roman" panose="02020603050405020304" pitchFamily="18" charset="0"/>
                <a:cs typeface="Times New Roman" panose="02020603050405020304" pitchFamily="18" charset="0"/>
              </a:rPr>
              <a:t>chuyên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cần</a:t>
            </a:r>
            <a:r>
              <a:rPr lang="en-US" altLang="en-US" sz="3600" dirty="0">
                <a:latin typeface="Times New Roman" panose="02020603050405020304" pitchFamily="18" charset="0"/>
                <a:cs typeface="Times New Roman" panose="02020603050405020304" pitchFamily="18" charset="0"/>
              </a:rPr>
              <a:t> (PA)</a:t>
            </a:r>
          </a:p>
          <a:p>
            <a:r>
              <a:rPr lang="en-US" altLang="en-US" sz="3600" dirty="0" err="1">
                <a:latin typeface="Times New Roman" panose="02020603050405020304" pitchFamily="18" charset="0"/>
                <a:cs typeface="Times New Roman" panose="02020603050405020304" pitchFamily="18" charset="0"/>
              </a:rPr>
              <a:t>Đi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muộn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sau</a:t>
            </a:r>
            <a:r>
              <a:rPr lang="en-US" altLang="en-US" sz="3600" dirty="0">
                <a:latin typeface="Times New Roman" panose="02020603050405020304" pitchFamily="18" charset="0"/>
                <a:cs typeface="Times New Roman" panose="02020603050405020304" pitchFamily="18" charset="0"/>
              </a:rPr>
              <a:t> 15 </a:t>
            </a:r>
            <a:r>
              <a:rPr lang="en-US" altLang="en-US" sz="3600" dirty="0" err="1">
                <a:latin typeface="Times New Roman" panose="02020603050405020304" pitchFamily="18" charset="0"/>
                <a:cs typeface="Times New Roman" panose="02020603050405020304" pitchFamily="18" charset="0"/>
              </a:rPr>
              <a:t>phút</a:t>
            </a:r>
            <a:r>
              <a:rPr lang="en-US" altLang="en-US" sz="3600" dirty="0">
                <a:latin typeface="Times New Roman" panose="02020603050405020304" pitchFamily="18" charset="0"/>
                <a:cs typeface="Times New Roman" panose="02020603050405020304" pitchFamily="18" charset="0"/>
              </a:rPr>
              <a:t> = absent</a:t>
            </a:r>
          </a:p>
          <a:p>
            <a:r>
              <a:rPr lang="en-US" altLang="en-US" sz="3600" b="1" dirty="0" err="1">
                <a:latin typeface="Times New Roman" panose="02020603050405020304" pitchFamily="18" charset="0"/>
                <a:cs typeface="Times New Roman" panose="02020603050405020304" pitchFamily="18" charset="0"/>
              </a:rPr>
              <a:t>Điểm</a:t>
            </a:r>
            <a:r>
              <a:rPr lang="en-US" altLang="en-US" sz="3600" b="1" dirty="0">
                <a:latin typeface="Times New Roman" panose="02020603050405020304" pitchFamily="18" charset="0"/>
                <a:cs typeface="Times New Roman" panose="02020603050405020304" pitchFamily="18" charset="0"/>
              </a:rPr>
              <a:t> </a:t>
            </a:r>
            <a:r>
              <a:rPr lang="en-US" altLang="en-US" sz="3600" b="1" dirty="0" err="1">
                <a:latin typeface="Times New Roman" panose="02020603050405020304" pitchFamily="18" charset="0"/>
                <a:cs typeface="Times New Roman" panose="02020603050405020304" pitchFamily="18" charset="0"/>
              </a:rPr>
              <a:t>cộng</a:t>
            </a:r>
            <a:r>
              <a:rPr lang="en-US" altLang="en-US" sz="3600" b="1"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Mỗi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lần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phát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biểu</a:t>
            </a:r>
            <a:r>
              <a:rPr lang="en-US" altLang="en-US" sz="3600" dirty="0">
                <a:latin typeface="Times New Roman" panose="02020603050405020304" pitchFamily="18" charset="0"/>
                <a:cs typeface="Times New Roman" panose="02020603050405020304" pitchFamily="18" charset="0"/>
              </a:rPr>
              <a:t> +0.1</a:t>
            </a:r>
          </a:p>
          <a:p>
            <a:r>
              <a:rPr lang="en-US" altLang="en-US" sz="3600" dirty="0" err="1">
                <a:latin typeface="Times New Roman" panose="02020603050405020304" pitchFamily="18" charset="0"/>
                <a:cs typeface="Times New Roman" panose="02020603050405020304" pitchFamily="18" charset="0"/>
              </a:rPr>
              <a:t>Điểm</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cộng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chỉ</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cộng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vào</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bài</a:t>
            </a:r>
            <a:r>
              <a:rPr lang="en-US" altLang="en-US" sz="3600" dirty="0">
                <a:latin typeface="Times New Roman" panose="02020603050405020304" pitchFamily="18" charset="0"/>
                <a:cs typeface="Times New Roman" panose="02020603050405020304" pitchFamily="18" charset="0"/>
              </a:rPr>
              <a:t> mini test/PA.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7390-E809-4098-BD66-3CB89D392D67}"/>
              </a:ext>
            </a:extLst>
          </p:cNvPr>
          <p:cNvSpPr>
            <a:spLocks noGrp="1"/>
          </p:cNvSpPr>
          <p:nvPr>
            <p:ph type="title"/>
          </p:nvPr>
        </p:nvSpPr>
        <p:spPr>
          <a:xfrm>
            <a:off x="1822450" y="109539"/>
            <a:ext cx="8534400" cy="758825"/>
          </a:xfrm>
        </p:spPr>
        <p:txBody>
          <a:bodyPr/>
          <a:lstStyle/>
          <a:p>
            <a:pPr>
              <a:defRPr/>
            </a:pPr>
            <a:r>
              <a:rPr lang="en-US" sz="4000" b="1" dirty="0" err="1">
                <a:latin typeface="Times New Roman" panose="02020603050405020304" pitchFamily="18" charset="0"/>
                <a:cs typeface="Times New Roman" panose="02020603050405020304" pitchFamily="18" charset="0"/>
              </a:rPr>
              <a:t>Đánh</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giá</a:t>
            </a:r>
            <a:endParaRPr lang="en-US" sz="4000" b="1" dirty="0">
              <a:latin typeface="Times New Roman" panose="02020603050405020304" pitchFamily="18" charset="0"/>
              <a:cs typeface="Times New Roman" panose="02020603050405020304" pitchFamily="18" charset="0"/>
            </a:endParaRPr>
          </a:p>
        </p:txBody>
      </p:sp>
      <p:sp>
        <p:nvSpPr>
          <p:cNvPr id="18435" name="Content Placeholder 2">
            <a:extLst>
              <a:ext uri="{FF2B5EF4-FFF2-40B4-BE49-F238E27FC236}">
                <a16:creationId xmlns:a16="http://schemas.microsoft.com/office/drawing/2014/main" id="{A4FE813D-6547-4003-AD1C-525CF760C128}"/>
              </a:ext>
            </a:extLst>
          </p:cNvPr>
          <p:cNvSpPr>
            <a:spLocks noGrp="1"/>
          </p:cNvSpPr>
          <p:nvPr>
            <p:ph sz="quarter" idx="1"/>
          </p:nvPr>
        </p:nvSpPr>
        <p:spPr>
          <a:xfrm>
            <a:off x="504825" y="838200"/>
            <a:ext cx="11258550" cy="4572000"/>
          </a:xfrm>
        </p:spPr>
        <p:txBody>
          <a:bodyPr/>
          <a:lstStyle/>
          <a:p>
            <a:pPr marL="0" indent="0">
              <a:buNone/>
              <a:defRPr/>
            </a:pPr>
            <a:r>
              <a:rPr lang="vi-VN" altLang="en-US" b="1" dirty="0">
                <a:cs typeface="Times New Roman" panose="02020603050405020304" pitchFamily="18" charset="0"/>
              </a:rPr>
              <a:t>Môn học có </a:t>
            </a:r>
            <a:r>
              <a:rPr lang="en-US" altLang="en-US" b="1" dirty="0">
                <a:latin typeface="Times New Roman" panose="02020603050405020304" pitchFamily="18" charset="0"/>
                <a:cs typeface="Times New Roman" panose="02020603050405020304" pitchFamily="18" charset="0"/>
              </a:rPr>
              <a:t>3</a:t>
            </a:r>
            <a:r>
              <a:rPr lang="vi-VN" altLang="en-US" b="1" dirty="0">
                <a:cs typeface="Times New Roman" panose="02020603050405020304" pitchFamily="18" charset="0"/>
              </a:rPr>
              <a:t> thành phần điểm:</a:t>
            </a:r>
            <a:endParaRPr lang="en-US" altLang="en-US" b="1" dirty="0">
              <a:cs typeface="Times New Roman" panose="02020603050405020304" pitchFamily="18" charset="0"/>
            </a:endParaRPr>
          </a:p>
          <a:p>
            <a:pPr marL="0" indent="0">
              <a:buNone/>
              <a:defRPr/>
            </a:pPr>
            <a:r>
              <a:rPr lang="en-US" altLang="en-US" b="1" dirty="0">
                <a:latin typeface="Times New Roman" panose="02020603050405020304" pitchFamily="18" charset="0"/>
                <a:cs typeface="Times New Roman" panose="02020603050405020304" pitchFamily="18" charset="0"/>
              </a:rPr>
              <a:t>1. </a:t>
            </a:r>
            <a:r>
              <a:rPr lang="vi-VN" altLang="en-US" b="1" dirty="0">
                <a:latin typeface="Times New Roman" panose="02020603050405020304" pitchFamily="18" charset="0"/>
                <a:cs typeface="Times New Roman" panose="02020603050405020304" pitchFamily="18" charset="0"/>
              </a:rPr>
              <a:t>Điểm</a:t>
            </a:r>
            <a:r>
              <a:rPr lang="en-US" altLang="en-US" b="1" dirty="0">
                <a:latin typeface="Times New Roman" panose="02020603050405020304" pitchFamily="18" charset="0"/>
                <a:cs typeface="Times New Roman" panose="02020603050405020304" pitchFamily="18" charset="0"/>
              </a:rPr>
              <a:t> PA</a:t>
            </a:r>
            <a:r>
              <a:rPr lang="vi-VN" altLang="en-US" b="1"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15</a:t>
            </a:r>
            <a:r>
              <a:rPr lang="vi-VN" altLang="en-US" b="1" dirty="0">
                <a:latin typeface="Times New Roman" panose="02020603050405020304" pitchFamily="18" charset="0"/>
                <a:cs typeface="Times New Roman" panose="02020603050405020304" pitchFamily="18" charset="0"/>
              </a:rPr>
              <a:t>% </a:t>
            </a:r>
            <a:endParaRPr lang="en-US" alt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defRPr/>
            </a:pPr>
            <a:r>
              <a:rPr lang="en-US" altLang="en-US" b="1" dirty="0" err="1">
                <a:solidFill>
                  <a:srgbClr val="FF0000"/>
                </a:solidFill>
                <a:latin typeface="Times New Roman" panose="02020603050405020304" pitchFamily="18" charset="0"/>
                <a:cs typeface="Times New Roman" panose="02020603050405020304" pitchFamily="18" charset="0"/>
              </a:rPr>
              <a:t>Tham</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gia</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giờ</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học</a:t>
            </a:r>
            <a:r>
              <a:rPr lang="en-US" altLang="en-US" b="1" dirty="0">
                <a:solidFill>
                  <a:srgbClr val="FF0000"/>
                </a:solidFill>
                <a:latin typeface="Times New Roman" panose="02020603050405020304" pitchFamily="18" charset="0"/>
                <a:cs typeface="Times New Roman" panose="02020603050405020304" pitchFamily="18" charset="0"/>
              </a:rPr>
              <a:t>: 5% (</a:t>
            </a:r>
            <a:r>
              <a:rPr lang="en-US" altLang="en-US" b="1" dirty="0" err="1">
                <a:solidFill>
                  <a:srgbClr val="FF0000"/>
                </a:solidFill>
                <a:latin typeface="Times New Roman" panose="02020603050405020304" pitchFamily="18" charset="0"/>
                <a:cs typeface="Times New Roman" panose="02020603050405020304" pitchFamily="18" charset="0"/>
              </a:rPr>
              <a:t>nghỉ</a:t>
            </a:r>
            <a:r>
              <a:rPr lang="en-US" altLang="en-US" b="1" dirty="0">
                <a:solidFill>
                  <a:srgbClr val="FF0000"/>
                </a:solidFill>
                <a:latin typeface="Times New Roman" panose="02020603050405020304" pitchFamily="18" charset="0"/>
                <a:cs typeface="Times New Roman" panose="02020603050405020304" pitchFamily="18" charset="0"/>
              </a:rPr>
              <a:t> 1 slot -1đ)</a:t>
            </a:r>
          </a:p>
          <a:p>
            <a:pPr>
              <a:buFont typeface="Wingdings" panose="05000000000000000000" pitchFamily="2" charset="2"/>
              <a:buChar char="Ø"/>
              <a:defRPr/>
            </a:pPr>
            <a:r>
              <a:rPr lang="en-US" altLang="en-US" b="1" dirty="0" err="1">
                <a:solidFill>
                  <a:srgbClr val="FF0000"/>
                </a:solidFill>
                <a:latin typeface="Times New Roman" panose="02020603050405020304" pitchFamily="18" charset="0"/>
                <a:cs typeface="Times New Roman" panose="02020603050405020304" pitchFamily="18" charset="0"/>
              </a:rPr>
              <a:t>Bài</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tập</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Thái</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độ</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học</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tập</a:t>
            </a:r>
            <a:r>
              <a:rPr lang="en-US" altLang="en-US" b="1" dirty="0">
                <a:solidFill>
                  <a:srgbClr val="FF0000"/>
                </a:solidFill>
                <a:latin typeface="Times New Roman" panose="02020603050405020304" pitchFamily="18" charset="0"/>
                <a:cs typeface="Times New Roman" panose="02020603050405020304" pitchFamily="18" charset="0"/>
              </a:rPr>
              <a:t> + </a:t>
            </a:r>
            <a:r>
              <a:rPr lang="en-US" altLang="en-US" b="1" dirty="0" err="1">
                <a:solidFill>
                  <a:srgbClr val="FF0000"/>
                </a:solidFill>
                <a:latin typeface="Times New Roman" panose="02020603050405020304" pitchFamily="18" charset="0"/>
                <a:cs typeface="Times New Roman" panose="02020603050405020304" pitchFamily="18" charset="0"/>
              </a:rPr>
              <a:t>làm</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bài</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tập</a:t>
            </a:r>
            <a:r>
              <a:rPr lang="en-US" altLang="en-US" b="1" dirty="0">
                <a:solidFill>
                  <a:srgbClr val="FF0000"/>
                </a:solidFill>
                <a:latin typeface="Times New Roman" panose="02020603050405020304" pitchFamily="18" charset="0"/>
                <a:cs typeface="Times New Roman" panose="02020603050405020304" pitchFamily="18" charset="0"/>
              </a:rPr>
              <a:t> 10%</a:t>
            </a:r>
          </a:p>
          <a:p>
            <a:pPr>
              <a:buFont typeface="Wingdings" panose="05000000000000000000" pitchFamily="2" charset="2"/>
              <a:buChar char="Ø"/>
              <a:defRPr/>
            </a:pPr>
            <a:r>
              <a:rPr lang="en-US" altLang="en-US" b="1" dirty="0" err="1">
                <a:solidFill>
                  <a:srgbClr val="FF0000"/>
                </a:solidFill>
                <a:latin typeface="Times New Roman" panose="02020603050405020304" pitchFamily="18" charset="0"/>
                <a:cs typeface="Times New Roman" panose="02020603050405020304" pitchFamily="18" charset="0"/>
              </a:rPr>
              <a:t>Thái</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độ</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học</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tập</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không</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tốt</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làm</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việc</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riêng</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không</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tham</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gia</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vào</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giờ</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học</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tùy</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vào</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mức</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độ</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sẽ</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trừ</a:t>
            </a:r>
            <a:r>
              <a:rPr lang="en-US" altLang="en-US" b="1" dirty="0">
                <a:solidFill>
                  <a:srgbClr val="FF0000"/>
                </a:solidFill>
                <a:latin typeface="Times New Roman" panose="02020603050405020304" pitchFamily="18" charset="0"/>
                <a:cs typeface="Times New Roman" panose="02020603050405020304" pitchFamily="18" charset="0"/>
              </a:rPr>
              <a:t> </a:t>
            </a:r>
            <a:r>
              <a:rPr lang="en-US" altLang="en-US" b="1" dirty="0" err="1">
                <a:solidFill>
                  <a:srgbClr val="FF0000"/>
                </a:solidFill>
                <a:latin typeface="Times New Roman" panose="02020603050405020304" pitchFamily="18" charset="0"/>
                <a:cs typeface="Times New Roman" panose="02020603050405020304" pitchFamily="18" charset="0"/>
              </a:rPr>
              <a:t>điểm</a:t>
            </a:r>
            <a:endParaRPr lang="en-US" altLang="en-US" b="1" dirty="0">
              <a:solidFill>
                <a:srgbClr val="FF0000"/>
              </a:solidFill>
              <a:latin typeface="Times New Roman" panose="02020603050405020304" pitchFamily="18" charset="0"/>
              <a:cs typeface="Times New Roman" panose="02020603050405020304" pitchFamily="18" charset="0"/>
            </a:endParaRPr>
          </a:p>
          <a:p>
            <a:pPr marL="0" indent="0">
              <a:buNone/>
              <a:defRPr/>
            </a:pPr>
            <a:r>
              <a:rPr lang="en-US" altLang="en-US" b="1" dirty="0">
                <a:latin typeface="Times New Roman" panose="02020603050405020304" pitchFamily="18" charset="0"/>
                <a:cs typeface="Times New Roman" panose="02020603050405020304" pitchFamily="18" charset="0"/>
              </a:rPr>
              <a:t>2. </a:t>
            </a:r>
            <a:r>
              <a:rPr lang="vi-VN" altLang="en-US" b="1" dirty="0">
                <a:cs typeface="Times New Roman" panose="02020603050405020304" pitchFamily="18" charset="0"/>
              </a:rPr>
              <a:t>Kiểm tra nhỏ (small test): </a:t>
            </a:r>
            <a:r>
              <a:rPr lang="en-US" altLang="en-US" b="1" dirty="0">
                <a:latin typeface="Times New Roman" panose="02020603050405020304" pitchFamily="18" charset="0"/>
                <a:cs typeface="Times New Roman" panose="02020603050405020304" pitchFamily="18" charset="0"/>
              </a:rPr>
              <a:t>35</a:t>
            </a:r>
            <a:r>
              <a:rPr lang="vi-VN" altLang="en-US" b="1" dirty="0">
                <a:cs typeface="Times New Roman" panose="02020603050405020304" pitchFamily="18" charset="0"/>
              </a:rPr>
              <a:t>%</a:t>
            </a:r>
            <a:r>
              <a:rPr lang="en-US" altLang="en-US" b="1" dirty="0">
                <a:latin typeface="Times New Roman" panose="02020603050405020304" pitchFamily="18" charset="0"/>
                <a:cs typeface="Times New Roman" panose="02020603050405020304" pitchFamily="18" charset="0"/>
              </a:rPr>
              <a:t>: 03 </a:t>
            </a:r>
            <a:r>
              <a:rPr lang="en-US" altLang="en-US" b="1" dirty="0" err="1">
                <a:latin typeface="Times New Roman" panose="02020603050405020304" pitchFamily="18" charset="0"/>
                <a:cs typeface="Times New Roman" panose="02020603050405020304" pitchFamily="18" charset="0"/>
              </a:rPr>
              <a:t>bài</a:t>
            </a:r>
            <a:r>
              <a:rPr lang="en-US" altLang="en-US" b="1" dirty="0">
                <a:latin typeface="Times New Roman" panose="02020603050405020304" pitchFamily="18" charset="0"/>
                <a:cs typeface="Times New Roman" panose="02020603050405020304" pitchFamily="18" charset="0"/>
              </a:rPr>
              <a:t> MC (20%) + 01 Speaking:15%, </a:t>
            </a:r>
          </a:p>
          <a:p>
            <a:pPr marL="0" indent="0">
              <a:buNone/>
              <a:defRPr/>
            </a:pPr>
            <a:r>
              <a:rPr lang="en-US" altLang="en-US" b="1" dirty="0">
                <a:latin typeface="Times New Roman" panose="02020603050405020304" pitchFamily="18" charset="0"/>
                <a:cs typeface="Times New Roman" panose="02020603050405020304" pitchFamily="18" charset="0"/>
              </a:rPr>
              <a:t>3. </a:t>
            </a:r>
            <a:r>
              <a:rPr lang="vi-VN" altLang="en-US" b="1" dirty="0">
                <a:cs typeface="Times New Roman" panose="02020603050405020304" pitchFamily="18" charset="0"/>
              </a:rPr>
              <a:t>Kiểm tra cuối kì: </a:t>
            </a:r>
            <a:r>
              <a:rPr lang="en-US" altLang="en-US" b="1" dirty="0">
                <a:latin typeface="Times New Roman" panose="02020603050405020304" pitchFamily="18" charset="0"/>
                <a:cs typeface="Times New Roman" panose="02020603050405020304" pitchFamily="18" charset="0"/>
              </a:rPr>
              <a:t>5</a:t>
            </a:r>
            <a:r>
              <a:rPr lang="vi-VN" altLang="en-US" b="1" dirty="0">
                <a:latin typeface="Times New Roman" panose="02020603050405020304" pitchFamily="18" charset="0"/>
                <a:cs typeface="Times New Roman" panose="02020603050405020304" pitchFamily="18" charset="0"/>
              </a:rPr>
              <a:t>0%</a:t>
            </a:r>
            <a:r>
              <a:rPr lang="en-US" altLang="en-US" b="1" dirty="0">
                <a:latin typeface="Times New Roman" panose="02020603050405020304" pitchFamily="18" charset="0"/>
                <a:cs typeface="Times New Roman" panose="02020603050405020304" pitchFamily="18" charset="0"/>
              </a:rPr>
              <a:t> (Speaking: 25%; MC:15%; Listening: 10%)</a:t>
            </a:r>
            <a:endParaRPr lang="vi-VN" altLang="en-US"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defRPr/>
            </a:pPr>
            <a:r>
              <a:rPr lang="vi-VN" altLang="en-US" b="1" dirty="0">
                <a:cs typeface="Times New Roman" panose="02020603050405020304" pitchFamily="18" charset="0"/>
              </a:rPr>
              <a:t>Điều kiện hoàn thành môn học</a:t>
            </a:r>
            <a:r>
              <a:rPr lang="en-US" altLang="en-US" b="1" dirty="0">
                <a:cs typeface="Times New Roman" panose="02020603050405020304" pitchFamily="18" charset="0"/>
              </a:rPr>
              <a:t>:</a:t>
            </a:r>
            <a:endParaRPr lang="vi-VN" altLang="en-US" b="1" dirty="0">
              <a:cs typeface="Times New Roman" panose="02020603050405020304" pitchFamily="18" charset="0"/>
            </a:endParaRPr>
          </a:p>
          <a:p>
            <a:pPr>
              <a:buFont typeface="Wingdings" panose="05000000000000000000" pitchFamily="2" charset="2"/>
              <a:buChar char="Ø"/>
              <a:defRPr/>
            </a:pPr>
            <a:r>
              <a:rPr lang="vi-VN" altLang="en-US" dirty="0">
                <a:cs typeface="Times New Roman" panose="02020603050405020304" pitchFamily="18" charset="0"/>
              </a:rPr>
              <a:t>Trung bình các đầu điểm q</a:t>
            </a:r>
            <a:r>
              <a:rPr lang="en-US" altLang="en-US" dirty="0" err="1">
                <a:cs typeface="Times New Roman" panose="02020603050405020304" pitchFamily="18" charset="0"/>
              </a:rPr>
              <a:t>uá</a:t>
            </a:r>
            <a:r>
              <a:rPr lang="vi-VN" altLang="en-US" dirty="0">
                <a:cs typeface="Times New Roman" panose="02020603050405020304" pitchFamily="18" charset="0"/>
              </a:rPr>
              <a:t> trình</a:t>
            </a:r>
            <a:r>
              <a:rPr lang="en-US" altLang="en-US" dirty="0">
                <a:cs typeface="Times New Roman" panose="02020603050405020304" pitchFamily="18" charset="0"/>
              </a:rPr>
              <a:t> &gt;</a:t>
            </a:r>
            <a:r>
              <a:rPr lang="vi-VN" altLang="en-US" dirty="0">
                <a:cs typeface="Times New Roman" panose="02020603050405020304" pitchFamily="18" charset="0"/>
              </a:rPr>
              <a:t> 0</a:t>
            </a:r>
          </a:p>
          <a:p>
            <a:pPr>
              <a:buFont typeface="Wingdings" panose="05000000000000000000" pitchFamily="2" charset="2"/>
              <a:buChar char="Ø"/>
              <a:defRPr/>
            </a:pPr>
            <a:r>
              <a:rPr lang="vi-VN" altLang="en-US" dirty="0">
                <a:cs typeface="Times New Roman" panose="02020603050405020304" pitchFamily="18" charset="0"/>
              </a:rPr>
              <a:t>Điểm trung bình đạt từ 5 trở lên</a:t>
            </a:r>
            <a:endParaRPr lang="en-US" altLang="en-US" dirty="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8435">
                                            <p:txEl>
                                              <p:pRg st="0" end="0"/>
                                            </p:txEl>
                                          </p:spTgt>
                                        </p:tgtEl>
                                        <p:attrNameLst>
                                          <p:attrName>style.visibility</p:attrName>
                                        </p:attrNameLst>
                                      </p:cBhvr>
                                      <p:to>
                                        <p:strVal val="visible"/>
                                      </p:to>
                                    </p:set>
                                    <p:animEffect transition="in" filter="fade">
                                      <p:cBhvr>
                                        <p:cTn id="14" dur="1000"/>
                                        <p:tgtEl>
                                          <p:spTgt spid="18435">
                                            <p:txEl>
                                              <p:pRg st="0" end="0"/>
                                            </p:txEl>
                                          </p:spTgt>
                                        </p:tgtEl>
                                      </p:cBhvr>
                                    </p:animEffect>
                                    <p:anim calcmode="lin" valueType="num">
                                      <p:cBhvr>
                                        <p:cTn id="15" dur="10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84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8435">
                                            <p:txEl>
                                              <p:pRg st="1" end="1"/>
                                            </p:txEl>
                                          </p:spTgt>
                                        </p:tgtEl>
                                        <p:attrNameLst>
                                          <p:attrName>style.visibility</p:attrName>
                                        </p:attrNameLst>
                                      </p:cBhvr>
                                      <p:to>
                                        <p:strVal val="visible"/>
                                      </p:to>
                                    </p:set>
                                    <p:animEffect transition="in" filter="fade">
                                      <p:cBhvr>
                                        <p:cTn id="21" dur="1000"/>
                                        <p:tgtEl>
                                          <p:spTgt spid="18435">
                                            <p:txEl>
                                              <p:pRg st="1" end="1"/>
                                            </p:txEl>
                                          </p:spTgt>
                                        </p:tgtEl>
                                      </p:cBhvr>
                                    </p:animEffect>
                                    <p:anim calcmode="lin" valueType="num">
                                      <p:cBhvr>
                                        <p:cTn id="22" dur="10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84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8435">
                                            <p:txEl>
                                              <p:pRg st="2" end="2"/>
                                            </p:txEl>
                                          </p:spTgt>
                                        </p:tgtEl>
                                        <p:attrNameLst>
                                          <p:attrName>style.visibility</p:attrName>
                                        </p:attrNameLst>
                                      </p:cBhvr>
                                      <p:to>
                                        <p:strVal val="visible"/>
                                      </p:to>
                                    </p:set>
                                    <p:animEffect transition="in" filter="fade">
                                      <p:cBhvr>
                                        <p:cTn id="28" dur="1000"/>
                                        <p:tgtEl>
                                          <p:spTgt spid="18435">
                                            <p:txEl>
                                              <p:pRg st="2" end="2"/>
                                            </p:txEl>
                                          </p:spTgt>
                                        </p:tgtEl>
                                      </p:cBhvr>
                                    </p:animEffect>
                                    <p:anim calcmode="lin" valueType="num">
                                      <p:cBhvr>
                                        <p:cTn id="29" dur="10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84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435">
                                            <p:txEl>
                                              <p:pRg st="3" end="3"/>
                                            </p:txEl>
                                          </p:spTgt>
                                        </p:tgtEl>
                                        <p:attrNameLst>
                                          <p:attrName>style.visibility</p:attrName>
                                        </p:attrNameLst>
                                      </p:cBhvr>
                                      <p:to>
                                        <p:strVal val="visible"/>
                                      </p:to>
                                    </p:set>
                                    <p:animEffect transition="in" filter="fade">
                                      <p:cBhvr>
                                        <p:cTn id="35" dur="1000"/>
                                        <p:tgtEl>
                                          <p:spTgt spid="18435">
                                            <p:txEl>
                                              <p:pRg st="3" end="3"/>
                                            </p:txEl>
                                          </p:spTgt>
                                        </p:tgtEl>
                                      </p:cBhvr>
                                    </p:animEffect>
                                    <p:anim calcmode="lin" valueType="num">
                                      <p:cBhvr>
                                        <p:cTn id="36" dur="10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843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435">
                                            <p:txEl>
                                              <p:pRg st="4" end="4"/>
                                            </p:txEl>
                                          </p:spTgt>
                                        </p:tgtEl>
                                        <p:attrNameLst>
                                          <p:attrName>style.visibility</p:attrName>
                                        </p:attrNameLst>
                                      </p:cBhvr>
                                      <p:to>
                                        <p:strVal val="visible"/>
                                      </p:to>
                                    </p:set>
                                    <p:animEffect transition="in" filter="fade">
                                      <p:cBhvr>
                                        <p:cTn id="42" dur="1000"/>
                                        <p:tgtEl>
                                          <p:spTgt spid="18435">
                                            <p:txEl>
                                              <p:pRg st="4" end="4"/>
                                            </p:txEl>
                                          </p:spTgt>
                                        </p:tgtEl>
                                      </p:cBhvr>
                                    </p:animEffect>
                                    <p:anim calcmode="lin" valueType="num">
                                      <p:cBhvr>
                                        <p:cTn id="43" dur="10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843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nodeType="clickEffect">
                                  <p:stCondLst>
                                    <p:cond delay="0"/>
                                  </p:stCondLst>
                                  <p:childTnLst>
                                    <p:set>
                                      <p:cBhvr>
                                        <p:cTn id="48" dur="1" fill="hold">
                                          <p:stCondLst>
                                            <p:cond delay="0"/>
                                          </p:stCondLst>
                                        </p:cTn>
                                        <p:tgtEl>
                                          <p:spTgt spid="18435">
                                            <p:txEl>
                                              <p:pRg st="5" end="5"/>
                                            </p:txEl>
                                          </p:spTgt>
                                        </p:tgtEl>
                                        <p:attrNameLst>
                                          <p:attrName>style.visibility</p:attrName>
                                        </p:attrNameLst>
                                      </p:cBhvr>
                                      <p:to>
                                        <p:strVal val="visible"/>
                                      </p:to>
                                    </p:set>
                                    <p:animEffect transition="in" filter="fade">
                                      <p:cBhvr>
                                        <p:cTn id="49" dur="1000"/>
                                        <p:tgtEl>
                                          <p:spTgt spid="18435">
                                            <p:txEl>
                                              <p:pRg st="5" end="5"/>
                                            </p:txEl>
                                          </p:spTgt>
                                        </p:tgtEl>
                                      </p:cBhvr>
                                    </p:animEffect>
                                    <p:anim calcmode="lin" valueType="num">
                                      <p:cBhvr>
                                        <p:cTn id="50" dur="1000" fill="hold"/>
                                        <p:tgtEl>
                                          <p:spTgt spid="18435">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843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8435">
                                            <p:txEl>
                                              <p:pRg st="6" end="6"/>
                                            </p:txEl>
                                          </p:spTgt>
                                        </p:tgtEl>
                                        <p:attrNameLst>
                                          <p:attrName>style.visibility</p:attrName>
                                        </p:attrNameLst>
                                      </p:cBhvr>
                                      <p:to>
                                        <p:strVal val="visible"/>
                                      </p:to>
                                    </p:set>
                                    <p:animEffect transition="in" filter="fade">
                                      <p:cBhvr>
                                        <p:cTn id="56" dur="1000"/>
                                        <p:tgtEl>
                                          <p:spTgt spid="18435">
                                            <p:txEl>
                                              <p:pRg st="6" end="6"/>
                                            </p:txEl>
                                          </p:spTgt>
                                        </p:tgtEl>
                                      </p:cBhvr>
                                    </p:animEffect>
                                    <p:anim calcmode="lin" valueType="num">
                                      <p:cBhvr>
                                        <p:cTn id="57" dur="10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1843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2" presetClass="entr" presetSubtype="0" fill="hold" nodeType="clickEffect">
                                  <p:stCondLst>
                                    <p:cond delay="0"/>
                                  </p:stCondLst>
                                  <p:childTnLst>
                                    <p:set>
                                      <p:cBhvr>
                                        <p:cTn id="62" dur="1" fill="hold">
                                          <p:stCondLst>
                                            <p:cond delay="0"/>
                                          </p:stCondLst>
                                        </p:cTn>
                                        <p:tgtEl>
                                          <p:spTgt spid="18435">
                                            <p:txEl>
                                              <p:pRg st="7" end="7"/>
                                            </p:txEl>
                                          </p:spTgt>
                                        </p:tgtEl>
                                        <p:attrNameLst>
                                          <p:attrName>style.visibility</p:attrName>
                                        </p:attrNameLst>
                                      </p:cBhvr>
                                      <p:to>
                                        <p:strVal val="visible"/>
                                      </p:to>
                                    </p:set>
                                    <p:animEffect transition="in" filter="fade">
                                      <p:cBhvr>
                                        <p:cTn id="63" dur="1000"/>
                                        <p:tgtEl>
                                          <p:spTgt spid="18435">
                                            <p:txEl>
                                              <p:pRg st="7" end="7"/>
                                            </p:txEl>
                                          </p:spTgt>
                                        </p:tgtEl>
                                      </p:cBhvr>
                                    </p:animEffect>
                                    <p:anim calcmode="lin" valueType="num">
                                      <p:cBhvr>
                                        <p:cTn id="64" dur="1000" fill="hold"/>
                                        <p:tgtEl>
                                          <p:spTgt spid="18435">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1843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42" presetClass="entr" presetSubtype="0" fill="hold" nodeType="clickEffect">
                                  <p:stCondLst>
                                    <p:cond delay="0"/>
                                  </p:stCondLst>
                                  <p:childTnLst>
                                    <p:set>
                                      <p:cBhvr>
                                        <p:cTn id="69" dur="1" fill="hold">
                                          <p:stCondLst>
                                            <p:cond delay="0"/>
                                          </p:stCondLst>
                                        </p:cTn>
                                        <p:tgtEl>
                                          <p:spTgt spid="18435">
                                            <p:txEl>
                                              <p:pRg st="8" end="8"/>
                                            </p:txEl>
                                          </p:spTgt>
                                        </p:tgtEl>
                                        <p:attrNameLst>
                                          <p:attrName>style.visibility</p:attrName>
                                        </p:attrNameLst>
                                      </p:cBhvr>
                                      <p:to>
                                        <p:strVal val="visible"/>
                                      </p:to>
                                    </p:set>
                                    <p:animEffect transition="in" filter="fade">
                                      <p:cBhvr>
                                        <p:cTn id="70" dur="1000"/>
                                        <p:tgtEl>
                                          <p:spTgt spid="18435">
                                            <p:txEl>
                                              <p:pRg st="8" end="8"/>
                                            </p:txEl>
                                          </p:spTgt>
                                        </p:tgtEl>
                                      </p:cBhvr>
                                    </p:animEffect>
                                    <p:anim calcmode="lin" valueType="num">
                                      <p:cBhvr>
                                        <p:cTn id="71" dur="1000" fill="hold"/>
                                        <p:tgtEl>
                                          <p:spTgt spid="18435">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1843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42" presetClass="entr" presetSubtype="0" fill="hold" nodeType="clickEffect">
                                  <p:stCondLst>
                                    <p:cond delay="0"/>
                                  </p:stCondLst>
                                  <p:childTnLst>
                                    <p:set>
                                      <p:cBhvr>
                                        <p:cTn id="76" dur="1" fill="hold">
                                          <p:stCondLst>
                                            <p:cond delay="0"/>
                                          </p:stCondLst>
                                        </p:cTn>
                                        <p:tgtEl>
                                          <p:spTgt spid="18435">
                                            <p:txEl>
                                              <p:pRg st="9" end="9"/>
                                            </p:txEl>
                                          </p:spTgt>
                                        </p:tgtEl>
                                        <p:attrNameLst>
                                          <p:attrName>style.visibility</p:attrName>
                                        </p:attrNameLst>
                                      </p:cBhvr>
                                      <p:to>
                                        <p:strVal val="visible"/>
                                      </p:to>
                                    </p:set>
                                    <p:animEffect transition="in" filter="fade">
                                      <p:cBhvr>
                                        <p:cTn id="77" dur="1000"/>
                                        <p:tgtEl>
                                          <p:spTgt spid="18435">
                                            <p:txEl>
                                              <p:pRg st="9" end="9"/>
                                            </p:txEl>
                                          </p:spTgt>
                                        </p:tgtEl>
                                      </p:cBhvr>
                                    </p:animEffect>
                                    <p:anim calcmode="lin" valueType="num">
                                      <p:cBhvr>
                                        <p:cTn id="78" dur="1000" fill="hold"/>
                                        <p:tgtEl>
                                          <p:spTgt spid="18435">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1843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6" name="Google Shape;305;p15">
            <a:extLst>
              <a:ext uri="{FF2B5EF4-FFF2-40B4-BE49-F238E27FC236}">
                <a16:creationId xmlns:a16="http://schemas.microsoft.com/office/drawing/2014/main" id="{237C65A6-32C0-F05A-85D2-EB0D040033CC}"/>
              </a:ext>
            </a:extLst>
          </p:cNvPr>
          <p:cNvGrpSpPr/>
          <p:nvPr/>
        </p:nvGrpSpPr>
        <p:grpSpPr>
          <a:xfrm>
            <a:off x="-807602" y="1718148"/>
            <a:ext cx="7418476" cy="6017532"/>
            <a:chOff x="2369625" y="1475395"/>
            <a:chExt cx="3305725" cy="2681455"/>
          </a:xfrm>
        </p:grpSpPr>
        <p:sp>
          <p:nvSpPr>
            <p:cNvPr id="7" name="Google Shape;306;p15">
              <a:extLst>
                <a:ext uri="{FF2B5EF4-FFF2-40B4-BE49-F238E27FC236}">
                  <a16:creationId xmlns:a16="http://schemas.microsoft.com/office/drawing/2014/main" id="{3721FF8E-A48E-4F27-194C-B6726E5EE5C6}"/>
                </a:ext>
              </a:extLst>
            </p:cNvPr>
            <p:cNvSpPr/>
            <p:nvPr/>
          </p:nvSpPr>
          <p:spPr>
            <a:xfrm>
              <a:off x="2768596" y="1475395"/>
              <a:ext cx="1870174" cy="1870174"/>
            </a:xfrm>
            <a:custGeom>
              <a:avLst/>
              <a:gdLst/>
              <a:ahLst/>
              <a:cxnLst/>
              <a:rect l="l" t="t" r="r" b="b"/>
              <a:pathLst>
                <a:path w="84844" h="84844" extrusionOk="0">
                  <a:moveTo>
                    <a:pt x="42422" y="1"/>
                  </a:moveTo>
                  <a:cubicBezTo>
                    <a:pt x="19030" y="1"/>
                    <a:pt x="1" y="18955"/>
                    <a:pt x="1" y="42422"/>
                  </a:cubicBezTo>
                  <a:cubicBezTo>
                    <a:pt x="1" y="65814"/>
                    <a:pt x="19030" y="84844"/>
                    <a:pt x="42422" y="84844"/>
                  </a:cubicBezTo>
                  <a:cubicBezTo>
                    <a:pt x="65889" y="84844"/>
                    <a:pt x="84843" y="65814"/>
                    <a:pt x="84843" y="42422"/>
                  </a:cubicBezTo>
                  <a:cubicBezTo>
                    <a:pt x="84843" y="18955"/>
                    <a:pt x="65889" y="1"/>
                    <a:pt x="42422" y="1"/>
                  </a:cubicBezTo>
                  <a:close/>
                </a:path>
              </a:pathLst>
            </a:custGeom>
            <a:solidFill>
              <a:schemeClr val="accent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Google Shape;307;p15">
              <a:extLst>
                <a:ext uri="{FF2B5EF4-FFF2-40B4-BE49-F238E27FC236}">
                  <a16:creationId xmlns:a16="http://schemas.microsoft.com/office/drawing/2014/main" id="{CD2F1C0B-9307-F779-5377-7D943C7E4D3F}"/>
                </a:ext>
              </a:extLst>
            </p:cNvPr>
            <p:cNvSpPr/>
            <p:nvPr/>
          </p:nvSpPr>
          <p:spPr>
            <a:xfrm>
              <a:off x="2369625" y="2914550"/>
              <a:ext cx="3305725" cy="1242300"/>
            </a:xfrm>
            <a:custGeom>
              <a:avLst/>
              <a:gdLst/>
              <a:ahLst/>
              <a:cxnLst/>
              <a:rect l="l" t="t" r="r" b="b"/>
              <a:pathLst>
                <a:path w="132229" h="49692" extrusionOk="0">
                  <a:moveTo>
                    <a:pt x="57674" y="1"/>
                  </a:moveTo>
                  <a:cubicBezTo>
                    <a:pt x="56975" y="1"/>
                    <a:pt x="56271" y="115"/>
                    <a:pt x="55584" y="351"/>
                  </a:cubicBezTo>
                  <a:cubicBezTo>
                    <a:pt x="53481" y="1051"/>
                    <a:pt x="51575" y="2863"/>
                    <a:pt x="49438" y="2863"/>
                  </a:cubicBezTo>
                  <a:cubicBezTo>
                    <a:pt x="49281" y="2863"/>
                    <a:pt x="49124" y="2853"/>
                    <a:pt x="48965" y="2833"/>
                  </a:cubicBezTo>
                  <a:cubicBezTo>
                    <a:pt x="47386" y="2607"/>
                    <a:pt x="46182" y="1404"/>
                    <a:pt x="44828" y="651"/>
                  </a:cubicBezTo>
                  <a:cubicBezTo>
                    <a:pt x="44205" y="340"/>
                    <a:pt x="43546" y="172"/>
                    <a:pt x="42876" y="172"/>
                  </a:cubicBezTo>
                  <a:cubicBezTo>
                    <a:pt x="42576" y="172"/>
                    <a:pt x="42273" y="205"/>
                    <a:pt x="41970" y="275"/>
                  </a:cubicBezTo>
                  <a:cubicBezTo>
                    <a:pt x="29033" y="15694"/>
                    <a:pt x="14968" y="30211"/>
                    <a:pt x="0" y="43675"/>
                  </a:cubicBezTo>
                  <a:cubicBezTo>
                    <a:pt x="0" y="43675"/>
                    <a:pt x="12185" y="49692"/>
                    <a:pt x="64084" y="49692"/>
                  </a:cubicBezTo>
                  <a:cubicBezTo>
                    <a:pt x="115982" y="49692"/>
                    <a:pt x="132228" y="43675"/>
                    <a:pt x="132228" y="43675"/>
                  </a:cubicBezTo>
                  <a:cubicBezTo>
                    <a:pt x="118238" y="31038"/>
                    <a:pt x="105076" y="17575"/>
                    <a:pt x="92816" y="3284"/>
                  </a:cubicBezTo>
                  <a:cubicBezTo>
                    <a:pt x="91235" y="3788"/>
                    <a:pt x="89595" y="4037"/>
                    <a:pt x="87961" y="4037"/>
                  </a:cubicBezTo>
                  <a:cubicBezTo>
                    <a:pt x="85941" y="4037"/>
                    <a:pt x="83931" y="3656"/>
                    <a:pt x="82060" y="2908"/>
                  </a:cubicBezTo>
                  <a:cubicBezTo>
                    <a:pt x="80180" y="2080"/>
                    <a:pt x="78299" y="877"/>
                    <a:pt x="76193" y="877"/>
                  </a:cubicBezTo>
                  <a:cubicBezTo>
                    <a:pt x="74162" y="877"/>
                    <a:pt x="72132" y="2306"/>
                    <a:pt x="70251" y="3359"/>
                  </a:cubicBezTo>
                  <a:cubicBezTo>
                    <a:pt x="69100" y="4004"/>
                    <a:pt x="67694" y="4508"/>
                    <a:pt x="66380" y="4508"/>
                  </a:cubicBezTo>
                  <a:cubicBezTo>
                    <a:pt x="65549" y="4508"/>
                    <a:pt x="64754" y="4306"/>
                    <a:pt x="64084" y="3810"/>
                  </a:cubicBezTo>
                  <a:cubicBezTo>
                    <a:pt x="63482" y="3284"/>
                    <a:pt x="62880" y="2682"/>
                    <a:pt x="62429" y="2005"/>
                  </a:cubicBezTo>
                  <a:cubicBezTo>
                    <a:pt x="61138" y="715"/>
                    <a:pt x="59425" y="1"/>
                    <a:pt x="57674" y="1"/>
                  </a:cubicBezTo>
                  <a:close/>
                </a:path>
              </a:pathLst>
            </a:custGeom>
            <a:solidFill>
              <a:schemeClr val="dk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9" name="Google Shape;308;p15">
              <a:extLst>
                <a:ext uri="{FF2B5EF4-FFF2-40B4-BE49-F238E27FC236}">
                  <a16:creationId xmlns:a16="http://schemas.microsoft.com/office/drawing/2014/main" id="{07EA3336-5C58-4427-489E-269CF007D738}"/>
                </a:ext>
              </a:extLst>
            </p:cNvPr>
            <p:cNvSpPr/>
            <p:nvPr/>
          </p:nvSpPr>
          <p:spPr>
            <a:xfrm>
              <a:off x="3420750" y="2304650"/>
              <a:ext cx="1269275" cy="722600"/>
            </a:xfrm>
            <a:custGeom>
              <a:avLst/>
              <a:gdLst/>
              <a:ahLst/>
              <a:cxnLst/>
              <a:rect l="l" t="t" r="r" b="b"/>
              <a:pathLst>
                <a:path w="50771" h="28904" extrusionOk="0">
                  <a:moveTo>
                    <a:pt x="28056" y="1"/>
                  </a:moveTo>
                  <a:cubicBezTo>
                    <a:pt x="27228" y="151"/>
                    <a:pt x="26476" y="452"/>
                    <a:pt x="25874" y="903"/>
                  </a:cubicBezTo>
                  <a:cubicBezTo>
                    <a:pt x="25198" y="1355"/>
                    <a:pt x="24445" y="1731"/>
                    <a:pt x="23693" y="1956"/>
                  </a:cubicBezTo>
                  <a:cubicBezTo>
                    <a:pt x="23443" y="2006"/>
                    <a:pt x="23192" y="2032"/>
                    <a:pt x="22944" y="2032"/>
                  </a:cubicBezTo>
                  <a:cubicBezTo>
                    <a:pt x="22448" y="2032"/>
                    <a:pt x="21963" y="1931"/>
                    <a:pt x="21512" y="1731"/>
                  </a:cubicBezTo>
                  <a:cubicBezTo>
                    <a:pt x="20986" y="1355"/>
                    <a:pt x="20384" y="1054"/>
                    <a:pt x="19782" y="753"/>
                  </a:cubicBezTo>
                  <a:cubicBezTo>
                    <a:pt x="19571" y="695"/>
                    <a:pt x="19354" y="667"/>
                    <a:pt x="19140" y="667"/>
                  </a:cubicBezTo>
                  <a:cubicBezTo>
                    <a:pt x="18513" y="667"/>
                    <a:pt x="17898" y="907"/>
                    <a:pt x="17450" y="1355"/>
                  </a:cubicBezTo>
                  <a:cubicBezTo>
                    <a:pt x="12110" y="9478"/>
                    <a:pt x="6319" y="17300"/>
                    <a:pt x="0" y="24747"/>
                  </a:cubicBezTo>
                  <a:cubicBezTo>
                    <a:pt x="290" y="24674"/>
                    <a:pt x="587" y="24641"/>
                    <a:pt x="884" y="24641"/>
                  </a:cubicBezTo>
                  <a:cubicBezTo>
                    <a:pt x="1514" y="24641"/>
                    <a:pt x="2146" y="24792"/>
                    <a:pt x="2708" y="25047"/>
                  </a:cubicBezTo>
                  <a:cubicBezTo>
                    <a:pt x="4137" y="25800"/>
                    <a:pt x="5341" y="26928"/>
                    <a:pt x="6845" y="27229"/>
                  </a:cubicBezTo>
                  <a:cubicBezTo>
                    <a:pt x="7009" y="27249"/>
                    <a:pt x="7171" y="27259"/>
                    <a:pt x="7331" y="27259"/>
                  </a:cubicBezTo>
                  <a:cubicBezTo>
                    <a:pt x="9520" y="27259"/>
                    <a:pt x="11366" y="25447"/>
                    <a:pt x="13539" y="24747"/>
                  </a:cubicBezTo>
                  <a:cubicBezTo>
                    <a:pt x="14226" y="24511"/>
                    <a:pt x="14930" y="24397"/>
                    <a:pt x="15629" y="24397"/>
                  </a:cubicBezTo>
                  <a:cubicBezTo>
                    <a:pt x="17380" y="24397"/>
                    <a:pt x="19093" y="25111"/>
                    <a:pt x="20384" y="26401"/>
                  </a:cubicBezTo>
                  <a:cubicBezTo>
                    <a:pt x="20835" y="27078"/>
                    <a:pt x="21437" y="27680"/>
                    <a:pt x="22039" y="28206"/>
                  </a:cubicBezTo>
                  <a:cubicBezTo>
                    <a:pt x="22738" y="28702"/>
                    <a:pt x="23540" y="28904"/>
                    <a:pt x="24373" y="28904"/>
                  </a:cubicBezTo>
                  <a:cubicBezTo>
                    <a:pt x="25689" y="28904"/>
                    <a:pt x="27084" y="28400"/>
                    <a:pt x="28281" y="27755"/>
                  </a:cubicBezTo>
                  <a:cubicBezTo>
                    <a:pt x="30162" y="26702"/>
                    <a:pt x="32042" y="25348"/>
                    <a:pt x="34223" y="25273"/>
                  </a:cubicBezTo>
                  <a:cubicBezTo>
                    <a:pt x="36405" y="25273"/>
                    <a:pt x="38135" y="26476"/>
                    <a:pt x="40090" y="27304"/>
                  </a:cubicBezTo>
                  <a:cubicBezTo>
                    <a:pt x="41962" y="28052"/>
                    <a:pt x="43971" y="28433"/>
                    <a:pt x="45979" y="28433"/>
                  </a:cubicBezTo>
                  <a:cubicBezTo>
                    <a:pt x="47602" y="28433"/>
                    <a:pt x="49224" y="28184"/>
                    <a:pt x="50771" y="27680"/>
                  </a:cubicBezTo>
                  <a:cubicBezTo>
                    <a:pt x="43550" y="19331"/>
                    <a:pt x="36931" y="10531"/>
                    <a:pt x="30839" y="1355"/>
                  </a:cubicBezTo>
                  <a:cubicBezTo>
                    <a:pt x="30162" y="527"/>
                    <a:pt x="29109" y="1"/>
                    <a:pt x="28056" y="1"/>
                  </a:cubicBezTo>
                  <a:close/>
                </a:path>
              </a:pathLst>
            </a:custGeom>
            <a:solidFill>
              <a:schemeClr val="lt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10" name="Google Shape;312;p15">
            <a:extLst>
              <a:ext uri="{FF2B5EF4-FFF2-40B4-BE49-F238E27FC236}">
                <a16:creationId xmlns:a16="http://schemas.microsoft.com/office/drawing/2014/main" id="{94DC0125-C688-1288-647D-2EEAF57FF802}"/>
              </a:ext>
            </a:extLst>
          </p:cNvPr>
          <p:cNvGrpSpPr/>
          <p:nvPr/>
        </p:nvGrpSpPr>
        <p:grpSpPr>
          <a:xfrm rot="-9357515" flipH="1">
            <a:off x="420523" y="-763015"/>
            <a:ext cx="3092489" cy="3669078"/>
            <a:chOff x="-2116240" y="1240210"/>
            <a:chExt cx="1286485" cy="1526349"/>
          </a:xfrm>
        </p:grpSpPr>
        <p:sp>
          <p:nvSpPr>
            <p:cNvPr id="11" name="Google Shape;313;p15">
              <a:extLst>
                <a:ext uri="{FF2B5EF4-FFF2-40B4-BE49-F238E27FC236}">
                  <a16:creationId xmlns:a16="http://schemas.microsoft.com/office/drawing/2014/main" id="{FBB12491-684C-3E76-C922-4188369A98C5}"/>
                </a:ext>
              </a:extLst>
            </p:cNvPr>
            <p:cNvSpPr/>
            <p:nvPr/>
          </p:nvSpPr>
          <p:spPr>
            <a:xfrm flipH="1">
              <a:off x="-2116240" y="1240210"/>
              <a:ext cx="1041190" cy="1039342"/>
            </a:xfrm>
            <a:custGeom>
              <a:avLst/>
              <a:gdLst/>
              <a:ahLst/>
              <a:cxnLst/>
              <a:rect l="l" t="t" r="r" b="b"/>
              <a:pathLst>
                <a:path w="55783" h="55684" extrusionOk="0">
                  <a:moveTo>
                    <a:pt x="44895" y="13472"/>
                  </a:moveTo>
                  <a:cubicBezTo>
                    <a:pt x="44431" y="14142"/>
                    <a:pt x="43812" y="14761"/>
                    <a:pt x="43141" y="15329"/>
                  </a:cubicBezTo>
                  <a:cubicBezTo>
                    <a:pt x="42367" y="15999"/>
                    <a:pt x="41490" y="16618"/>
                    <a:pt x="40716" y="17392"/>
                  </a:cubicBezTo>
                  <a:cubicBezTo>
                    <a:pt x="40613" y="17495"/>
                    <a:pt x="40510" y="17650"/>
                    <a:pt x="40407" y="17753"/>
                  </a:cubicBezTo>
                  <a:cubicBezTo>
                    <a:pt x="40458" y="17650"/>
                    <a:pt x="40510" y="17599"/>
                    <a:pt x="40562" y="17495"/>
                  </a:cubicBezTo>
                  <a:cubicBezTo>
                    <a:pt x="41490" y="15948"/>
                    <a:pt x="43038" y="15019"/>
                    <a:pt x="44379" y="13884"/>
                  </a:cubicBezTo>
                  <a:cubicBezTo>
                    <a:pt x="44534" y="13729"/>
                    <a:pt x="44689" y="13626"/>
                    <a:pt x="44895" y="13472"/>
                  </a:cubicBezTo>
                  <a:close/>
                  <a:moveTo>
                    <a:pt x="53409" y="1"/>
                  </a:moveTo>
                  <a:cubicBezTo>
                    <a:pt x="53358" y="1"/>
                    <a:pt x="53305" y="3"/>
                    <a:pt x="53252" y="7"/>
                  </a:cubicBezTo>
                  <a:cubicBezTo>
                    <a:pt x="50518" y="678"/>
                    <a:pt x="47887" y="1194"/>
                    <a:pt x="45669" y="2999"/>
                  </a:cubicBezTo>
                  <a:cubicBezTo>
                    <a:pt x="44689" y="3618"/>
                    <a:pt x="44121" y="4702"/>
                    <a:pt x="44121" y="5837"/>
                  </a:cubicBezTo>
                  <a:cubicBezTo>
                    <a:pt x="44173" y="6352"/>
                    <a:pt x="44276" y="6817"/>
                    <a:pt x="44431" y="7281"/>
                  </a:cubicBezTo>
                  <a:cubicBezTo>
                    <a:pt x="44431" y="7900"/>
                    <a:pt x="44585" y="8468"/>
                    <a:pt x="44740" y="9035"/>
                  </a:cubicBezTo>
                  <a:cubicBezTo>
                    <a:pt x="44843" y="9345"/>
                    <a:pt x="45101" y="9654"/>
                    <a:pt x="45256" y="10067"/>
                  </a:cubicBezTo>
                  <a:lnTo>
                    <a:pt x="45256" y="10583"/>
                  </a:lnTo>
                  <a:cubicBezTo>
                    <a:pt x="45256" y="10686"/>
                    <a:pt x="45204" y="10789"/>
                    <a:pt x="45101" y="10892"/>
                  </a:cubicBezTo>
                  <a:cubicBezTo>
                    <a:pt x="44740" y="11356"/>
                    <a:pt x="44276" y="11769"/>
                    <a:pt x="43812" y="12130"/>
                  </a:cubicBezTo>
                  <a:cubicBezTo>
                    <a:pt x="43691" y="12122"/>
                    <a:pt x="43571" y="12117"/>
                    <a:pt x="43451" y="12117"/>
                  </a:cubicBezTo>
                  <a:cubicBezTo>
                    <a:pt x="42850" y="12117"/>
                    <a:pt x="42255" y="12225"/>
                    <a:pt x="41696" y="12440"/>
                  </a:cubicBezTo>
                  <a:cubicBezTo>
                    <a:pt x="40768" y="12904"/>
                    <a:pt x="40923" y="13626"/>
                    <a:pt x="40510" y="14400"/>
                  </a:cubicBezTo>
                  <a:cubicBezTo>
                    <a:pt x="39788" y="15638"/>
                    <a:pt x="38498" y="16670"/>
                    <a:pt x="37518" y="17702"/>
                  </a:cubicBezTo>
                  <a:cubicBezTo>
                    <a:pt x="37260" y="17960"/>
                    <a:pt x="37208" y="18372"/>
                    <a:pt x="37311" y="18682"/>
                  </a:cubicBezTo>
                  <a:cubicBezTo>
                    <a:pt x="37002" y="19095"/>
                    <a:pt x="36641" y="19456"/>
                    <a:pt x="36228" y="19765"/>
                  </a:cubicBezTo>
                  <a:cubicBezTo>
                    <a:pt x="35857" y="20044"/>
                    <a:pt x="35374" y="20100"/>
                    <a:pt x="34869" y="20100"/>
                  </a:cubicBezTo>
                  <a:cubicBezTo>
                    <a:pt x="34532" y="20100"/>
                    <a:pt x="34185" y="20075"/>
                    <a:pt x="33855" y="20075"/>
                  </a:cubicBezTo>
                  <a:lnTo>
                    <a:pt x="31379" y="20075"/>
                  </a:lnTo>
                  <a:cubicBezTo>
                    <a:pt x="31021" y="20096"/>
                    <a:pt x="30663" y="20106"/>
                    <a:pt x="30305" y="20106"/>
                  </a:cubicBezTo>
                  <a:cubicBezTo>
                    <a:pt x="28913" y="20106"/>
                    <a:pt x="27534" y="19949"/>
                    <a:pt x="26220" y="19662"/>
                  </a:cubicBezTo>
                  <a:cubicBezTo>
                    <a:pt x="25395" y="19404"/>
                    <a:pt x="24930" y="18785"/>
                    <a:pt x="24311" y="18321"/>
                  </a:cubicBezTo>
                  <a:cubicBezTo>
                    <a:pt x="23795" y="17960"/>
                    <a:pt x="23280" y="17650"/>
                    <a:pt x="22661" y="17392"/>
                  </a:cubicBezTo>
                  <a:cubicBezTo>
                    <a:pt x="22230" y="17220"/>
                    <a:pt x="21772" y="17138"/>
                    <a:pt x="21310" y="17138"/>
                  </a:cubicBezTo>
                  <a:cubicBezTo>
                    <a:pt x="20665" y="17138"/>
                    <a:pt x="20012" y="17298"/>
                    <a:pt x="19411" y="17599"/>
                  </a:cubicBezTo>
                  <a:cubicBezTo>
                    <a:pt x="18637" y="18011"/>
                    <a:pt x="17811" y="18269"/>
                    <a:pt x="16986" y="18476"/>
                  </a:cubicBezTo>
                  <a:cubicBezTo>
                    <a:pt x="16738" y="18519"/>
                    <a:pt x="16494" y="18534"/>
                    <a:pt x="16253" y="18534"/>
                  </a:cubicBezTo>
                  <a:cubicBezTo>
                    <a:pt x="15741" y="18534"/>
                    <a:pt x="15242" y="18467"/>
                    <a:pt x="14746" y="18467"/>
                  </a:cubicBezTo>
                  <a:cubicBezTo>
                    <a:pt x="14650" y="18467"/>
                    <a:pt x="14554" y="18470"/>
                    <a:pt x="14458" y="18476"/>
                  </a:cubicBezTo>
                  <a:cubicBezTo>
                    <a:pt x="13375" y="18579"/>
                    <a:pt x="12910" y="19198"/>
                    <a:pt x="12291" y="19972"/>
                  </a:cubicBezTo>
                  <a:cubicBezTo>
                    <a:pt x="12217" y="20083"/>
                    <a:pt x="12303" y="20168"/>
                    <a:pt x="12396" y="20168"/>
                  </a:cubicBezTo>
                  <a:cubicBezTo>
                    <a:pt x="12432" y="20168"/>
                    <a:pt x="12469" y="20155"/>
                    <a:pt x="12498" y="20126"/>
                  </a:cubicBezTo>
                  <a:cubicBezTo>
                    <a:pt x="13117" y="19456"/>
                    <a:pt x="13942" y="19043"/>
                    <a:pt x="14871" y="18940"/>
                  </a:cubicBezTo>
                  <a:cubicBezTo>
                    <a:pt x="15352" y="18940"/>
                    <a:pt x="15834" y="19009"/>
                    <a:pt x="16315" y="19009"/>
                  </a:cubicBezTo>
                  <a:cubicBezTo>
                    <a:pt x="16556" y="19009"/>
                    <a:pt x="16797" y="18991"/>
                    <a:pt x="17037" y="18940"/>
                  </a:cubicBezTo>
                  <a:cubicBezTo>
                    <a:pt x="18172" y="18785"/>
                    <a:pt x="19101" y="18114"/>
                    <a:pt x="20184" y="17805"/>
                  </a:cubicBezTo>
                  <a:cubicBezTo>
                    <a:pt x="20503" y="17717"/>
                    <a:pt x="20803" y="17678"/>
                    <a:pt x="21088" y="17678"/>
                  </a:cubicBezTo>
                  <a:cubicBezTo>
                    <a:pt x="22648" y="17678"/>
                    <a:pt x="23745" y="18865"/>
                    <a:pt x="24879" y="19868"/>
                  </a:cubicBezTo>
                  <a:cubicBezTo>
                    <a:pt x="25704" y="20591"/>
                    <a:pt x="26788" y="20694"/>
                    <a:pt x="27768" y="21003"/>
                  </a:cubicBezTo>
                  <a:cubicBezTo>
                    <a:pt x="29212" y="21364"/>
                    <a:pt x="30657" y="21571"/>
                    <a:pt x="32101" y="21571"/>
                  </a:cubicBezTo>
                  <a:cubicBezTo>
                    <a:pt x="32844" y="21571"/>
                    <a:pt x="33717" y="21682"/>
                    <a:pt x="34553" y="21682"/>
                  </a:cubicBezTo>
                  <a:cubicBezTo>
                    <a:pt x="35110" y="21682"/>
                    <a:pt x="35650" y="21633"/>
                    <a:pt x="36125" y="21468"/>
                  </a:cubicBezTo>
                  <a:cubicBezTo>
                    <a:pt x="36899" y="21158"/>
                    <a:pt x="37518" y="20591"/>
                    <a:pt x="37931" y="19868"/>
                  </a:cubicBezTo>
                  <a:lnTo>
                    <a:pt x="37931" y="19868"/>
                  </a:lnTo>
                  <a:cubicBezTo>
                    <a:pt x="37879" y="20023"/>
                    <a:pt x="37827" y="20230"/>
                    <a:pt x="37776" y="20384"/>
                  </a:cubicBezTo>
                  <a:cubicBezTo>
                    <a:pt x="37724" y="20591"/>
                    <a:pt x="37673" y="20797"/>
                    <a:pt x="37621" y="21003"/>
                  </a:cubicBezTo>
                  <a:cubicBezTo>
                    <a:pt x="37311" y="21313"/>
                    <a:pt x="37054" y="21726"/>
                    <a:pt x="36899" y="22138"/>
                  </a:cubicBezTo>
                  <a:cubicBezTo>
                    <a:pt x="36641" y="23015"/>
                    <a:pt x="36899" y="24150"/>
                    <a:pt x="36950" y="25079"/>
                  </a:cubicBezTo>
                  <a:cubicBezTo>
                    <a:pt x="37054" y="26317"/>
                    <a:pt x="37002" y="27555"/>
                    <a:pt x="37054" y="28793"/>
                  </a:cubicBezTo>
                  <a:cubicBezTo>
                    <a:pt x="37157" y="29309"/>
                    <a:pt x="37208" y="29773"/>
                    <a:pt x="37157" y="30289"/>
                  </a:cubicBezTo>
                  <a:cubicBezTo>
                    <a:pt x="37054" y="30960"/>
                    <a:pt x="36538" y="31063"/>
                    <a:pt x="36073" y="31115"/>
                  </a:cubicBezTo>
                  <a:cubicBezTo>
                    <a:pt x="36189" y="30999"/>
                    <a:pt x="36335" y="30940"/>
                    <a:pt x="36487" y="30940"/>
                  </a:cubicBezTo>
                  <a:cubicBezTo>
                    <a:pt x="36538" y="30940"/>
                    <a:pt x="36589" y="30947"/>
                    <a:pt x="36641" y="30960"/>
                  </a:cubicBezTo>
                  <a:cubicBezTo>
                    <a:pt x="36692" y="30960"/>
                    <a:pt x="36744" y="30857"/>
                    <a:pt x="36641" y="30857"/>
                  </a:cubicBezTo>
                  <a:cubicBezTo>
                    <a:pt x="36529" y="30825"/>
                    <a:pt x="36457" y="30813"/>
                    <a:pt x="36401" y="30813"/>
                  </a:cubicBezTo>
                  <a:cubicBezTo>
                    <a:pt x="36277" y="30813"/>
                    <a:pt x="36235" y="30873"/>
                    <a:pt x="36022" y="30908"/>
                  </a:cubicBezTo>
                  <a:cubicBezTo>
                    <a:pt x="35454" y="31063"/>
                    <a:pt x="34887" y="31115"/>
                    <a:pt x="34319" y="31269"/>
                  </a:cubicBezTo>
                  <a:cubicBezTo>
                    <a:pt x="33236" y="31630"/>
                    <a:pt x="32204" y="32095"/>
                    <a:pt x="31224" y="32714"/>
                  </a:cubicBezTo>
                  <a:lnTo>
                    <a:pt x="30966" y="32869"/>
                  </a:lnTo>
                  <a:cubicBezTo>
                    <a:pt x="30502" y="33178"/>
                    <a:pt x="29986" y="33539"/>
                    <a:pt x="29573" y="33952"/>
                  </a:cubicBezTo>
                  <a:cubicBezTo>
                    <a:pt x="29264" y="34158"/>
                    <a:pt x="29006" y="34365"/>
                    <a:pt x="28748" y="34623"/>
                  </a:cubicBezTo>
                  <a:cubicBezTo>
                    <a:pt x="28387" y="35035"/>
                    <a:pt x="27974" y="35448"/>
                    <a:pt x="27561" y="35861"/>
                  </a:cubicBezTo>
                  <a:cubicBezTo>
                    <a:pt x="27065" y="36134"/>
                    <a:pt x="26413" y="36216"/>
                    <a:pt x="25744" y="36216"/>
                  </a:cubicBezTo>
                  <a:cubicBezTo>
                    <a:pt x="25022" y="36216"/>
                    <a:pt x="24281" y="36121"/>
                    <a:pt x="23692" y="36067"/>
                  </a:cubicBezTo>
                  <a:cubicBezTo>
                    <a:pt x="22506" y="35912"/>
                    <a:pt x="21422" y="35448"/>
                    <a:pt x="20288" y="35293"/>
                  </a:cubicBezTo>
                  <a:cubicBezTo>
                    <a:pt x="20056" y="35272"/>
                    <a:pt x="19824" y="35262"/>
                    <a:pt x="19592" y="35262"/>
                  </a:cubicBezTo>
                  <a:cubicBezTo>
                    <a:pt x="18689" y="35262"/>
                    <a:pt x="17786" y="35419"/>
                    <a:pt x="16883" y="35706"/>
                  </a:cubicBezTo>
                  <a:cubicBezTo>
                    <a:pt x="15954" y="35912"/>
                    <a:pt x="14974" y="36222"/>
                    <a:pt x="14045" y="36583"/>
                  </a:cubicBezTo>
                  <a:cubicBezTo>
                    <a:pt x="12962" y="37099"/>
                    <a:pt x="12291" y="38027"/>
                    <a:pt x="11363" y="38698"/>
                  </a:cubicBezTo>
                  <a:cubicBezTo>
                    <a:pt x="10383" y="39369"/>
                    <a:pt x="9248" y="39575"/>
                    <a:pt x="8474" y="40452"/>
                  </a:cubicBezTo>
                  <a:cubicBezTo>
                    <a:pt x="8164" y="40813"/>
                    <a:pt x="7855" y="41277"/>
                    <a:pt x="7649" y="41742"/>
                  </a:cubicBezTo>
                  <a:cubicBezTo>
                    <a:pt x="7236" y="42516"/>
                    <a:pt x="6462" y="43135"/>
                    <a:pt x="5585" y="43393"/>
                  </a:cubicBezTo>
                  <a:cubicBezTo>
                    <a:pt x="4450" y="43805"/>
                    <a:pt x="3728" y="44631"/>
                    <a:pt x="2696" y="45250"/>
                  </a:cubicBezTo>
                  <a:cubicBezTo>
                    <a:pt x="1871" y="45714"/>
                    <a:pt x="787" y="45559"/>
                    <a:pt x="117" y="46333"/>
                  </a:cubicBezTo>
                  <a:cubicBezTo>
                    <a:pt x="1" y="46449"/>
                    <a:pt x="88" y="46594"/>
                    <a:pt x="204" y="46594"/>
                  </a:cubicBezTo>
                  <a:cubicBezTo>
                    <a:pt x="242" y="46594"/>
                    <a:pt x="284" y="46578"/>
                    <a:pt x="323" y="46539"/>
                  </a:cubicBezTo>
                  <a:cubicBezTo>
                    <a:pt x="1045" y="45920"/>
                    <a:pt x="2232" y="46075"/>
                    <a:pt x="3057" y="45508"/>
                  </a:cubicBezTo>
                  <a:cubicBezTo>
                    <a:pt x="3573" y="45198"/>
                    <a:pt x="3986" y="44785"/>
                    <a:pt x="4502" y="44476"/>
                  </a:cubicBezTo>
                  <a:cubicBezTo>
                    <a:pt x="5121" y="44115"/>
                    <a:pt x="5791" y="43805"/>
                    <a:pt x="6462" y="43599"/>
                  </a:cubicBezTo>
                  <a:cubicBezTo>
                    <a:pt x="7184" y="43289"/>
                    <a:pt x="7752" y="42722"/>
                    <a:pt x="8113" y="42000"/>
                  </a:cubicBezTo>
                  <a:cubicBezTo>
                    <a:pt x="8835" y="40555"/>
                    <a:pt x="9815" y="40194"/>
                    <a:pt x="11105" y="39472"/>
                  </a:cubicBezTo>
                  <a:cubicBezTo>
                    <a:pt x="12137" y="38956"/>
                    <a:pt x="12807" y="37924"/>
                    <a:pt x="13787" y="37357"/>
                  </a:cubicBezTo>
                  <a:cubicBezTo>
                    <a:pt x="15026" y="36738"/>
                    <a:pt x="16367" y="36325"/>
                    <a:pt x="17708" y="36067"/>
                  </a:cubicBezTo>
                  <a:cubicBezTo>
                    <a:pt x="18205" y="35948"/>
                    <a:pt x="18703" y="35899"/>
                    <a:pt x="19200" y="35899"/>
                  </a:cubicBezTo>
                  <a:cubicBezTo>
                    <a:pt x="21284" y="35899"/>
                    <a:pt x="23374" y="36748"/>
                    <a:pt x="25498" y="36789"/>
                  </a:cubicBezTo>
                  <a:cubicBezTo>
                    <a:pt x="25608" y="36798"/>
                    <a:pt x="25717" y="36803"/>
                    <a:pt x="25827" y="36803"/>
                  </a:cubicBezTo>
                  <a:cubicBezTo>
                    <a:pt x="26336" y="36803"/>
                    <a:pt x="26846" y="36710"/>
                    <a:pt x="27355" y="36583"/>
                  </a:cubicBezTo>
                  <a:lnTo>
                    <a:pt x="27355" y="36583"/>
                  </a:lnTo>
                  <a:cubicBezTo>
                    <a:pt x="27046" y="37047"/>
                    <a:pt x="26788" y="37511"/>
                    <a:pt x="26633" y="38027"/>
                  </a:cubicBezTo>
                  <a:cubicBezTo>
                    <a:pt x="26426" y="38595"/>
                    <a:pt x="26323" y="39265"/>
                    <a:pt x="26426" y="39885"/>
                  </a:cubicBezTo>
                  <a:cubicBezTo>
                    <a:pt x="26426" y="40555"/>
                    <a:pt x="26323" y="41226"/>
                    <a:pt x="26220" y="41845"/>
                  </a:cubicBezTo>
                  <a:cubicBezTo>
                    <a:pt x="25962" y="42928"/>
                    <a:pt x="26117" y="45095"/>
                    <a:pt x="25085" y="45508"/>
                  </a:cubicBezTo>
                  <a:cubicBezTo>
                    <a:pt x="24569" y="45766"/>
                    <a:pt x="24053" y="45869"/>
                    <a:pt x="23538" y="46075"/>
                  </a:cubicBezTo>
                  <a:cubicBezTo>
                    <a:pt x="23022" y="46281"/>
                    <a:pt x="22609" y="46281"/>
                    <a:pt x="22145" y="46436"/>
                  </a:cubicBezTo>
                  <a:cubicBezTo>
                    <a:pt x="21165" y="46694"/>
                    <a:pt x="20855" y="47829"/>
                    <a:pt x="20184" y="48448"/>
                  </a:cubicBezTo>
                  <a:cubicBezTo>
                    <a:pt x="20105" y="48527"/>
                    <a:pt x="20178" y="48637"/>
                    <a:pt x="20263" y="48637"/>
                  </a:cubicBezTo>
                  <a:cubicBezTo>
                    <a:pt x="20288" y="48637"/>
                    <a:pt x="20315" y="48627"/>
                    <a:pt x="20339" y="48603"/>
                  </a:cubicBezTo>
                  <a:cubicBezTo>
                    <a:pt x="20649" y="48293"/>
                    <a:pt x="20958" y="47932"/>
                    <a:pt x="21165" y="47571"/>
                  </a:cubicBezTo>
                  <a:cubicBezTo>
                    <a:pt x="21371" y="47262"/>
                    <a:pt x="21629" y="46952"/>
                    <a:pt x="21990" y="46746"/>
                  </a:cubicBezTo>
                  <a:cubicBezTo>
                    <a:pt x="22145" y="46694"/>
                    <a:pt x="22351" y="46643"/>
                    <a:pt x="22557" y="46643"/>
                  </a:cubicBezTo>
                  <a:cubicBezTo>
                    <a:pt x="23589" y="46385"/>
                    <a:pt x="24518" y="45766"/>
                    <a:pt x="25653" y="45714"/>
                  </a:cubicBezTo>
                  <a:cubicBezTo>
                    <a:pt x="25704" y="45714"/>
                    <a:pt x="25756" y="45662"/>
                    <a:pt x="25807" y="45559"/>
                  </a:cubicBezTo>
                  <a:cubicBezTo>
                    <a:pt x="26065" y="44012"/>
                    <a:pt x="26530" y="42464"/>
                    <a:pt x="26736" y="40865"/>
                  </a:cubicBezTo>
                  <a:cubicBezTo>
                    <a:pt x="26839" y="39936"/>
                    <a:pt x="26633" y="39059"/>
                    <a:pt x="26994" y="38131"/>
                  </a:cubicBezTo>
                  <a:cubicBezTo>
                    <a:pt x="27252" y="37408"/>
                    <a:pt x="27665" y="36738"/>
                    <a:pt x="28129" y="36119"/>
                  </a:cubicBezTo>
                  <a:cubicBezTo>
                    <a:pt x="28800" y="35551"/>
                    <a:pt x="29419" y="34829"/>
                    <a:pt x="30089" y="34313"/>
                  </a:cubicBezTo>
                  <a:cubicBezTo>
                    <a:pt x="30502" y="33849"/>
                    <a:pt x="31018" y="33488"/>
                    <a:pt x="31534" y="33127"/>
                  </a:cubicBezTo>
                  <a:cubicBezTo>
                    <a:pt x="32101" y="32869"/>
                    <a:pt x="32669" y="32662"/>
                    <a:pt x="33288" y="32456"/>
                  </a:cubicBezTo>
                  <a:cubicBezTo>
                    <a:pt x="33855" y="32198"/>
                    <a:pt x="34371" y="31992"/>
                    <a:pt x="34938" y="31837"/>
                  </a:cubicBezTo>
                  <a:cubicBezTo>
                    <a:pt x="35506" y="31734"/>
                    <a:pt x="36073" y="31682"/>
                    <a:pt x="36641" y="31682"/>
                  </a:cubicBezTo>
                  <a:cubicBezTo>
                    <a:pt x="38498" y="31373"/>
                    <a:pt x="37827" y="28690"/>
                    <a:pt x="37879" y="27349"/>
                  </a:cubicBezTo>
                  <a:lnTo>
                    <a:pt x="37879" y="24047"/>
                  </a:lnTo>
                  <a:cubicBezTo>
                    <a:pt x="37879" y="22603"/>
                    <a:pt x="38704" y="22087"/>
                    <a:pt x="39581" y="21003"/>
                  </a:cubicBezTo>
                  <a:cubicBezTo>
                    <a:pt x="40407" y="19972"/>
                    <a:pt x="41181" y="18579"/>
                    <a:pt x="42264" y="17547"/>
                  </a:cubicBezTo>
                  <a:lnTo>
                    <a:pt x="42677" y="17237"/>
                  </a:lnTo>
                  <a:lnTo>
                    <a:pt x="42677" y="17237"/>
                  </a:lnTo>
                  <a:cubicBezTo>
                    <a:pt x="42264" y="17908"/>
                    <a:pt x="41851" y="18630"/>
                    <a:pt x="41542" y="19404"/>
                  </a:cubicBezTo>
                  <a:cubicBezTo>
                    <a:pt x="41232" y="20281"/>
                    <a:pt x="41696" y="20952"/>
                    <a:pt x="41851" y="21829"/>
                  </a:cubicBezTo>
                  <a:cubicBezTo>
                    <a:pt x="42058" y="23428"/>
                    <a:pt x="42728" y="24924"/>
                    <a:pt x="43812" y="26111"/>
                  </a:cubicBezTo>
                  <a:cubicBezTo>
                    <a:pt x="44018" y="26265"/>
                    <a:pt x="44224" y="26472"/>
                    <a:pt x="44379" y="26626"/>
                  </a:cubicBezTo>
                  <a:cubicBezTo>
                    <a:pt x="44740" y="27245"/>
                    <a:pt x="44843" y="27916"/>
                    <a:pt x="44689" y="28587"/>
                  </a:cubicBezTo>
                  <a:cubicBezTo>
                    <a:pt x="44482" y="29670"/>
                    <a:pt x="44327" y="30753"/>
                    <a:pt x="44224" y="31837"/>
                  </a:cubicBezTo>
                  <a:cubicBezTo>
                    <a:pt x="44173" y="34158"/>
                    <a:pt x="44276" y="36531"/>
                    <a:pt x="44276" y="38904"/>
                  </a:cubicBezTo>
                  <a:cubicBezTo>
                    <a:pt x="44276" y="39988"/>
                    <a:pt x="44327" y="41071"/>
                    <a:pt x="44276" y="42103"/>
                  </a:cubicBezTo>
                  <a:cubicBezTo>
                    <a:pt x="44276" y="43547"/>
                    <a:pt x="43244" y="44373"/>
                    <a:pt x="42006" y="44837"/>
                  </a:cubicBezTo>
                  <a:cubicBezTo>
                    <a:pt x="40974" y="45250"/>
                    <a:pt x="39994" y="45456"/>
                    <a:pt x="39117" y="45920"/>
                  </a:cubicBezTo>
                  <a:cubicBezTo>
                    <a:pt x="39091" y="45895"/>
                    <a:pt x="39065" y="45882"/>
                    <a:pt x="39040" y="45882"/>
                  </a:cubicBezTo>
                  <a:cubicBezTo>
                    <a:pt x="39014" y="45882"/>
                    <a:pt x="38988" y="45895"/>
                    <a:pt x="38962" y="45920"/>
                  </a:cubicBezTo>
                  <a:lnTo>
                    <a:pt x="38911" y="46023"/>
                  </a:lnTo>
                  <a:cubicBezTo>
                    <a:pt x="38601" y="46178"/>
                    <a:pt x="38292" y="46385"/>
                    <a:pt x="37982" y="46591"/>
                  </a:cubicBezTo>
                  <a:cubicBezTo>
                    <a:pt x="36641" y="47726"/>
                    <a:pt x="35506" y="49377"/>
                    <a:pt x="33700" y="49841"/>
                  </a:cubicBezTo>
                  <a:cubicBezTo>
                    <a:pt x="32720" y="50099"/>
                    <a:pt x="32204" y="50047"/>
                    <a:pt x="31430" y="50666"/>
                  </a:cubicBezTo>
                  <a:cubicBezTo>
                    <a:pt x="30605" y="51337"/>
                    <a:pt x="29780" y="51905"/>
                    <a:pt x="28954" y="52472"/>
                  </a:cubicBezTo>
                  <a:cubicBezTo>
                    <a:pt x="27871" y="53194"/>
                    <a:pt x="26530" y="54123"/>
                    <a:pt x="26375" y="55567"/>
                  </a:cubicBezTo>
                  <a:cubicBezTo>
                    <a:pt x="26375" y="55645"/>
                    <a:pt x="26439" y="55683"/>
                    <a:pt x="26510" y="55683"/>
                  </a:cubicBezTo>
                  <a:cubicBezTo>
                    <a:pt x="26581" y="55683"/>
                    <a:pt x="26659" y="55645"/>
                    <a:pt x="26684" y="55567"/>
                  </a:cubicBezTo>
                  <a:cubicBezTo>
                    <a:pt x="26891" y="53658"/>
                    <a:pt x="29212" y="52833"/>
                    <a:pt x="30553" y="51853"/>
                  </a:cubicBezTo>
                  <a:cubicBezTo>
                    <a:pt x="31430" y="51182"/>
                    <a:pt x="32050" y="50563"/>
                    <a:pt x="33184" y="50254"/>
                  </a:cubicBezTo>
                  <a:cubicBezTo>
                    <a:pt x="33958" y="50099"/>
                    <a:pt x="34732" y="49841"/>
                    <a:pt x="35403" y="49377"/>
                  </a:cubicBezTo>
                  <a:cubicBezTo>
                    <a:pt x="36434" y="48654"/>
                    <a:pt x="37311" y="47623"/>
                    <a:pt x="38343" y="46797"/>
                  </a:cubicBezTo>
                  <a:lnTo>
                    <a:pt x="38343" y="46797"/>
                  </a:lnTo>
                  <a:cubicBezTo>
                    <a:pt x="37673" y="47881"/>
                    <a:pt x="37466" y="49170"/>
                    <a:pt x="37776" y="50408"/>
                  </a:cubicBezTo>
                  <a:cubicBezTo>
                    <a:pt x="37879" y="50770"/>
                    <a:pt x="38034" y="51131"/>
                    <a:pt x="38188" y="51492"/>
                  </a:cubicBezTo>
                  <a:cubicBezTo>
                    <a:pt x="38395" y="51905"/>
                    <a:pt x="38395" y="52369"/>
                    <a:pt x="38188" y="52782"/>
                  </a:cubicBezTo>
                  <a:cubicBezTo>
                    <a:pt x="37879" y="53607"/>
                    <a:pt x="37415" y="54381"/>
                    <a:pt x="36899" y="55103"/>
                  </a:cubicBezTo>
                  <a:cubicBezTo>
                    <a:pt x="36826" y="55176"/>
                    <a:pt x="36882" y="55249"/>
                    <a:pt x="36939" y="55249"/>
                  </a:cubicBezTo>
                  <a:cubicBezTo>
                    <a:pt x="36963" y="55249"/>
                    <a:pt x="36987" y="55236"/>
                    <a:pt x="37002" y="55206"/>
                  </a:cubicBezTo>
                  <a:cubicBezTo>
                    <a:pt x="37827" y="54174"/>
                    <a:pt x="39014" y="52730"/>
                    <a:pt x="38343" y="51389"/>
                  </a:cubicBezTo>
                  <a:cubicBezTo>
                    <a:pt x="37931" y="50512"/>
                    <a:pt x="37724" y="49531"/>
                    <a:pt x="37827" y="48603"/>
                  </a:cubicBezTo>
                  <a:cubicBezTo>
                    <a:pt x="37982" y="47829"/>
                    <a:pt x="38292" y="47107"/>
                    <a:pt x="38756" y="46488"/>
                  </a:cubicBezTo>
                  <a:cubicBezTo>
                    <a:pt x="38859" y="46436"/>
                    <a:pt x="38911" y="46333"/>
                    <a:pt x="39014" y="46281"/>
                  </a:cubicBezTo>
                  <a:cubicBezTo>
                    <a:pt x="40510" y="45353"/>
                    <a:pt x="42367" y="45404"/>
                    <a:pt x="43760" y="44270"/>
                  </a:cubicBezTo>
                  <a:cubicBezTo>
                    <a:pt x="44895" y="43289"/>
                    <a:pt x="44689" y="42206"/>
                    <a:pt x="44689" y="40865"/>
                  </a:cubicBezTo>
                  <a:cubicBezTo>
                    <a:pt x="44689" y="38543"/>
                    <a:pt x="44740" y="36222"/>
                    <a:pt x="44689" y="33849"/>
                  </a:cubicBezTo>
                  <a:cubicBezTo>
                    <a:pt x="44585" y="32559"/>
                    <a:pt x="44637" y="31218"/>
                    <a:pt x="44792" y="29928"/>
                  </a:cubicBezTo>
                  <a:cubicBezTo>
                    <a:pt x="44998" y="28999"/>
                    <a:pt x="45101" y="28071"/>
                    <a:pt x="45101" y="27091"/>
                  </a:cubicBezTo>
                  <a:cubicBezTo>
                    <a:pt x="44998" y="25801"/>
                    <a:pt x="43966" y="24976"/>
                    <a:pt x="43554" y="23686"/>
                  </a:cubicBezTo>
                  <a:cubicBezTo>
                    <a:pt x="43244" y="22706"/>
                    <a:pt x="43141" y="21674"/>
                    <a:pt x="42883" y="20642"/>
                  </a:cubicBezTo>
                  <a:cubicBezTo>
                    <a:pt x="42573" y="19610"/>
                    <a:pt x="42780" y="19404"/>
                    <a:pt x="43192" y="18630"/>
                  </a:cubicBezTo>
                  <a:cubicBezTo>
                    <a:pt x="43399" y="18269"/>
                    <a:pt x="43554" y="17857"/>
                    <a:pt x="43657" y="17444"/>
                  </a:cubicBezTo>
                  <a:cubicBezTo>
                    <a:pt x="43915" y="16464"/>
                    <a:pt x="44534" y="15999"/>
                    <a:pt x="44946" y="15174"/>
                  </a:cubicBezTo>
                  <a:lnTo>
                    <a:pt x="45204" y="14968"/>
                  </a:lnTo>
                  <a:cubicBezTo>
                    <a:pt x="45875" y="14297"/>
                    <a:pt x="46339" y="13368"/>
                    <a:pt x="46391" y="12388"/>
                  </a:cubicBezTo>
                  <a:cubicBezTo>
                    <a:pt x="46391" y="12337"/>
                    <a:pt x="46391" y="12285"/>
                    <a:pt x="46391" y="12233"/>
                  </a:cubicBezTo>
                  <a:cubicBezTo>
                    <a:pt x="46597" y="12027"/>
                    <a:pt x="46804" y="11769"/>
                    <a:pt x="46907" y="11460"/>
                  </a:cubicBezTo>
                  <a:cubicBezTo>
                    <a:pt x="47681" y="9706"/>
                    <a:pt x="46443" y="7694"/>
                    <a:pt x="47732" y="6094"/>
                  </a:cubicBezTo>
                  <a:cubicBezTo>
                    <a:pt x="49073" y="4495"/>
                    <a:pt x="52169" y="3876"/>
                    <a:pt x="54078" y="3309"/>
                  </a:cubicBezTo>
                  <a:cubicBezTo>
                    <a:pt x="55783" y="2557"/>
                    <a:pt x="55196" y="1"/>
                    <a:pt x="53409" y="1"/>
                  </a:cubicBezTo>
                  <a:close/>
                </a:path>
              </a:pathLst>
            </a:custGeom>
            <a:solidFill>
              <a:schemeClr val="dk1"/>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 name="Google Shape;314;p15">
              <a:extLst>
                <a:ext uri="{FF2B5EF4-FFF2-40B4-BE49-F238E27FC236}">
                  <a16:creationId xmlns:a16="http://schemas.microsoft.com/office/drawing/2014/main" id="{D071ECB4-9FF1-74CA-6219-A8FAEAA5B374}"/>
                </a:ext>
              </a:extLst>
            </p:cNvPr>
            <p:cNvSpPr/>
            <p:nvPr/>
          </p:nvSpPr>
          <p:spPr>
            <a:xfrm flipH="1">
              <a:off x="-1010805" y="2614700"/>
              <a:ext cx="46252" cy="41100"/>
            </a:xfrm>
            <a:custGeom>
              <a:avLst/>
              <a:gdLst/>
              <a:ahLst/>
              <a:cxnLst/>
              <a:rect l="l" t="t" r="r" b="b"/>
              <a:pathLst>
                <a:path w="2478" h="2202" extrusionOk="0">
                  <a:moveTo>
                    <a:pt x="1854" y="1"/>
                  </a:moveTo>
                  <a:cubicBezTo>
                    <a:pt x="1798" y="1"/>
                    <a:pt x="1746" y="13"/>
                    <a:pt x="1703" y="35"/>
                  </a:cubicBezTo>
                  <a:cubicBezTo>
                    <a:pt x="1549" y="35"/>
                    <a:pt x="1445" y="86"/>
                    <a:pt x="1342" y="189"/>
                  </a:cubicBezTo>
                  <a:cubicBezTo>
                    <a:pt x="1187" y="293"/>
                    <a:pt x="1033" y="396"/>
                    <a:pt x="930" y="499"/>
                  </a:cubicBezTo>
                  <a:lnTo>
                    <a:pt x="775" y="654"/>
                  </a:lnTo>
                  <a:cubicBezTo>
                    <a:pt x="672" y="705"/>
                    <a:pt x="568" y="757"/>
                    <a:pt x="465" y="808"/>
                  </a:cubicBezTo>
                  <a:cubicBezTo>
                    <a:pt x="414" y="912"/>
                    <a:pt x="362" y="963"/>
                    <a:pt x="362" y="1066"/>
                  </a:cubicBezTo>
                  <a:cubicBezTo>
                    <a:pt x="207" y="1170"/>
                    <a:pt x="104" y="1324"/>
                    <a:pt x="53" y="1479"/>
                  </a:cubicBezTo>
                  <a:lnTo>
                    <a:pt x="53" y="1531"/>
                  </a:lnTo>
                  <a:cubicBezTo>
                    <a:pt x="1" y="1582"/>
                    <a:pt x="1" y="1634"/>
                    <a:pt x="53" y="1685"/>
                  </a:cubicBezTo>
                  <a:cubicBezTo>
                    <a:pt x="53" y="1789"/>
                    <a:pt x="53" y="1892"/>
                    <a:pt x="156" y="1995"/>
                  </a:cubicBezTo>
                  <a:cubicBezTo>
                    <a:pt x="224" y="2133"/>
                    <a:pt x="362" y="2201"/>
                    <a:pt x="507" y="2201"/>
                  </a:cubicBezTo>
                  <a:cubicBezTo>
                    <a:pt x="580" y="2201"/>
                    <a:pt x="654" y="2184"/>
                    <a:pt x="723" y="2150"/>
                  </a:cubicBezTo>
                  <a:cubicBezTo>
                    <a:pt x="775" y="2150"/>
                    <a:pt x="826" y="2150"/>
                    <a:pt x="826" y="2098"/>
                  </a:cubicBezTo>
                  <a:cubicBezTo>
                    <a:pt x="872" y="2113"/>
                    <a:pt x="917" y="2119"/>
                    <a:pt x="961" y="2119"/>
                  </a:cubicBezTo>
                  <a:cubicBezTo>
                    <a:pt x="1067" y="2119"/>
                    <a:pt x="1166" y="2083"/>
                    <a:pt x="1239" y="2047"/>
                  </a:cubicBezTo>
                  <a:cubicBezTo>
                    <a:pt x="1497" y="1892"/>
                    <a:pt x="1755" y="1685"/>
                    <a:pt x="2013" y="1479"/>
                  </a:cubicBezTo>
                  <a:cubicBezTo>
                    <a:pt x="2116" y="1376"/>
                    <a:pt x="2219" y="1221"/>
                    <a:pt x="2322" y="1066"/>
                  </a:cubicBezTo>
                  <a:cubicBezTo>
                    <a:pt x="2374" y="1015"/>
                    <a:pt x="2426" y="912"/>
                    <a:pt x="2426" y="808"/>
                  </a:cubicBezTo>
                  <a:cubicBezTo>
                    <a:pt x="2477" y="654"/>
                    <a:pt x="2426" y="499"/>
                    <a:pt x="2374" y="396"/>
                  </a:cubicBezTo>
                  <a:cubicBezTo>
                    <a:pt x="2322" y="241"/>
                    <a:pt x="2219" y="138"/>
                    <a:pt x="2116" y="86"/>
                  </a:cubicBezTo>
                  <a:cubicBezTo>
                    <a:pt x="2025" y="26"/>
                    <a:pt x="1935" y="1"/>
                    <a:pt x="1854"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 name="Google Shape;315;p15">
              <a:extLst>
                <a:ext uri="{FF2B5EF4-FFF2-40B4-BE49-F238E27FC236}">
                  <a16:creationId xmlns:a16="http://schemas.microsoft.com/office/drawing/2014/main" id="{6C2DE1D3-400D-E624-2E95-CA5604701CF3}"/>
                </a:ext>
              </a:extLst>
            </p:cNvPr>
            <p:cNvSpPr/>
            <p:nvPr/>
          </p:nvSpPr>
          <p:spPr>
            <a:xfrm flipH="1">
              <a:off x="-978067" y="2654811"/>
              <a:ext cx="989" cy="19"/>
            </a:xfrm>
            <a:custGeom>
              <a:avLst/>
              <a:gdLst/>
              <a:ahLst/>
              <a:cxnLst/>
              <a:rect l="l" t="t" r="r" b="b"/>
              <a:pathLst>
                <a:path w="53" h="1" extrusionOk="0">
                  <a:moveTo>
                    <a:pt x="52" y="1"/>
                  </a:moveTo>
                  <a:lnTo>
                    <a:pt x="1" y="1"/>
                  </a:lnTo>
                  <a:lnTo>
                    <a:pt x="1" y="1"/>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 name="Google Shape;316;p15">
              <a:extLst>
                <a:ext uri="{FF2B5EF4-FFF2-40B4-BE49-F238E27FC236}">
                  <a16:creationId xmlns:a16="http://schemas.microsoft.com/office/drawing/2014/main" id="{DB119880-3027-1493-F061-4B75D7F6ACE0}"/>
                </a:ext>
              </a:extLst>
            </p:cNvPr>
            <p:cNvSpPr/>
            <p:nvPr/>
          </p:nvSpPr>
          <p:spPr>
            <a:xfrm flipH="1">
              <a:off x="-978067" y="2654811"/>
              <a:ext cx="19" cy="19"/>
            </a:xfrm>
            <a:custGeom>
              <a:avLst/>
              <a:gdLst/>
              <a:ahLst/>
              <a:cxnLst/>
              <a:rect l="l" t="t" r="r" b="b"/>
              <a:pathLst>
                <a:path w="1" h="1" extrusionOk="0">
                  <a:moveTo>
                    <a:pt x="0" y="1"/>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 name="Google Shape;317;p15">
              <a:extLst>
                <a:ext uri="{FF2B5EF4-FFF2-40B4-BE49-F238E27FC236}">
                  <a16:creationId xmlns:a16="http://schemas.microsoft.com/office/drawing/2014/main" id="{3074F6BD-D12D-86CD-FA63-8B2012F164E4}"/>
                </a:ext>
              </a:extLst>
            </p:cNvPr>
            <p:cNvSpPr/>
            <p:nvPr/>
          </p:nvSpPr>
          <p:spPr>
            <a:xfrm flipH="1">
              <a:off x="-980941" y="2303275"/>
              <a:ext cx="81865" cy="31880"/>
            </a:xfrm>
            <a:custGeom>
              <a:avLst/>
              <a:gdLst/>
              <a:ahLst/>
              <a:cxnLst/>
              <a:rect l="l" t="t" r="r" b="b"/>
              <a:pathLst>
                <a:path w="4386" h="1708" extrusionOk="0">
                  <a:moveTo>
                    <a:pt x="2353" y="0"/>
                  </a:moveTo>
                  <a:cubicBezTo>
                    <a:pt x="2274" y="0"/>
                    <a:pt x="2195" y="17"/>
                    <a:pt x="2116" y="57"/>
                  </a:cubicBezTo>
                  <a:cubicBezTo>
                    <a:pt x="1549" y="57"/>
                    <a:pt x="1033" y="108"/>
                    <a:pt x="465" y="108"/>
                  </a:cubicBezTo>
                  <a:cubicBezTo>
                    <a:pt x="207" y="108"/>
                    <a:pt x="1" y="315"/>
                    <a:pt x="1" y="573"/>
                  </a:cubicBezTo>
                  <a:cubicBezTo>
                    <a:pt x="1" y="831"/>
                    <a:pt x="207" y="1037"/>
                    <a:pt x="465" y="1088"/>
                  </a:cubicBezTo>
                  <a:lnTo>
                    <a:pt x="723" y="1088"/>
                  </a:lnTo>
                  <a:cubicBezTo>
                    <a:pt x="878" y="1656"/>
                    <a:pt x="1703" y="1708"/>
                    <a:pt x="2219" y="1708"/>
                  </a:cubicBezTo>
                  <a:cubicBezTo>
                    <a:pt x="2735" y="1656"/>
                    <a:pt x="3303" y="1604"/>
                    <a:pt x="3818" y="1450"/>
                  </a:cubicBezTo>
                  <a:cubicBezTo>
                    <a:pt x="4386" y="1346"/>
                    <a:pt x="4283" y="469"/>
                    <a:pt x="3664" y="469"/>
                  </a:cubicBezTo>
                  <a:lnTo>
                    <a:pt x="3406" y="469"/>
                  </a:lnTo>
                  <a:cubicBezTo>
                    <a:pt x="3303" y="315"/>
                    <a:pt x="3199" y="211"/>
                    <a:pt x="3045" y="160"/>
                  </a:cubicBezTo>
                  <a:cubicBezTo>
                    <a:pt x="2941" y="108"/>
                    <a:pt x="2838" y="108"/>
                    <a:pt x="2735" y="108"/>
                  </a:cubicBezTo>
                  <a:cubicBezTo>
                    <a:pt x="2608" y="45"/>
                    <a:pt x="2480" y="0"/>
                    <a:pt x="2353"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 name="Google Shape;318;p15">
              <a:extLst>
                <a:ext uri="{FF2B5EF4-FFF2-40B4-BE49-F238E27FC236}">
                  <a16:creationId xmlns:a16="http://schemas.microsoft.com/office/drawing/2014/main" id="{429003FA-52A3-7544-C657-9433284ADFDD}"/>
                </a:ext>
              </a:extLst>
            </p:cNvPr>
            <p:cNvSpPr/>
            <p:nvPr/>
          </p:nvSpPr>
          <p:spPr>
            <a:xfrm flipH="1">
              <a:off x="-1580834" y="2421070"/>
              <a:ext cx="57806" cy="38543"/>
            </a:xfrm>
            <a:custGeom>
              <a:avLst/>
              <a:gdLst/>
              <a:ahLst/>
              <a:cxnLst/>
              <a:rect l="l" t="t" r="r" b="b"/>
              <a:pathLst>
                <a:path w="3097" h="2065" extrusionOk="0">
                  <a:moveTo>
                    <a:pt x="678" y="1"/>
                  </a:moveTo>
                  <a:cubicBezTo>
                    <a:pt x="633" y="1"/>
                    <a:pt x="594" y="14"/>
                    <a:pt x="568" y="39"/>
                  </a:cubicBezTo>
                  <a:cubicBezTo>
                    <a:pt x="504" y="18"/>
                    <a:pt x="440" y="6"/>
                    <a:pt x="380" y="6"/>
                  </a:cubicBezTo>
                  <a:cubicBezTo>
                    <a:pt x="294" y="6"/>
                    <a:pt x="216" y="31"/>
                    <a:pt x="156" y="91"/>
                  </a:cubicBezTo>
                  <a:cubicBezTo>
                    <a:pt x="52" y="246"/>
                    <a:pt x="1" y="452"/>
                    <a:pt x="104" y="607"/>
                  </a:cubicBezTo>
                  <a:cubicBezTo>
                    <a:pt x="259" y="865"/>
                    <a:pt x="517" y="1071"/>
                    <a:pt x="775" y="1123"/>
                  </a:cubicBezTo>
                  <a:lnTo>
                    <a:pt x="826" y="1123"/>
                  </a:lnTo>
                  <a:lnTo>
                    <a:pt x="1033" y="1226"/>
                  </a:lnTo>
                  <a:lnTo>
                    <a:pt x="1084" y="1278"/>
                  </a:lnTo>
                  <a:cubicBezTo>
                    <a:pt x="1187" y="1329"/>
                    <a:pt x="1239" y="1381"/>
                    <a:pt x="1342" y="1381"/>
                  </a:cubicBezTo>
                  <a:cubicBezTo>
                    <a:pt x="1394" y="1432"/>
                    <a:pt x="1497" y="1432"/>
                    <a:pt x="1548" y="1484"/>
                  </a:cubicBezTo>
                  <a:lnTo>
                    <a:pt x="1703" y="1587"/>
                  </a:lnTo>
                  <a:cubicBezTo>
                    <a:pt x="1910" y="1793"/>
                    <a:pt x="2168" y="1897"/>
                    <a:pt x="2425" y="2051"/>
                  </a:cubicBezTo>
                  <a:cubicBezTo>
                    <a:pt x="2462" y="2060"/>
                    <a:pt x="2499" y="2065"/>
                    <a:pt x="2535" y="2065"/>
                  </a:cubicBezTo>
                  <a:cubicBezTo>
                    <a:pt x="2703" y="2065"/>
                    <a:pt x="2866" y="1972"/>
                    <a:pt x="2993" y="1845"/>
                  </a:cubicBezTo>
                  <a:cubicBezTo>
                    <a:pt x="3096" y="1639"/>
                    <a:pt x="3045" y="1381"/>
                    <a:pt x="2890" y="1226"/>
                  </a:cubicBezTo>
                  <a:cubicBezTo>
                    <a:pt x="2632" y="968"/>
                    <a:pt x="2322" y="710"/>
                    <a:pt x="1961" y="607"/>
                  </a:cubicBezTo>
                  <a:cubicBezTo>
                    <a:pt x="1910" y="555"/>
                    <a:pt x="1858" y="504"/>
                    <a:pt x="1755" y="452"/>
                  </a:cubicBezTo>
                  <a:cubicBezTo>
                    <a:pt x="1703" y="452"/>
                    <a:pt x="1703" y="452"/>
                    <a:pt x="1652" y="401"/>
                  </a:cubicBezTo>
                  <a:lnTo>
                    <a:pt x="1497" y="349"/>
                  </a:lnTo>
                  <a:lnTo>
                    <a:pt x="1342" y="246"/>
                  </a:lnTo>
                  <a:cubicBezTo>
                    <a:pt x="1187" y="143"/>
                    <a:pt x="981" y="39"/>
                    <a:pt x="826" y="39"/>
                  </a:cubicBezTo>
                  <a:cubicBezTo>
                    <a:pt x="775" y="14"/>
                    <a:pt x="723" y="1"/>
                    <a:pt x="678"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Google Shape;319;p15">
              <a:extLst>
                <a:ext uri="{FF2B5EF4-FFF2-40B4-BE49-F238E27FC236}">
                  <a16:creationId xmlns:a16="http://schemas.microsoft.com/office/drawing/2014/main" id="{4C868617-E5A8-ADEE-A8C8-EDDFC4BC0075}"/>
                </a:ext>
              </a:extLst>
            </p:cNvPr>
            <p:cNvSpPr/>
            <p:nvPr/>
          </p:nvSpPr>
          <p:spPr>
            <a:xfrm flipH="1">
              <a:off x="-1714662" y="2092790"/>
              <a:ext cx="24078" cy="49873"/>
            </a:xfrm>
            <a:custGeom>
              <a:avLst/>
              <a:gdLst/>
              <a:ahLst/>
              <a:cxnLst/>
              <a:rect l="l" t="t" r="r" b="b"/>
              <a:pathLst>
                <a:path w="1290" h="2672" extrusionOk="0">
                  <a:moveTo>
                    <a:pt x="631" y="1"/>
                  </a:moveTo>
                  <a:cubicBezTo>
                    <a:pt x="445" y="1"/>
                    <a:pt x="263" y="119"/>
                    <a:pt x="206" y="345"/>
                  </a:cubicBezTo>
                  <a:cubicBezTo>
                    <a:pt x="103" y="603"/>
                    <a:pt x="52" y="913"/>
                    <a:pt x="0" y="1222"/>
                  </a:cubicBezTo>
                  <a:cubicBezTo>
                    <a:pt x="0" y="1274"/>
                    <a:pt x="0" y="1326"/>
                    <a:pt x="0" y="1377"/>
                  </a:cubicBezTo>
                  <a:cubicBezTo>
                    <a:pt x="0" y="1429"/>
                    <a:pt x="0" y="1480"/>
                    <a:pt x="0" y="1480"/>
                  </a:cubicBezTo>
                  <a:cubicBezTo>
                    <a:pt x="0" y="1532"/>
                    <a:pt x="0" y="1584"/>
                    <a:pt x="0" y="1635"/>
                  </a:cubicBezTo>
                  <a:cubicBezTo>
                    <a:pt x="0" y="1842"/>
                    <a:pt x="0" y="2048"/>
                    <a:pt x="0" y="2203"/>
                  </a:cubicBezTo>
                  <a:cubicBezTo>
                    <a:pt x="0" y="2409"/>
                    <a:pt x="103" y="2564"/>
                    <a:pt x="258" y="2615"/>
                  </a:cubicBezTo>
                  <a:cubicBezTo>
                    <a:pt x="337" y="2655"/>
                    <a:pt x="416" y="2672"/>
                    <a:pt x="489" y="2672"/>
                  </a:cubicBezTo>
                  <a:cubicBezTo>
                    <a:pt x="607" y="2672"/>
                    <a:pt x="710" y="2628"/>
                    <a:pt x="774" y="2564"/>
                  </a:cubicBezTo>
                  <a:cubicBezTo>
                    <a:pt x="929" y="2409"/>
                    <a:pt x="1032" y="2203"/>
                    <a:pt x="1083" y="2048"/>
                  </a:cubicBezTo>
                  <a:cubicBezTo>
                    <a:pt x="1083" y="1945"/>
                    <a:pt x="1135" y="1893"/>
                    <a:pt x="1135" y="1842"/>
                  </a:cubicBezTo>
                  <a:cubicBezTo>
                    <a:pt x="1135" y="1790"/>
                    <a:pt x="1187" y="1738"/>
                    <a:pt x="1238" y="1687"/>
                  </a:cubicBezTo>
                  <a:cubicBezTo>
                    <a:pt x="1290" y="1532"/>
                    <a:pt x="1290" y="1326"/>
                    <a:pt x="1290" y="1171"/>
                  </a:cubicBezTo>
                  <a:cubicBezTo>
                    <a:pt x="1290" y="810"/>
                    <a:pt x="1187" y="500"/>
                    <a:pt x="1032" y="242"/>
                  </a:cubicBezTo>
                  <a:cubicBezTo>
                    <a:pt x="939" y="80"/>
                    <a:pt x="783" y="1"/>
                    <a:pt x="631"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8" name="Google Shape;320;p15">
              <a:extLst>
                <a:ext uri="{FF2B5EF4-FFF2-40B4-BE49-F238E27FC236}">
                  <a16:creationId xmlns:a16="http://schemas.microsoft.com/office/drawing/2014/main" id="{A22B52C6-1E8E-2144-D792-F529B6D17BDD}"/>
                </a:ext>
              </a:extLst>
            </p:cNvPr>
            <p:cNvSpPr/>
            <p:nvPr/>
          </p:nvSpPr>
          <p:spPr>
            <a:xfrm flipH="1">
              <a:off x="-1485493" y="2573936"/>
              <a:ext cx="20233" cy="58757"/>
            </a:xfrm>
            <a:custGeom>
              <a:avLst/>
              <a:gdLst/>
              <a:ahLst/>
              <a:cxnLst/>
              <a:rect l="l" t="t" r="r" b="b"/>
              <a:pathLst>
                <a:path w="1084" h="3148" extrusionOk="0">
                  <a:moveTo>
                    <a:pt x="523" y="0"/>
                  </a:moveTo>
                  <a:cubicBezTo>
                    <a:pt x="271" y="0"/>
                    <a:pt x="26" y="155"/>
                    <a:pt x="52" y="465"/>
                  </a:cubicBezTo>
                  <a:lnTo>
                    <a:pt x="52" y="1548"/>
                  </a:lnTo>
                  <a:cubicBezTo>
                    <a:pt x="1" y="1909"/>
                    <a:pt x="1" y="2270"/>
                    <a:pt x="52" y="2631"/>
                  </a:cubicBezTo>
                  <a:lnTo>
                    <a:pt x="52" y="2683"/>
                  </a:lnTo>
                  <a:cubicBezTo>
                    <a:pt x="1" y="2941"/>
                    <a:pt x="259" y="3147"/>
                    <a:pt x="516" y="3147"/>
                  </a:cubicBezTo>
                  <a:cubicBezTo>
                    <a:pt x="774" y="3147"/>
                    <a:pt x="981" y="2941"/>
                    <a:pt x="981" y="2734"/>
                  </a:cubicBezTo>
                  <a:lnTo>
                    <a:pt x="981" y="2631"/>
                  </a:lnTo>
                  <a:cubicBezTo>
                    <a:pt x="1032" y="2425"/>
                    <a:pt x="1032" y="2219"/>
                    <a:pt x="1032" y="2012"/>
                  </a:cubicBezTo>
                  <a:cubicBezTo>
                    <a:pt x="1084" y="1857"/>
                    <a:pt x="1084" y="1754"/>
                    <a:pt x="1084" y="1600"/>
                  </a:cubicBezTo>
                  <a:cubicBezTo>
                    <a:pt x="1084" y="1445"/>
                    <a:pt x="1084" y="1238"/>
                    <a:pt x="1084" y="1032"/>
                  </a:cubicBezTo>
                  <a:cubicBezTo>
                    <a:pt x="1084" y="929"/>
                    <a:pt x="1084" y="774"/>
                    <a:pt x="1032" y="671"/>
                  </a:cubicBezTo>
                  <a:cubicBezTo>
                    <a:pt x="981" y="568"/>
                    <a:pt x="1032" y="568"/>
                    <a:pt x="1032" y="465"/>
                  </a:cubicBezTo>
                  <a:cubicBezTo>
                    <a:pt x="1032" y="155"/>
                    <a:pt x="774" y="0"/>
                    <a:pt x="523"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Google Shape;321;p15">
              <a:extLst>
                <a:ext uri="{FF2B5EF4-FFF2-40B4-BE49-F238E27FC236}">
                  <a16:creationId xmlns:a16="http://schemas.microsoft.com/office/drawing/2014/main" id="{13A19959-39C1-5F0C-30F3-8DAD6905D08C}"/>
                </a:ext>
              </a:extLst>
            </p:cNvPr>
            <p:cNvSpPr/>
            <p:nvPr/>
          </p:nvSpPr>
          <p:spPr>
            <a:xfrm flipH="1">
              <a:off x="-1782062" y="1286555"/>
              <a:ext cx="29864" cy="66933"/>
            </a:xfrm>
            <a:custGeom>
              <a:avLst/>
              <a:gdLst/>
              <a:ahLst/>
              <a:cxnLst/>
              <a:rect l="l" t="t" r="r" b="b"/>
              <a:pathLst>
                <a:path w="1600" h="3586" extrusionOk="0">
                  <a:moveTo>
                    <a:pt x="671" y="0"/>
                  </a:moveTo>
                  <a:cubicBezTo>
                    <a:pt x="362" y="0"/>
                    <a:pt x="155" y="258"/>
                    <a:pt x="155" y="516"/>
                  </a:cubicBezTo>
                  <a:lnTo>
                    <a:pt x="155" y="1548"/>
                  </a:lnTo>
                  <a:lnTo>
                    <a:pt x="155" y="1651"/>
                  </a:lnTo>
                  <a:lnTo>
                    <a:pt x="155" y="1703"/>
                  </a:lnTo>
                  <a:cubicBezTo>
                    <a:pt x="1" y="2064"/>
                    <a:pt x="1" y="2425"/>
                    <a:pt x="104" y="2786"/>
                  </a:cubicBezTo>
                  <a:cubicBezTo>
                    <a:pt x="104" y="2838"/>
                    <a:pt x="155" y="2889"/>
                    <a:pt x="155" y="2941"/>
                  </a:cubicBezTo>
                  <a:cubicBezTo>
                    <a:pt x="155" y="3044"/>
                    <a:pt x="207" y="3147"/>
                    <a:pt x="207" y="3199"/>
                  </a:cubicBezTo>
                  <a:cubicBezTo>
                    <a:pt x="284" y="3457"/>
                    <a:pt x="504" y="3586"/>
                    <a:pt x="723" y="3586"/>
                  </a:cubicBezTo>
                  <a:cubicBezTo>
                    <a:pt x="942" y="3586"/>
                    <a:pt x="1161" y="3457"/>
                    <a:pt x="1239" y="3199"/>
                  </a:cubicBezTo>
                  <a:lnTo>
                    <a:pt x="1290" y="2992"/>
                  </a:lnTo>
                  <a:cubicBezTo>
                    <a:pt x="1290" y="2941"/>
                    <a:pt x="1342" y="2889"/>
                    <a:pt x="1342" y="2889"/>
                  </a:cubicBezTo>
                  <a:cubicBezTo>
                    <a:pt x="1394" y="2786"/>
                    <a:pt x="1394" y="2683"/>
                    <a:pt x="1394" y="2631"/>
                  </a:cubicBezTo>
                  <a:lnTo>
                    <a:pt x="1394" y="2270"/>
                  </a:lnTo>
                  <a:cubicBezTo>
                    <a:pt x="1394" y="2270"/>
                    <a:pt x="1394" y="2219"/>
                    <a:pt x="1394" y="2167"/>
                  </a:cubicBezTo>
                  <a:lnTo>
                    <a:pt x="1394" y="2115"/>
                  </a:lnTo>
                  <a:lnTo>
                    <a:pt x="1394" y="2012"/>
                  </a:lnTo>
                  <a:cubicBezTo>
                    <a:pt x="1445" y="1961"/>
                    <a:pt x="1497" y="1857"/>
                    <a:pt x="1548" y="1754"/>
                  </a:cubicBezTo>
                  <a:cubicBezTo>
                    <a:pt x="1548" y="1754"/>
                    <a:pt x="1548" y="1754"/>
                    <a:pt x="1548" y="1703"/>
                  </a:cubicBezTo>
                  <a:cubicBezTo>
                    <a:pt x="1600" y="1600"/>
                    <a:pt x="1600" y="1393"/>
                    <a:pt x="1600" y="1290"/>
                  </a:cubicBezTo>
                  <a:cubicBezTo>
                    <a:pt x="1497" y="1135"/>
                    <a:pt x="1394" y="1032"/>
                    <a:pt x="1239" y="980"/>
                  </a:cubicBezTo>
                  <a:lnTo>
                    <a:pt x="1239" y="516"/>
                  </a:lnTo>
                  <a:cubicBezTo>
                    <a:pt x="1239" y="258"/>
                    <a:pt x="981" y="0"/>
                    <a:pt x="671"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 name="Google Shape;322;p15">
              <a:extLst>
                <a:ext uri="{FF2B5EF4-FFF2-40B4-BE49-F238E27FC236}">
                  <a16:creationId xmlns:a16="http://schemas.microsoft.com/office/drawing/2014/main" id="{E243B635-382A-4AD4-45A0-A85BD8C6085D}"/>
                </a:ext>
              </a:extLst>
            </p:cNvPr>
            <p:cNvSpPr/>
            <p:nvPr/>
          </p:nvSpPr>
          <p:spPr>
            <a:xfrm flipH="1">
              <a:off x="-1882218" y="2207075"/>
              <a:ext cx="19" cy="971"/>
            </a:xfrm>
            <a:custGeom>
              <a:avLst/>
              <a:gdLst/>
              <a:ahLst/>
              <a:cxnLst/>
              <a:rect l="l" t="t" r="r" b="b"/>
              <a:pathLst>
                <a:path w="1" h="52" extrusionOk="0">
                  <a:moveTo>
                    <a:pt x="0" y="52"/>
                  </a:moveTo>
                  <a:lnTo>
                    <a:pt x="0" y="52"/>
                  </a:lnTo>
                  <a:cubicBezTo>
                    <a:pt x="0" y="52"/>
                    <a:pt x="0" y="0"/>
                    <a:pt x="0" y="52"/>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1" name="Google Shape;323;p15">
              <a:extLst>
                <a:ext uri="{FF2B5EF4-FFF2-40B4-BE49-F238E27FC236}">
                  <a16:creationId xmlns:a16="http://schemas.microsoft.com/office/drawing/2014/main" id="{781D617E-2346-61B1-E798-827F9875D683}"/>
                </a:ext>
              </a:extLst>
            </p:cNvPr>
            <p:cNvSpPr/>
            <p:nvPr/>
          </p:nvSpPr>
          <p:spPr>
            <a:xfrm flipH="1">
              <a:off x="-1887985" y="2231153"/>
              <a:ext cx="19" cy="19"/>
            </a:xfrm>
            <a:custGeom>
              <a:avLst/>
              <a:gdLst/>
              <a:ahLst/>
              <a:cxnLst/>
              <a:rect l="l" t="t" r="r" b="b"/>
              <a:pathLst>
                <a:path w="1" h="1" extrusionOk="0">
                  <a:moveTo>
                    <a:pt x="1" y="0"/>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2" name="Google Shape;324;p15">
              <a:extLst>
                <a:ext uri="{FF2B5EF4-FFF2-40B4-BE49-F238E27FC236}">
                  <a16:creationId xmlns:a16="http://schemas.microsoft.com/office/drawing/2014/main" id="{00EB4694-D66D-C732-6BDE-B90CACDFEF9A}"/>
                </a:ext>
              </a:extLst>
            </p:cNvPr>
            <p:cNvSpPr/>
            <p:nvPr/>
          </p:nvSpPr>
          <p:spPr>
            <a:xfrm flipH="1">
              <a:off x="-1893772" y="2253290"/>
              <a:ext cx="19" cy="19"/>
            </a:xfrm>
            <a:custGeom>
              <a:avLst/>
              <a:gdLst/>
              <a:ahLst/>
              <a:cxnLst/>
              <a:rect l="l" t="t" r="r" b="b"/>
              <a:pathLst>
                <a:path w="1" h="1" extrusionOk="0">
                  <a:moveTo>
                    <a:pt x="0" y="1"/>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Google Shape;325;p15">
              <a:extLst>
                <a:ext uri="{FF2B5EF4-FFF2-40B4-BE49-F238E27FC236}">
                  <a16:creationId xmlns:a16="http://schemas.microsoft.com/office/drawing/2014/main" id="{75E78FD9-5B4C-D5F4-BCC1-12D7F605B6C2}"/>
                </a:ext>
              </a:extLst>
            </p:cNvPr>
            <p:cNvSpPr/>
            <p:nvPr/>
          </p:nvSpPr>
          <p:spPr>
            <a:xfrm flipH="1">
              <a:off x="-1913015" y="2204425"/>
              <a:ext cx="33709" cy="57544"/>
            </a:xfrm>
            <a:custGeom>
              <a:avLst/>
              <a:gdLst/>
              <a:ahLst/>
              <a:cxnLst/>
              <a:rect l="l" t="t" r="r" b="b"/>
              <a:pathLst>
                <a:path w="1806" h="3083" extrusionOk="0">
                  <a:moveTo>
                    <a:pt x="516" y="0"/>
                  </a:moveTo>
                  <a:cubicBezTo>
                    <a:pt x="374" y="0"/>
                    <a:pt x="232" y="65"/>
                    <a:pt x="155" y="194"/>
                  </a:cubicBezTo>
                  <a:cubicBezTo>
                    <a:pt x="103" y="246"/>
                    <a:pt x="52" y="349"/>
                    <a:pt x="52" y="400"/>
                  </a:cubicBezTo>
                  <a:cubicBezTo>
                    <a:pt x="0" y="503"/>
                    <a:pt x="0" y="607"/>
                    <a:pt x="52" y="710"/>
                  </a:cubicBezTo>
                  <a:cubicBezTo>
                    <a:pt x="52" y="813"/>
                    <a:pt x="103" y="916"/>
                    <a:pt x="207" y="1019"/>
                  </a:cubicBezTo>
                  <a:cubicBezTo>
                    <a:pt x="258" y="1174"/>
                    <a:pt x="361" y="1277"/>
                    <a:pt x="413" y="1380"/>
                  </a:cubicBezTo>
                  <a:lnTo>
                    <a:pt x="465" y="1432"/>
                  </a:lnTo>
                  <a:cubicBezTo>
                    <a:pt x="465" y="1432"/>
                    <a:pt x="516" y="1484"/>
                    <a:pt x="568" y="1535"/>
                  </a:cubicBezTo>
                  <a:cubicBezTo>
                    <a:pt x="568" y="1535"/>
                    <a:pt x="568" y="1535"/>
                    <a:pt x="568" y="1587"/>
                  </a:cubicBezTo>
                  <a:lnTo>
                    <a:pt x="568" y="1638"/>
                  </a:lnTo>
                  <a:cubicBezTo>
                    <a:pt x="516" y="1793"/>
                    <a:pt x="516" y="1999"/>
                    <a:pt x="568" y="2154"/>
                  </a:cubicBezTo>
                  <a:cubicBezTo>
                    <a:pt x="568" y="2309"/>
                    <a:pt x="619" y="2412"/>
                    <a:pt x="671" y="2515"/>
                  </a:cubicBezTo>
                  <a:cubicBezTo>
                    <a:pt x="671" y="2619"/>
                    <a:pt x="723" y="2722"/>
                    <a:pt x="774" y="2825"/>
                  </a:cubicBezTo>
                  <a:cubicBezTo>
                    <a:pt x="774" y="2825"/>
                    <a:pt x="856" y="2934"/>
                    <a:pt x="861" y="2934"/>
                  </a:cubicBezTo>
                  <a:cubicBezTo>
                    <a:pt x="861" y="2934"/>
                    <a:pt x="861" y="2934"/>
                    <a:pt x="861" y="2934"/>
                  </a:cubicBezTo>
                  <a:lnTo>
                    <a:pt x="861" y="2934"/>
                  </a:lnTo>
                  <a:cubicBezTo>
                    <a:pt x="936" y="3033"/>
                    <a:pt x="1054" y="3083"/>
                    <a:pt x="1177" y="3083"/>
                  </a:cubicBezTo>
                  <a:cubicBezTo>
                    <a:pt x="1250" y="3083"/>
                    <a:pt x="1324" y="3066"/>
                    <a:pt x="1393" y="3031"/>
                  </a:cubicBezTo>
                  <a:cubicBezTo>
                    <a:pt x="1651" y="2876"/>
                    <a:pt x="1754" y="2619"/>
                    <a:pt x="1703" y="2361"/>
                  </a:cubicBezTo>
                  <a:lnTo>
                    <a:pt x="1754" y="2361"/>
                  </a:lnTo>
                  <a:cubicBezTo>
                    <a:pt x="1806" y="2206"/>
                    <a:pt x="1806" y="2103"/>
                    <a:pt x="1754" y="1948"/>
                  </a:cubicBezTo>
                  <a:cubicBezTo>
                    <a:pt x="1703" y="1896"/>
                    <a:pt x="1703" y="1896"/>
                    <a:pt x="1651" y="1845"/>
                  </a:cubicBezTo>
                  <a:cubicBezTo>
                    <a:pt x="1651" y="1793"/>
                    <a:pt x="1651" y="1793"/>
                    <a:pt x="1651" y="1742"/>
                  </a:cubicBezTo>
                  <a:cubicBezTo>
                    <a:pt x="1651" y="1690"/>
                    <a:pt x="1600" y="1587"/>
                    <a:pt x="1548" y="1535"/>
                  </a:cubicBezTo>
                  <a:cubicBezTo>
                    <a:pt x="1548" y="1380"/>
                    <a:pt x="1496" y="1226"/>
                    <a:pt x="1445" y="1071"/>
                  </a:cubicBezTo>
                  <a:cubicBezTo>
                    <a:pt x="1393" y="710"/>
                    <a:pt x="1187" y="452"/>
                    <a:pt x="929" y="246"/>
                  </a:cubicBezTo>
                  <a:lnTo>
                    <a:pt x="877" y="246"/>
                  </a:lnTo>
                  <a:lnTo>
                    <a:pt x="877" y="194"/>
                  </a:lnTo>
                  <a:cubicBezTo>
                    <a:pt x="800" y="65"/>
                    <a:pt x="658" y="0"/>
                    <a:pt x="516"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Google Shape;326;p15">
              <a:extLst>
                <a:ext uri="{FF2B5EF4-FFF2-40B4-BE49-F238E27FC236}">
                  <a16:creationId xmlns:a16="http://schemas.microsoft.com/office/drawing/2014/main" id="{F5428D57-073E-D0E0-F785-F816AEAAA9EE}"/>
                </a:ext>
              </a:extLst>
            </p:cNvPr>
            <p:cNvSpPr/>
            <p:nvPr/>
          </p:nvSpPr>
          <p:spPr>
            <a:xfrm flipH="1">
              <a:off x="-1892801" y="2252319"/>
              <a:ext cx="19" cy="1960"/>
            </a:xfrm>
            <a:custGeom>
              <a:avLst/>
              <a:gdLst/>
              <a:ahLst/>
              <a:cxnLst/>
              <a:rect l="l" t="t" r="r" b="b"/>
              <a:pathLst>
                <a:path w="1" h="105" extrusionOk="0">
                  <a:moveTo>
                    <a:pt x="1" y="1"/>
                  </a:moveTo>
                  <a:cubicBezTo>
                    <a:pt x="1" y="53"/>
                    <a:pt x="1" y="104"/>
                    <a:pt x="1"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Google Shape;327;p15">
              <a:extLst>
                <a:ext uri="{FF2B5EF4-FFF2-40B4-BE49-F238E27FC236}">
                  <a16:creationId xmlns:a16="http://schemas.microsoft.com/office/drawing/2014/main" id="{1A6C9AC9-5F6B-1EAE-02F0-3A7E0C17E17F}"/>
                </a:ext>
              </a:extLst>
            </p:cNvPr>
            <p:cNvSpPr/>
            <p:nvPr/>
          </p:nvSpPr>
          <p:spPr>
            <a:xfrm flipH="1">
              <a:off x="-1892801" y="2251367"/>
              <a:ext cx="989" cy="971"/>
            </a:xfrm>
            <a:custGeom>
              <a:avLst/>
              <a:gdLst/>
              <a:ahLst/>
              <a:cxnLst/>
              <a:rect l="l" t="t" r="r" b="b"/>
              <a:pathLst>
                <a:path w="53" h="52" extrusionOk="0">
                  <a:moveTo>
                    <a:pt x="53" y="52"/>
                  </a:moveTo>
                  <a:cubicBezTo>
                    <a:pt x="53" y="52"/>
                    <a:pt x="1" y="0"/>
                    <a:pt x="53" y="52"/>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Google Shape;328;p15">
              <a:extLst>
                <a:ext uri="{FF2B5EF4-FFF2-40B4-BE49-F238E27FC236}">
                  <a16:creationId xmlns:a16="http://schemas.microsoft.com/office/drawing/2014/main" id="{84DDC27D-6EAE-1AFF-48A2-50D8D576EDF3}"/>
                </a:ext>
              </a:extLst>
            </p:cNvPr>
            <p:cNvSpPr/>
            <p:nvPr/>
          </p:nvSpPr>
          <p:spPr>
            <a:xfrm flipH="1">
              <a:off x="-1881247" y="2208027"/>
              <a:ext cx="19" cy="19"/>
            </a:xfrm>
            <a:custGeom>
              <a:avLst/>
              <a:gdLst/>
              <a:ahLst/>
              <a:cxnLst/>
              <a:rect l="l" t="t" r="r" b="b"/>
              <a:pathLst>
                <a:path w="1" h="1" extrusionOk="0">
                  <a:moveTo>
                    <a:pt x="0" y="1"/>
                  </a:moveTo>
                  <a:lnTo>
                    <a:pt x="0" y="1"/>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 name="Google Shape;329;p15">
              <a:extLst>
                <a:ext uri="{FF2B5EF4-FFF2-40B4-BE49-F238E27FC236}">
                  <a16:creationId xmlns:a16="http://schemas.microsoft.com/office/drawing/2014/main" id="{AE55A684-C7BE-8B3B-951E-C78D37FD273F}"/>
                </a:ext>
              </a:extLst>
            </p:cNvPr>
            <p:cNvSpPr/>
            <p:nvPr/>
          </p:nvSpPr>
          <p:spPr>
            <a:xfrm flipH="1">
              <a:off x="-1661710" y="2717638"/>
              <a:ext cx="37573" cy="48921"/>
            </a:xfrm>
            <a:custGeom>
              <a:avLst/>
              <a:gdLst/>
              <a:ahLst/>
              <a:cxnLst/>
              <a:rect l="l" t="t" r="r" b="b"/>
              <a:pathLst>
                <a:path w="2013" h="2621" extrusionOk="0">
                  <a:moveTo>
                    <a:pt x="1606" y="1"/>
                  </a:moveTo>
                  <a:cubicBezTo>
                    <a:pt x="1561" y="1"/>
                    <a:pt x="1522" y="14"/>
                    <a:pt x="1497" y="40"/>
                  </a:cubicBezTo>
                  <a:cubicBezTo>
                    <a:pt x="1393" y="40"/>
                    <a:pt x="1290" y="91"/>
                    <a:pt x="1239" y="143"/>
                  </a:cubicBezTo>
                  <a:cubicBezTo>
                    <a:pt x="1135" y="246"/>
                    <a:pt x="1032" y="401"/>
                    <a:pt x="981" y="555"/>
                  </a:cubicBezTo>
                  <a:lnTo>
                    <a:pt x="929" y="607"/>
                  </a:lnTo>
                  <a:cubicBezTo>
                    <a:pt x="878" y="659"/>
                    <a:pt x="826" y="762"/>
                    <a:pt x="774" y="813"/>
                  </a:cubicBezTo>
                  <a:lnTo>
                    <a:pt x="516" y="1071"/>
                  </a:lnTo>
                  <a:cubicBezTo>
                    <a:pt x="465" y="1174"/>
                    <a:pt x="413" y="1278"/>
                    <a:pt x="465" y="1381"/>
                  </a:cubicBezTo>
                  <a:lnTo>
                    <a:pt x="413" y="1484"/>
                  </a:lnTo>
                  <a:cubicBezTo>
                    <a:pt x="310" y="1587"/>
                    <a:pt x="258" y="1639"/>
                    <a:pt x="207" y="1742"/>
                  </a:cubicBezTo>
                  <a:cubicBezTo>
                    <a:pt x="104" y="1845"/>
                    <a:pt x="52" y="1948"/>
                    <a:pt x="52" y="2103"/>
                  </a:cubicBezTo>
                  <a:cubicBezTo>
                    <a:pt x="1" y="2258"/>
                    <a:pt x="52" y="2464"/>
                    <a:pt x="207" y="2567"/>
                  </a:cubicBezTo>
                  <a:cubicBezTo>
                    <a:pt x="280" y="2604"/>
                    <a:pt x="353" y="2621"/>
                    <a:pt x="422" y="2621"/>
                  </a:cubicBezTo>
                  <a:cubicBezTo>
                    <a:pt x="547" y="2621"/>
                    <a:pt x="656" y="2564"/>
                    <a:pt x="723" y="2464"/>
                  </a:cubicBezTo>
                  <a:cubicBezTo>
                    <a:pt x="774" y="2464"/>
                    <a:pt x="774" y="2413"/>
                    <a:pt x="826" y="2361"/>
                  </a:cubicBezTo>
                  <a:cubicBezTo>
                    <a:pt x="826" y="2361"/>
                    <a:pt x="826" y="2361"/>
                    <a:pt x="826" y="2309"/>
                  </a:cubicBezTo>
                  <a:lnTo>
                    <a:pt x="929" y="2258"/>
                  </a:lnTo>
                  <a:cubicBezTo>
                    <a:pt x="981" y="2155"/>
                    <a:pt x="1084" y="2051"/>
                    <a:pt x="1135" y="1948"/>
                  </a:cubicBezTo>
                  <a:cubicBezTo>
                    <a:pt x="1187" y="1897"/>
                    <a:pt x="1239" y="1845"/>
                    <a:pt x="1290" y="1742"/>
                  </a:cubicBezTo>
                  <a:lnTo>
                    <a:pt x="1393" y="1639"/>
                  </a:lnTo>
                  <a:lnTo>
                    <a:pt x="1393" y="1587"/>
                  </a:lnTo>
                  <a:cubicBezTo>
                    <a:pt x="1497" y="1432"/>
                    <a:pt x="1651" y="1278"/>
                    <a:pt x="1755" y="1071"/>
                  </a:cubicBezTo>
                  <a:cubicBezTo>
                    <a:pt x="1858" y="865"/>
                    <a:pt x="1961" y="659"/>
                    <a:pt x="2012" y="401"/>
                  </a:cubicBezTo>
                  <a:cubicBezTo>
                    <a:pt x="2012" y="349"/>
                    <a:pt x="1961" y="297"/>
                    <a:pt x="1961" y="246"/>
                  </a:cubicBezTo>
                  <a:cubicBezTo>
                    <a:pt x="1909" y="143"/>
                    <a:pt x="1858" y="40"/>
                    <a:pt x="1755" y="40"/>
                  </a:cubicBezTo>
                  <a:cubicBezTo>
                    <a:pt x="1703" y="14"/>
                    <a:pt x="1651" y="1"/>
                    <a:pt x="1606"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 name="Google Shape;330;p15">
              <a:extLst>
                <a:ext uri="{FF2B5EF4-FFF2-40B4-BE49-F238E27FC236}">
                  <a16:creationId xmlns:a16="http://schemas.microsoft.com/office/drawing/2014/main" id="{78EB0519-A5D3-E1B0-607D-FEFA12B42B62}"/>
                </a:ext>
              </a:extLst>
            </p:cNvPr>
            <p:cNvSpPr/>
            <p:nvPr/>
          </p:nvSpPr>
          <p:spPr>
            <a:xfrm flipH="1">
              <a:off x="-1630894" y="2745318"/>
              <a:ext cx="19" cy="19"/>
            </a:xfrm>
            <a:custGeom>
              <a:avLst/>
              <a:gdLst/>
              <a:ahLst/>
              <a:cxnLst/>
              <a:rect l="l" t="t" r="r" b="b"/>
              <a:pathLst>
                <a:path w="1" h="1" extrusionOk="0">
                  <a:moveTo>
                    <a:pt x="1" y="1"/>
                  </a:move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Google Shape;331;p15">
              <a:extLst>
                <a:ext uri="{FF2B5EF4-FFF2-40B4-BE49-F238E27FC236}">
                  <a16:creationId xmlns:a16="http://schemas.microsoft.com/office/drawing/2014/main" id="{798EEAB3-63F4-2AEE-1E6C-EE3D0EDBA660}"/>
                </a:ext>
              </a:extLst>
            </p:cNvPr>
            <p:cNvSpPr/>
            <p:nvPr/>
          </p:nvSpPr>
          <p:spPr>
            <a:xfrm flipH="1">
              <a:off x="-1272712" y="2355350"/>
              <a:ext cx="53942" cy="32757"/>
            </a:xfrm>
            <a:custGeom>
              <a:avLst/>
              <a:gdLst/>
              <a:ahLst/>
              <a:cxnLst/>
              <a:rect l="l" t="t" r="r" b="b"/>
              <a:pathLst>
                <a:path w="2890" h="1755" extrusionOk="0">
                  <a:moveTo>
                    <a:pt x="2528" y="1"/>
                  </a:moveTo>
                  <a:cubicBezTo>
                    <a:pt x="2322" y="1"/>
                    <a:pt x="2167" y="52"/>
                    <a:pt x="2012" y="156"/>
                  </a:cubicBezTo>
                  <a:lnTo>
                    <a:pt x="1909" y="207"/>
                  </a:lnTo>
                  <a:lnTo>
                    <a:pt x="1857" y="207"/>
                  </a:lnTo>
                  <a:cubicBezTo>
                    <a:pt x="1703" y="310"/>
                    <a:pt x="1599" y="362"/>
                    <a:pt x="1445" y="465"/>
                  </a:cubicBezTo>
                  <a:lnTo>
                    <a:pt x="1290" y="465"/>
                  </a:lnTo>
                  <a:cubicBezTo>
                    <a:pt x="1135" y="517"/>
                    <a:pt x="929" y="568"/>
                    <a:pt x="774" y="672"/>
                  </a:cubicBezTo>
                  <a:cubicBezTo>
                    <a:pt x="722" y="723"/>
                    <a:pt x="619" y="826"/>
                    <a:pt x="619" y="878"/>
                  </a:cubicBezTo>
                  <a:lnTo>
                    <a:pt x="464" y="878"/>
                  </a:lnTo>
                  <a:cubicBezTo>
                    <a:pt x="361" y="878"/>
                    <a:pt x="258" y="929"/>
                    <a:pt x="206" y="981"/>
                  </a:cubicBezTo>
                  <a:cubicBezTo>
                    <a:pt x="52" y="1084"/>
                    <a:pt x="0" y="1239"/>
                    <a:pt x="52" y="1394"/>
                  </a:cubicBezTo>
                  <a:cubicBezTo>
                    <a:pt x="103" y="1549"/>
                    <a:pt x="206" y="1703"/>
                    <a:pt x="361" y="1755"/>
                  </a:cubicBezTo>
                  <a:lnTo>
                    <a:pt x="619" y="1755"/>
                  </a:lnTo>
                  <a:cubicBezTo>
                    <a:pt x="980" y="1703"/>
                    <a:pt x="1341" y="1652"/>
                    <a:pt x="1651" y="1497"/>
                  </a:cubicBezTo>
                  <a:cubicBezTo>
                    <a:pt x="1960" y="1342"/>
                    <a:pt x="2218" y="1136"/>
                    <a:pt x="2476" y="929"/>
                  </a:cubicBezTo>
                  <a:lnTo>
                    <a:pt x="2476" y="878"/>
                  </a:lnTo>
                  <a:cubicBezTo>
                    <a:pt x="2580" y="775"/>
                    <a:pt x="2683" y="672"/>
                    <a:pt x="2786" y="620"/>
                  </a:cubicBezTo>
                  <a:cubicBezTo>
                    <a:pt x="2889" y="517"/>
                    <a:pt x="2889" y="362"/>
                    <a:pt x="2889" y="259"/>
                  </a:cubicBezTo>
                  <a:cubicBezTo>
                    <a:pt x="2837" y="104"/>
                    <a:pt x="2683" y="1"/>
                    <a:pt x="2528"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Google Shape;332;p15">
              <a:extLst>
                <a:ext uri="{FF2B5EF4-FFF2-40B4-BE49-F238E27FC236}">
                  <a16:creationId xmlns:a16="http://schemas.microsoft.com/office/drawing/2014/main" id="{63BE8779-B62E-CDF8-D96D-DE77F8F9A77F}"/>
                </a:ext>
              </a:extLst>
            </p:cNvPr>
            <p:cNvSpPr/>
            <p:nvPr/>
          </p:nvSpPr>
          <p:spPr>
            <a:xfrm flipH="1">
              <a:off x="-1343957" y="2313223"/>
              <a:ext cx="23126" cy="35408"/>
            </a:xfrm>
            <a:custGeom>
              <a:avLst/>
              <a:gdLst/>
              <a:ahLst/>
              <a:cxnLst/>
              <a:rect l="l" t="t" r="r" b="b"/>
              <a:pathLst>
                <a:path w="1239" h="1897" extrusionOk="0">
                  <a:moveTo>
                    <a:pt x="748" y="1"/>
                  </a:moveTo>
                  <a:cubicBezTo>
                    <a:pt x="684" y="1"/>
                    <a:pt x="619" y="14"/>
                    <a:pt x="568" y="40"/>
                  </a:cubicBezTo>
                  <a:cubicBezTo>
                    <a:pt x="413" y="40"/>
                    <a:pt x="310" y="143"/>
                    <a:pt x="258" y="246"/>
                  </a:cubicBezTo>
                  <a:cubicBezTo>
                    <a:pt x="258" y="298"/>
                    <a:pt x="207" y="349"/>
                    <a:pt x="207" y="349"/>
                  </a:cubicBezTo>
                  <a:cubicBezTo>
                    <a:pt x="207" y="401"/>
                    <a:pt x="207" y="401"/>
                    <a:pt x="207" y="452"/>
                  </a:cubicBezTo>
                  <a:lnTo>
                    <a:pt x="207" y="504"/>
                  </a:lnTo>
                  <a:cubicBezTo>
                    <a:pt x="207" y="659"/>
                    <a:pt x="155" y="813"/>
                    <a:pt x="52" y="917"/>
                  </a:cubicBezTo>
                  <a:cubicBezTo>
                    <a:pt x="52" y="1020"/>
                    <a:pt x="0" y="1123"/>
                    <a:pt x="0" y="1278"/>
                  </a:cubicBezTo>
                  <a:cubicBezTo>
                    <a:pt x="0" y="1432"/>
                    <a:pt x="52" y="1536"/>
                    <a:pt x="155" y="1690"/>
                  </a:cubicBezTo>
                  <a:cubicBezTo>
                    <a:pt x="258" y="1845"/>
                    <a:pt x="413" y="1897"/>
                    <a:pt x="568" y="1897"/>
                  </a:cubicBezTo>
                  <a:cubicBezTo>
                    <a:pt x="826" y="1794"/>
                    <a:pt x="1032" y="1639"/>
                    <a:pt x="1135" y="1381"/>
                  </a:cubicBezTo>
                  <a:lnTo>
                    <a:pt x="1135" y="1123"/>
                  </a:lnTo>
                  <a:cubicBezTo>
                    <a:pt x="1239" y="865"/>
                    <a:pt x="1239" y="607"/>
                    <a:pt x="1187" y="349"/>
                  </a:cubicBezTo>
                  <a:cubicBezTo>
                    <a:pt x="1135" y="246"/>
                    <a:pt x="1084" y="143"/>
                    <a:pt x="929" y="40"/>
                  </a:cubicBezTo>
                  <a:cubicBezTo>
                    <a:pt x="877" y="14"/>
                    <a:pt x="813" y="1"/>
                    <a:pt x="748"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1" name="Google Shape;333;p15">
              <a:extLst>
                <a:ext uri="{FF2B5EF4-FFF2-40B4-BE49-F238E27FC236}">
                  <a16:creationId xmlns:a16="http://schemas.microsoft.com/office/drawing/2014/main" id="{C9296FC6-C543-316E-B410-B06AF0A481E4}"/>
                </a:ext>
              </a:extLst>
            </p:cNvPr>
            <p:cNvSpPr/>
            <p:nvPr/>
          </p:nvSpPr>
          <p:spPr>
            <a:xfrm flipH="1">
              <a:off x="-1080127" y="2094414"/>
              <a:ext cx="56835" cy="65738"/>
            </a:xfrm>
            <a:custGeom>
              <a:avLst/>
              <a:gdLst/>
              <a:ahLst/>
              <a:cxnLst/>
              <a:rect l="l" t="t" r="r" b="b"/>
              <a:pathLst>
                <a:path w="3045" h="3522" extrusionOk="0">
                  <a:moveTo>
                    <a:pt x="1806" y="1"/>
                  </a:moveTo>
                  <a:cubicBezTo>
                    <a:pt x="1548" y="1"/>
                    <a:pt x="1290" y="52"/>
                    <a:pt x="1033" y="155"/>
                  </a:cubicBezTo>
                  <a:lnTo>
                    <a:pt x="775" y="207"/>
                  </a:lnTo>
                  <a:lnTo>
                    <a:pt x="723" y="207"/>
                  </a:lnTo>
                  <a:cubicBezTo>
                    <a:pt x="671" y="207"/>
                    <a:pt x="620" y="258"/>
                    <a:pt x="568" y="258"/>
                  </a:cubicBezTo>
                  <a:lnTo>
                    <a:pt x="362" y="258"/>
                  </a:lnTo>
                  <a:cubicBezTo>
                    <a:pt x="156" y="258"/>
                    <a:pt x="1" y="413"/>
                    <a:pt x="1" y="671"/>
                  </a:cubicBezTo>
                  <a:cubicBezTo>
                    <a:pt x="1" y="878"/>
                    <a:pt x="156" y="1032"/>
                    <a:pt x="362" y="1032"/>
                  </a:cubicBezTo>
                  <a:lnTo>
                    <a:pt x="620" y="1032"/>
                  </a:lnTo>
                  <a:cubicBezTo>
                    <a:pt x="723" y="1045"/>
                    <a:pt x="826" y="1052"/>
                    <a:pt x="929" y="1052"/>
                  </a:cubicBezTo>
                  <a:cubicBezTo>
                    <a:pt x="1236" y="1052"/>
                    <a:pt x="1536" y="994"/>
                    <a:pt x="1806" y="878"/>
                  </a:cubicBezTo>
                  <a:lnTo>
                    <a:pt x="2309" y="827"/>
                  </a:lnTo>
                  <a:lnTo>
                    <a:pt x="2309" y="827"/>
                  </a:lnTo>
                  <a:cubicBezTo>
                    <a:pt x="2271" y="836"/>
                    <a:pt x="2271" y="882"/>
                    <a:pt x="2271" y="929"/>
                  </a:cubicBezTo>
                  <a:cubicBezTo>
                    <a:pt x="2219" y="1032"/>
                    <a:pt x="2167" y="1084"/>
                    <a:pt x="2167" y="1187"/>
                  </a:cubicBezTo>
                  <a:cubicBezTo>
                    <a:pt x="1961" y="1393"/>
                    <a:pt x="1858" y="1703"/>
                    <a:pt x="1806" y="1961"/>
                  </a:cubicBezTo>
                  <a:cubicBezTo>
                    <a:pt x="1755" y="2012"/>
                    <a:pt x="1755" y="2064"/>
                    <a:pt x="1755" y="2116"/>
                  </a:cubicBezTo>
                  <a:cubicBezTo>
                    <a:pt x="1703" y="2270"/>
                    <a:pt x="1806" y="2374"/>
                    <a:pt x="1910" y="2374"/>
                  </a:cubicBezTo>
                  <a:lnTo>
                    <a:pt x="1910" y="2477"/>
                  </a:lnTo>
                  <a:cubicBezTo>
                    <a:pt x="1755" y="2683"/>
                    <a:pt x="1703" y="2993"/>
                    <a:pt x="1755" y="3251"/>
                  </a:cubicBezTo>
                  <a:cubicBezTo>
                    <a:pt x="1798" y="3422"/>
                    <a:pt x="1946" y="3522"/>
                    <a:pt x="2114" y="3522"/>
                  </a:cubicBezTo>
                  <a:cubicBezTo>
                    <a:pt x="2148" y="3522"/>
                    <a:pt x="2184" y="3517"/>
                    <a:pt x="2219" y="3509"/>
                  </a:cubicBezTo>
                  <a:cubicBezTo>
                    <a:pt x="2374" y="3457"/>
                    <a:pt x="2477" y="3302"/>
                    <a:pt x="2529" y="3147"/>
                  </a:cubicBezTo>
                  <a:cubicBezTo>
                    <a:pt x="2529" y="3096"/>
                    <a:pt x="2529" y="3096"/>
                    <a:pt x="2529" y="3044"/>
                  </a:cubicBezTo>
                  <a:lnTo>
                    <a:pt x="2529" y="2993"/>
                  </a:lnTo>
                  <a:lnTo>
                    <a:pt x="2529" y="2941"/>
                  </a:lnTo>
                  <a:lnTo>
                    <a:pt x="2529" y="2889"/>
                  </a:lnTo>
                  <a:cubicBezTo>
                    <a:pt x="2529" y="2838"/>
                    <a:pt x="2529" y="2838"/>
                    <a:pt x="2580" y="2786"/>
                  </a:cubicBezTo>
                  <a:cubicBezTo>
                    <a:pt x="2683" y="2580"/>
                    <a:pt x="2787" y="2374"/>
                    <a:pt x="2838" y="2167"/>
                  </a:cubicBezTo>
                  <a:cubicBezTo>
                    <a:pt x="2993" y="1755"/>
                    <a:pt x="3044" y="1342"/>
                    <a:pt x="3044" y="878"/>
                  </a:cubicBezTo>
                  <a:cubicBezTo>
                    <a:pt x="3044" y="723"/>
                    <a:pt x="2941" y="568"/>
                    <a:pt x="2787" y="516"/>
                  </a:cubicBezTo>
                  <a:cubicBezTo>
                    <a:pt x="2761" y="491"/>
                    <a:pt x="2735" y="478"/>
                    <a:pt x="2703" y="478"/>
                  </a:cubicBezTo>
                  <a:cubicBezTo>
                    <a:pt x="2670" y="478"/>
                    <a:pt x="2632" y="491"/>
                    <a:pt x="2580" y="516"/>
                  </a:cubicBezTo>
                  <a:cubicBezTo>
                    <a:pt x="2580" y="465"/>
                    <a:pt x="2529" y="465"/>
                    <a:pt x="2477" y="465"/>
                  </a:cubicBezTo>
                  <a:lnTo>
                    <a:pt x="2219" y="465"/>
                  </a:lnTo>
                  <a:lnTo>
                    <a:pt x="2219" y="362"/>
                  </a:lnTo>
                  <a:cubicBezTo>
                    <a:pt x="2219" y="155"/>
                    <a:pt x="2013" y="52"/>
                    <a:pt x="1806"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 name="Google Shape;334;p15">
              <a:extLst>
                <a:ext uri="{FF2B5EF4-FFF2-40B4-BE49-F238E27FC236}">
                  <a16:creationId xmlns:a16="http://schemas.microsoft.com/office/drawing/2014/main" id="{549F2E5C-028A-DE12-A54E-10ACFD311585}"/>
                </a:ext>
              </a:extLst>
            </p:cNvPr>
            <p:cNvSpPr/>
            <p:nvPr/>
          </p:nvSpPr>
          <p:spPr>
            <a:xfrm flipH="1">
              <a:off x="-1188925" y="2060705"/>
              <a:ext cx="21203" cy="52990"/>
            </a:xfrm>
            <a:custGeom>
              <a:avLst/>
              <a:gdLst/>
              <a:ahLst/>
              <a:cxnLst/>
              <a:rect l="l" t="t" r="r" b="b"/>
              <a:pathLst>
                <a:path w="1136" h="2839" extrusionOk="0">
                  <a:moveTo>
                    <a:pt x="517" y="1"/>
                  </a:moveTo>
                  <a:cubicBezTo>
                    <a:pt x="310" y="1"/>
                    <a:pt x="207" y="156"/>
                    <a:pt x="207" y="362"/>
                  </a:cubicBezTo>
                  <a:cubicBezTo>
                    <a:pt x="156" y="672"/>
                    <a:pt x="156" y="1033"/>
                    <a:pt x="104" y="1342"/>
                  </a:cubicBezTo>
                  <a:lnTo>
                    <a:pt x="1" y="1755"/>
                  </a:lnTo>
                  <a:cubicBezTo>
                    <a:pt x="1" y="1807"/>
                    <a:pt x="1" y="1910"/>
                    <a:pt x="1" y="1961"/>
                  </a:cubicBezTo>
                  <a:cubicBezTo>
                    <a:pt x="1" y="2116"/>
                    <a:pt x="1" y="2271"/>
                    <a:pt x="1" y="2477"/>
                  </a:cubicBezTo>
                  <a:cubicBezTo>
                    <a:pt x="1" y="2632"/>
                    <a:pt x="156" y="2838"/>
                    <a:pt x="362" y="2838"/>
                  </a:cubicBezTo>
                  <a:cubicBezTo>
                    <a:pt x="568" y="2838"/>
                    <a:pt x="723" y="2632"/>
                    <a:pt x="723" y="2426"/>
                  </a:cubicBezTo>
                  <a:cubicBezTo>
                    <a:pt x="723" y="2271"/>
                    <a:pt x="723" y="2064"/>
                    <a:pt x="723" y="1910"/>
                  </a:cubicBezTo>
                  <a:cubicBezTo>
                    <a:pt x="723" y="1807"/>
                    <a:pt x="723" y="1703"/>
                    <a:pt x="775" y="1600"/>
                  </a:cubicBezTo>
                  <a:lnTo>
                    <a:pt x="775" y="1497"/>
                  </a:lnTo>
                  <a:cubicBezTo>
                    <a:pt x="775" y="1445"/>
                    <a:pt x="826" y="1394"/>
                    <a:pt x="826" y="1291"/>
                  </a:cubicBezTo>
                  <a:cubicBezTo>
                    <a:pt x="826" y="1187"/>
                    <a:pt x="826" y="1084"/>
                    <a:pt x="878" y="930"/>
                  </a:cubicBezTo>
                  <a:lnTo>
                    <a:pt x="930" y="878"/>
                  </a:lnTo>
                  <a:lnTo>
                    <a:pt x="930" y="826"/>
                  </a:lnTo>
                  <a:cubicBezTo>
                    <a:pt x="1136" y="775"/>
                    <a:pt x="1136" y="517"/>
                    <a:pt x="930" y="517"/>
                  </a:cubicBezTo>
                  <a:lnTo>
                    <a:pt x="878" y="517"/>
                  </a:lnTo>
                  <a:lnTo>
                    <a:pt x="878" y="362"/>
                  </a:lnTo>
                  <a:cubicBezTo>
                    <a:pt x="878" y="156"/>
                    <a:pt x="723" y="1"/>
                    <a:pt x="517"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Google Shape;335;p15">
              <a:extLst>
                <a:ext uri="{FF2B5EF4-FFF2-40B4-BE49-F238E27FC236}">
                  <a16:creationId xmlns:a16="http://schemas.microsoft.com/office/drawing/2014/main" id="{0C57A22C-1315-82E2-2811-09EC978C2C7E}"/>
                </a:ext>
              </a:extLst>
            </p:cNvPr>
            <p:cNvSpPr/>
            <p:nvPr/>
          </p:nvSpPr>
          <p:spPr>
            <a:xfrm flipH="1">
              <a:off x="-873113" y="2120656"/>
              <a:ext cx="43359" cy="42164"/>
            </a:xfrm>
            <a:custGeom>
              <a:avLst/>
              <a:gdLst/>
              <a:ahLst/>
              <a:cxnLst/>
              <a:rect l="l" t="t" r="r" b="b"/>
              <a:pathLst>
                <a:path w="2323" h="2259" extrusionOk="0">
                  <a:moveTo>
                    <a:pt x="2096" y="0"/>
                  </a:moveTo>
                  <a:cubicBezTo>
                    <a:pt x="2038" y="0"/>
                    <a:pt x="1987" y="13"/>
                    <a:pt x="1961" y="39"/>
                  </a:cubicBezTo>
                  <a:cubicBezTo>
                    <a:pt x="1806" y="142"/>
                    <a:pt x="1703" y="245"/>
                    <a:pt x="1548" y="297"/>
                  </a:cubicBezTo>
                  <a:lnTo>
                    <a:pt x="1497" y="297"/>
                  </a:lnTo>
                  <a:lnTo>
                    <a:pt x="1394" y="400"/>
                  </a:lnTo>
                  <a:cubicBezTo>
                    <a:pt x="1136" y="503"/>
                    <a:pt x="929" y="658"/>
                    <a:pt x="774" y="813"/>
                  </a:cubicBezTo>
                  <a:lnTo>
                    <a:pt x="723" y="864"/>
                  </a:lnTo>
                  <a:cubicBezTo>
                    <a:pt x="671" y="864"/>
                    <a:pt x="620" y="916"/>
                    <a:pt x="568" y="968"/>
                  </a:cubicBezTo>
                  <a:cubicBezTo>
                    <a:pt x="517" y="1019"/>
                    <a:pt x="413" y="1071"/>
                    <a:pt x="310" y="1174"/>
                  </a:cubicBezTo>
                  <a:cubicBezTo>
                    <a:pt x="155" y="1277"/>
                    <a:pt x="1" y="1535"/>
                    <a:pt x="1" y="1741"/>
                  </a:cubicBezTo>
                  <a:cubicBezTo>
                    <a:pt x="1" y="1793"/>
                    <a:pt x="1" y="1845"/>
                    <a:pt x="52" y="1896"/>
                  </a:cubicBezTo>
                  <a:cubicBezTo>
                    <a:pt x="13" y="2093"/>
                    <a:pt x="153" y="2259"/>
                    <a:pt x="336" y="2259"/>
                  </a:cubicBezTo>
                  <a:cubicBezTo>
                    <a:pt x="393" y="2259"/>
                    <a:pt x="455" y="2243"/>
                    <a:pt x="517" y="2206"/>
                  </a:cubicBezTo>
                  <a:cubicBezTo>
                    <a:pt x="671" y="2103"/>
                    <a:pt x="826" y="1999"/>
                    <a:pt x="929" y="1845"/>
                  </a:cubicBezTo>
                  <a:cubicBezTo>
                    <a:pt x="1084" y="1741"/>
                    <a:pt x="1187" y="1638"/>
                    <a:pt x="1342" y="1535"/>
                  </a:cubicBezTo>
                  <a:cubicBezTo>
                    <a:pt x="1600" y="1277"/>
                    <a:pt x="1806" y="968"/>
                    <a:pt x="2013" y="761"/>
                  </a:cubicBezTo>
                  <a:cubicBezTo>
                    <a:pt x="2064" y="658"/>
                    <a:pt x="2064" y="606"/>
                    <a:pt x="2064" y="503"/>
                  </a:cubicBezTo>
                  <a:cubicBezTo>
                    <a:pt x="2116" y="452"/>
                    <a:pt x="2167" y="400"/>
                    <a:pt x="2219" y="349"/>
                  </a:cubicBezTo>
                  <a:cubicBezTo>
                    <a:pt x="2322" y="297"/>
                    <a:pt x="2322" y="142"/>
                    <a:pt x="2271" y="39"/>
                  </a:cubicBezTo>
                  <a:cubicBezTo>
                    <a:pt x="2219" y="13"/>
                    <a:pt x="2154" y="0"/>
                    <a:pt x="2096"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 name="Google Shape;336;p15">
              <a:extLst>
                <a:ext uri="{FF2B5EF4-FFF2-40B4-BE49-F238E27FC236}">
                  <a16:creationId xmlns:a16="http://schemas.microsoft.com/office/drawing/2014/main" id="{80456172-AF57-A4A9-7A9B-93FB7D593EDA}"/>
                </a:ext>
              </a:extLst>
            </p:cNvPr>
            <p:cNvSpPr/>
            <p:nvPr/>
          </p:nvSpPr>
          <p:spPr>
            <a:xfrm flipH="1">
              <a:off x="-1471065" y="1962732"/>
              <a:ext cx="24097" cy="71524"/>
            </a:xfrm>
            <a:custGeom>
              <a:avLst/>
              <a:gdLst/>
              <a:ahLst/>
              <a:cxnLst/>
              <a:rect l="l" t="t" r="r" b="b"/>
              <a:pathLst>
                <a:path w="1291" h="3832" extrusionOk="0">
                  <a:moveTo>
                    <a:pt x="516" y="1"/>
                  </a:moveTo>
                  <a:cubicBezTo>
                    <a:pt x="323" y="1"/>
                    <a:pt x="129" y="117"/>
                    <a:pt x="104" y="349"/>
                  </a:cubicBezTo>
                  <a:lnTo>
                    <a:pt x="104" y="452"/>
                  </a:lnTo>
                  <a:cubicBezTo>
                    <a:pt x="104" y="555"/>
                    <a:pt x="104" y="607"/>
                    <a:pt x="104" y="710"/>
                  </a:cubicBezTo>
                  <a:lnTo>
                    <a:pt x="104" y="1123"/>
                  </a:lnTo>
                  <a:lnTo>
                    <a:pt x="104" y="1897"/>
                  </a:lnTo>
                  <a:lnTo>
                    <a:pt x="104" y="2722"/>
                  </a:lnTo>
                  <a:cubicBezTo>
                    <a:pt x="104" y="2774"/>
                    <a:pt x="104" y="2877"/>
                    <a:pt x="52" y="2980"/>
                  </a:cubicBezTo>
                  <a:cubicBezTo>
                    <a:pt x="52" y="3135"/>
                    <a:pt x="0" y="3290"/>
                    <a:pt x="0" y="3444"/>
                  </a:cubicBezTo>
                  <a:cubicBezTo>
                    <a:pt x="0" y="3548"/>
                    <a:pt x="52" y="3702"/>
                    <a:pt x="207" y="3754"/>
                  </a:cubicBezTo>
                  <a:cubicBezTo>
                    <a:pt x="258" y="3806"/>
                    <a:pt x="323" y="3831"/>
                    <a:pt x="394" y="3831"/>
                  </a:cubicBezTo>
                  <a:cubicBezTo>
                    <a:pt x="465" y="3831"/>
                    <a:pt x="542" y="3806"/>
                    <a:pt x="619" y="3754"/>
                  </a:cubicBezTo>
                  <a:cubicBezTo>
                    <a:pt x="826" y="3548"/>
                    <a:pt x="981" y="3238"/>
                    <a:pt x="1032" y="2929"/>
                  </a:cubicBezTo>
                  <a:cubicBezTo>
                    <a:pt x="1084" y="2619"/>
                    <a:pt x="1135" y="2309"/>
                    <a:pt x="1135" y="2000"/>
                  </a:cubicBezTo>
                  <a:lnTo>
                    <a:pt x="1135" y="1897"/>
                  </a:lnTo>
                  <a:cubicBezTo>
                    <a:pt x="1135" y="1845"/>
                    <a:pt x="1135" y="1794"/>
                    <a:pt x="1135" y="1794"/>
                  </a:cubicBezTo>
                  <a:lnTo>
                    <a:pt x="1135" y="1587"/>
                  </a:lnTo>
                  <a:lnTo>
                    <a:pt x="1135" y="1329"/>
                  </a:lnTo>
                  <a:cubicBezTo>
                    <a:pt x="1135" y="1278"/>
                    <a:pt x="1135" y="1226"/>
                    <a:pt x="1135" y="1123"/>
                  </a:cubicBezTo>
                  <a:cubicBezTo>
                    <a:pt x="1290" y="968"/>
                    <a:pt x="1239" y="659"/>
                    <a:pt x="981" y="607"/>
                  </a:cubicBezTo>
                  <a:cubicBezTo>
                    <a:pt x="981" y="555"/>
                    <a:pt x="981" y="555"/>
                    <a:pt x="981" y="504"/>
                  </a:cubicBezTo>
                  <a:cubicBezTo>
                    <a:pt x="981" y="401"/>
                    <a:pt x="929" y="401"/>
                    <a:pt x="929" y="349"/>
                  </a:cubicBezTo>
                  <a:cubicBezTo>
                    <a:pt x="903" y="117"/>
                    <a:pt x="710" y="1"/>
                    <a:pt x="516"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 name="Google Shape;337;p15">
              <a:extLst>
                <a:ext uri="{FF2B5EF4-FFF2-40B4-BE49-F238E27FC236}">
                  <a16:creationId xmlns:a16="http://schemas.microsoft.com/office/drawing/2014/main" id="{61E7C753-CE5D-533D-C454-4697C27C7245}"/>
                </a:ext>
              </a:extLst>
            </p:cNvPr>
            <p:cNvSpPr/>
            <p:nvPr/>
          </p:nvSpPr>
          <p:spPr>
            <a:xfrm flipH="1">
              <a:off x="-1274635" y="1714842"/>
              <a:ext cx="65495" cy="40652"/>
            </a:xfrm>
            <a:custGeom>
              <a:avLst/>
              <a:gdLst/>
              <a:ahLst/>
              <a:cxnLst/>
              <a:rect l="l" t="t" r="r" b="b"/>
              <a:pathLst>
                <a:path w="3509" h="2178" extrusionOk="0">
                  <a:moveTo>
                    <a:pt x="2939" y="1"/>
                  </a:moveTo>
                  <a:cubicBezTo>
                    <a:pt x="2905" y="1"/>
                    <a:pt x="2871" y="4"/>
                    <a:pt x="2838" y="11"/>
                  </a:cubicBezTo>
                  <a:cubicBezTo>
                    <a:pt x="2683" y="63"/>
                    <a:pt x="2528" y="166"/>
                    <a:pt x="2322" y="217"/>
                  </a:cubicBezTo>
                  <a:cubicBezTo>
                    <a:pt x="2219" y="269"/>
                    <a:pt x="2115" y="269"/>
                    <a:pt x="2012" y="320"/>
                  </a:cubicBezTo>
                  <a:cubicBezTo>
                    <a:pt x="1961" y="372"/>
                    <a:pt x="1754" y="424"/>
                    <a:pt x="1599" y="527"/>
                  </a:cubicBezTo>
                  <a:lnTo>
                    <a:pt x="1496" y="527"/>
                  </a:lnTo>
                  <a:lnTo>
                    <a:pt x="1393" y="578"/>
                  </a:lnTo>
                  <a:cubicBezTo>
                    <a:pt x="1084" y="630"/>
                    <a:pt x="774" y="785"/>
                    <a:pt x="516" y="940"/>
                  </a:cubicBezTo>
                  <a:cubicBezTo>
                    <a:pt x="258" y="940"/>
                    <a:pt x="0" y="1146"/>
                    <a:pt x="0" y="1455"/>
                  </a:cubicBezTo>
                  <a:cubicBezTo>
                    <a:pt x="0" y="1507"/>
                    <a:pt x="0" y="1559"/>
                    <a:pt x="52" y="1610"/>
                  </a:cubicBezTo>
                  <a:cubicBezTo>
                    <a:pt x="52" y="1713"/>
                    <a:pt x="52" y="1816"/>
                    <a:pt x="103" y="1868"/>
                  </a:cubicBezTo>
                  <a:cubicBezTo>
                    <a:pt x="207" y="2023"/>
                    <a:pt x="361" y="2126"/>
                    <a:pt x="568" y="2178"/>
                  </a:cubicBezTo>
                  <a:cubicBezTo>
                    <a:pt x="980" y="2126"/>
                    <a:pt x="1393" y="2023"/>
                    <a:pt x="1754" y="1816"/>
                  </a:cubicBezTo>
                  <a:cubicBezTo>
                    <a:pt x="2064" y="1662"/>
                    <a:pt x="2373" y="1507"/>
                    <a:pt x="2683" y="1352"/>
                  </a:cubicBezTo>
                  <a:cubicBezTo>
                    <a:pt x="2786" y="1249"/>
                    <a:pt x="2838" y="1197"/>
                    <a:pt x="2889" y="1094"/>
                  </a:cubicBezTo>
                  <a:lnTo>
                    <a:pt x="3250" y="888"/>
                  </a:lnTo>
                  <a:cubicBezTo>
                    <a:pt x="3457" y="785"/>
                    <a:pt x="3508" y="527"/>
                    <a:pt x="3457" y="320"/>
                  </a:cubicBezTo>
                  <a:cubicBezTo>
                    <a:pt x="3367" y="141"/>
                    <a:pt x="3161" y="1"/>
                    <a:pt x="2939"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Google Shape;338;p15">
              <a:extLst>
                <a:ext uri="{FF2B5EF4-FFF2-40B4-BE49-F238E27FC236}">
                  <a16:creationId xmlns:a16="http://schemas.microsoft.com/office/drawing/2014/main" id="{95758782-2D41-36AF-326C-C806C3DD0216}"/>
                </a:ext>
              </a:extLst>
            </p:cNvPr>
            <p:cNvSpPr/>
            <p:nvPr/>
          </p:nvSpPr>
          <p:spPr>
            <a:xfrm flipH="1">
              <a:off x="-1583709" y="1693433"/>
              <a:ext cx="50078" cy="56630"/>
            </a:xfrm>
            <a:custGeom>
              <a:avLst/>
              <a:gdLst/>
              <a:ahLst/>
              <a:cxnLst/>
              <a:rect l="l" t="t" r="r" b="b"/>
              <a:pathLst>
                <a:path w="2683" h="3034" extrusionOk="0">
                  <a:moveTo>
                    <a:pt x="2196" y="0"/>
                  </a:moveTo>
                  <a:cubicBezTo>
                    <a:pt x="2035" y="0"/>
                    <a:pt x="1875" y="92"/>
                    <a:pt x="1806" y="229"/>
                  </a:cubicBezTo>
                  <a:lnTo>
                    <a:pt x="1703" y="384"/>
                  </a:lnTo>
                  <a:lnTo>
                    <a:pt x="1600" y="539"/>
                  </a:lnTo>
                  <a:lnTo>
                    <a:pt x="1342" y="797"/>
                  </a:lnTo>
                  <a:lnTo>
                    <a:pt x="1290" y="952"/>
                  </a:lnTo>
                  <a:lnTo>
                    <a:pt x="1238" y="1003"/>
                  </a:lnTo>
                  <a:cubicBezTo>
                    <a:pt x="1135" y="1055"/>
                    <a:pt x="1032" y="1158"/>
                    <a:pt x="980" y="1261"/>
                  </a:cubicBezTo>
                  <a:cubicBezTo>
                    <a:pt x="619" y="1519"/>
                    <a:pt x="361" y="1829"/>
                    <a:pt x="155" y="2190"/>
                  </a:cubicBezTo>
                  <a:cubicBezTo>
                    <a:pt x="103" y="2241"/>
                    <a:pt x="103" y="2293"/>
                    <a:pt x="52" y="2344"/>
                  </a:cubicBezTo>
                  <a:cubicBezTo>
                    <a:pt x="0" y="2654"/>
                    <a:pt x="155" y="2963"/>
                    <a:pt x="465" y="3015"/>
                  </a:cubicBezTo>
                  <a:cubicBezTo>
                    <a:pt x="525" y="3027"/>
                    <a:pt x="584" y="3034"/>
                    <a:pt x="639" y="3034"/>
                  </a:cubicBezTo>
                  <a:cubicBezTo>
                    <a:pt x="817" y="3034"/>
                    <a:pt x="965" y="2966"/>
                    <a:pt x="1084" y="2809"/>
                  </a:cubicBezTo>
                  <a:cubicBezTo>
                    <a:pt x="1135" y="2706"/>
                    <a:pt x="1187" y="2654"/>
                    <a:pt x="1238" y="2602"/>
                  </a:cubicBezTo>
                  <a:lnTo>
                    <a:pt x="1342" y="2448"/>
                  </a:lnTo>
                  <a:cubicBezTo>
                    <a:pt x="1445" y="2344"/>
                    <a:pt x="1600" y="2190"/>
                    <a:pt x="1754" y="2035"/>
                  </a:cubicBezTo>
                  <a:cubicBezTo>
                    <a:pt x="1909" y="1829"/>
                    <a:pt x="2115" y="1622"/>
                    <a:pt x="2219" y="1364"/>
                  </a:cubicBezTo>
                  <a:cubicBezTo>
                    <a:pt x="2322" y="1158"/>
                    <a:pt x="2425" y="952"/>
                    <a:pt x="2528" y="745"/>
                  </a:cubicBezTo>
                  <a:cubicBezTo>
                    <a:pt x="2683" y="539"/>
                    <a:pt x="2631" y="229"/>
                    <a:pt x="2425" y="75"/>
                  </a:cubicBezTo>
                  <a:cubicBezTo>
                    <a:pt x="2356" y="23"/>
                    <a:pt x="2276" y="0"/>
                    <a:pt x="2196"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 name="Google Shape;339;p15">
              <a:extLst>
                <a:ext uri="{FF2B5EF4-FFF2-40B4-BE49-F238E27FC236}">
                  <a16:creationId xmlns:a16="http://schemas.microsoft.com/office/drawing/2014/main" id="{5EE00452-8A80-B68E-C4B5-AECDE043B632}"/>
                </a:ext>
              </a:extLst>
            </p:cNvPr>
            <p:cNvSpPr/>
            <p:nvPr/>
          </p:nvSpPr>
          <p:spPr>
            <a:xfrm flipH="1">
              <a:off x="-1568310" y="1696737"/>
              <a:ext cx="989" cy="989"/>
            </a:xfrm>
            <a:custGeom>
              <a:avLst/>
              <a:gdLst/>
              <a:ahLst/>
              <a:cxnLst/>
              <a:rect l="l" t="t" r="r" b="b"/>
              <a:pathLst>
                <a:path w="53" h="53" extrusionOk="0">
                  <a:moveTo>
                    <a:pt x="1" y="52"/>
                  </a:moveTo>
                  <a:lnTo>
                    <a:pt x="1" y="52"/>
                  </a:lnTo>
                  <a:cubicBezTo>
                    <a:pt x="1" y="52"/>
                    <a:pt x="52" y="1"/>
                    <a:pt x="1" y="52"/>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 name="Google Shape;340;p15">
              <a:extLst>
                <a:ext uri="{FF2B5EF4-FFF2-40B4-BE49-F238E27FC236}">
                  <a16:creationId xmlns:a16="http://schemas.microsoft.com/office/drawing/2014/main" id="{8E1A9D98-2879-5F9D-D6CC-26DB9F4C8321}"/>
                </a:ext>
              </a:extLst>
            </p:cNvPr>
            <p:cNvSpPr/>
            <p:nvPr/>
          </p:nvSpPr>
          <p:spPr>
            <a:xfrm flipH="1">
              <a:off x="-1554834" y="1744893"/>
              <a:ext cx="989" cy="971"/>
            </a:xfrm>
            <a:custGeom>
              <a:avLst/>
              <a:gdLst/>
              <a:ahLst/>
              <a:cxnLst/>
              <a:rect l="l" t="t" r="r" b="b"/>
              <a:pathLst>
                <a:path w="53" h="52" extrusionOk="0">
                  <a:moveTo>
                    <a:pt x="52" y="0"/>
                  </a:moveTo>
                  <a:lnTo>
                    <a:pt x="1" y="52"/>
                  </a:lnTo>
                  <a:lnTo>
                    <a:pt x="1" y="52"/>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 name="Google Shape;341;p15">
              <a:extLst>
                <a:ext uri="{FF2B5EF4-FFF2-40B4-BE49-F238E27FC236}">
                  <a16:creationId xmlns:a16="http://schemas.microsoft.com/office/drawing/2014/main" id="{51C8A713-5E42-6785-0F5D-BD19CC511976}"/>
                </a:ext>
              </a:extLst>
            </p:cNvPr>
            <p:cNvSpPr/>
            <p:nvPr/>
          </p:nvSpPr>
          <p:spPr>
            <a:xfrm flipH="1">
              <a:off x="-1554834" y="1745845"/>
              <a:ext cx="19" cy="19"/>
            </a:xfrm>
            <a:custGeom>
              <a:avLst/>
              <a:gdLst/>
              <a:ahLst/>
              <a:cxnLst/>
              <a:rect l="l" t="t" r="r" b="b"/>
              <a:pathLst>
                <a:path w="1" h="1" extrusionOk="0">
                  <a:moveTo>
                    <a:pt x="0" y="1"/>
                  </a:moveTo>
                  <a:lnTo>
                    <a:pt x="0" y="1"/>
                  </a:ln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 name="Google Shape;342;p15">
              <a:extLst>
                <a:ext uri="{FF2B5EF4-FFF2-40B4-BE49-F238E27FC236}">
                  <a16:creationId xmlns:a16="http://schemas.microsoft.com/office/drawing/2014/main" id="{583AC129-0250-0552-BEDE-40AB340B0A77}"/>
                </a:ext>
              </a:extLst>
            </p:cNvPr>
            <p:cNvSpPr/>
            <p:nvPr/>
          </p:nvSpPr>
          <p:spPr>
            <a:xfrm flipH="1">
              <a:off x="-1230343" y="1437947"/>
              <a:ext cx="28912" cy="46009"/>
            </a:xfrm>
            <a:custGeom>
              <a:avLst/>
              <a:gdLst/>
              <a:ahLst/>
              <a:cxnLst/>
              <a:rect l="l" t="t" r="r" b="b"/>
              <a:pathLst>
                <a:path w="1549" h="2465" extrusionOk="0">
                  <a:moveTo>
                    <a:pt x="547" y="0"/>
                  </a:moveTo>
                  <a:cubicBezTo>
                    <a:pt x="359" y="0"/>
                    <a:pt x="187" y="125"/>
                    <a:pt x="155" y="350"/>
                  </a:cubicBezTo>
                  <a:cubicBezTo>
                    <a:pt x="104" y="504"/>
                    <a:pt x="52" y="659"/>
                    <a:pt x="52" y="814"/>
                  </a:cubicBezTo>
                  <a:cubicBezTo>
                    <a:pt x="52" y="1020"/>
                    <a:pt x="52" y="1175"/>
                    <a:pt x="52" y="1381"/>
                  </a:cubicBezTo>
                  <a:cubicBezTo>
                    <a:pt x="1" y="1485"/>
                    <a:pt x="1" y="1639"/>
                    <a:pt x="52" y="1743"/>
                  </a:cubicBezTo>
                  <a:cubicBezTo>
                    <a:pt x="52" y="1846"/>
                    <a:pt x="104" y="1949"/>
                    <a:pt x="155" y="2052"/>
                  </a:cubicBezTo>
                  <a:cubicBezTo>
                    <a:pt x="207" y="2310"/>
                    <a:pt x="465" y="2465"/>
                    <a:pt x="723" y="2465"/>
                  </a:cubicBezTo>
                  <a:cubicBezTo>
                    <a:pt x="826" y="2465"/>
                    <a:pt x="929" y="2413"/>
                    <a:pt x="981" y="2310"/>
                  </a:cubicBezTo>
                  <a:cubicBezTo>
                    <a:pt x="1084" y="2310"/>
                    <a:pt x="1187" y="2258"/>
                    <a:pt x="1239" y="2155"/>
                  </a:cubicBezTo>
                  <a:cubicBezTo>
                    <a:pt x="1497" y="1846"/>
                    <a:pt x="1548" y="1433"/>
                    <a:pt x="1445" y="1020"/>
                  </a:cubicBezTo>
                  <a:cubicBezTo>
                    <a:pt x="1342" y="711"/>
                    <a:pt x="1135" y="401"/>
                    <a:pt x="878" y="143"/>
                  </a:cubicBezTo>
                  <a:cubicBezTo>
                    <a:pt x="780" y="46"/>
                    <a:pt x="661" y="0"/>
                    <a:pt x="547" y="0"/>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Google Shape;343;p15">
              <a:extLst>
                <a:ext uri="{FF2B5EF4-FFF2-40B4-BE49-F238E27FC236}">
                  <a16:creationId xmlns:a16="http://schemas.microsoft.com/office/drawing/2014/main" id="{BF4E0A7B-C313-5F86-1D08-8ECEDFF9D678}"/>
                </a:ext>
              </a:extLst>
            </p:cNvPr>
            <p:cNvSpPr/>
            <p:nvPr/>
          </p:nvSpPr>
          <p:spPr>
            <a:xfrm flipH="1">
              <a:off x="-1128264" y="2650201"/>
              <a:ext cx="56816" cy="43153"/>
            </a:xfrm>
            <a:custGeom>
              <a:avLst/>
              <a:gdLst/>
              <a:ahLst/>
              <a:cxnLst/>
              <a:rect l="l" t="t" r="r" b="b"/>
              <a:pathLst>
                <a:path w="3044" h="2312" extrusionOk="0">
                  <a:moveTo>
                    <a:pt x="2475" y="1"/>
                  </a:moveTo>
                  <a:cubicBezTo>
                    <a:pt x="2408" y="1"/>
                    <a:pt x="2339" y="14"/>
                    <a:pt x="2270" y="41"/>
                  </a:cubicBezTo>
                  <a:cubicBezTo>
                    <a:pt x="2012" y="248"/>
                    <a:pt x="1806" y="402"/>
                    <a:pt x="1548" y="557"/>
                  </a:cubicBezTo>
                  <a:cubicBezTo>
                    <a:pt x="1445" y="557"/>
                    <a:pt x="1341" y="609"/>
                    <a:pt x="1238" y="660"/>
                  </a:cubicBezTo>
                  <a:cubicBezTo>
                    <a:pt x="1135" y="712"/>
                    <a:pt x="1032" y="764"/>
                    <a:pt x="929" y="867"/>
                  </a:cubicBezTo>
                  <a:cubicBezTo>
                    <a:pt x="826" y="918"/>
                    <a:pt x="722" y="970"/>
                    <a:pt x="619" y="1022"/>
                  </a:cubicBezTo>
                  <a:cubicBezTo>
                    <a:pt x="464" y="1073"/>
                    <a:pt x="413" y="1228"/>
                    <a:pt x="361" y="1383"/>
                  </a:cubicBezTo>
                  <a:cubicBezTo>
                    <a:pt x="155" y="1434"/>
                    <a:pt x="0" y="1692"/>
                    <a:pt x="103" y="1950"/>
                  </a:cubicBezTo>
                  <a:cubicBezTo>
                    <a:pt x="155" y="2156"/>
                    <a:pt x="361" y="2311"/>
                    <a:pt x="568" y="2311"/>
                  </a:cubicBezTo>
                  <a:lnTo>
                    <a:pt x="722" y="2311"/>
                  </a:lnTo>
                  <a:cubicBezTo>
                    <a:pt x="1341" y="2156"/>
                    <a:pt x="1909" y="1795"/>
                    <a:pt x="2322" y="1331"/>
                  </a:cubicBezTo>
                  <a:cubicBezTo>
                    <a:pt x="2425" y="1279"/>
                    <a:pt x="2476" y="1176"/>
                    <a:pt x="2476" y="1073"/>
                  </a:cubicBezTo>
                  <a:lnTo>
                    <a:pt x="2734" y="918"/>
                  </a:lnTo>
                  <a:cubicBezTo>
                    <a:pt x="2941" y="764"/>
                    <a:pt x="3044" y="454"/>
                    <a:pt x="2941" y="248"/>
                  </a:cubicBezTo>
                  <a:cubicBezTo>
                    <a:pt x="2827" y="97"/>
                    <a:pt x="2659" y="1"/>
                    <a:pt x="2475" y="1"/>
                  </a:cubicBezTo>
                  <a:close/>
                </a:path>
              </a:pathLst>
            </a:custGeom>
            <a:solidFill>
              <a:schemeClr val="lt2"/>
            </a:solidFill>
            <a:ln>
              <a:noFill/>
            </a:ln>
          </p:spPr>
          <p:txBody>
            <a:bodyPr spcFirstLastPara="1" wrap="square" lIns="162936" tIns="162936" rIns="162936" bIns="162936" anchor="ctr" anchorCtr="0">
              <a:noAutofit/>
            </a:bodyPr>
            <a:lstStyle/>
            <a:p>
              <a:pPr marL="0" marR="0" lvl="0" indent="0" algn="l" defTabSz="1629608" rtl="0" eaLnBrk="1" fontAlgn="auto" latinLnBrk="0" hangingPunct="1">
                <a:lnSpc>
                  <a:spcPct val="100000"/>
                </a:lnSpc>
                <a:spcBef>
                  <a:spcPts val="0"/>
                </a:spcBef>
                <a:spcAft>
                  <a:spcPts val="0"/>
                </a:spcAft>
                <a:buClr>
                  <a:srgbClr val="000000"/>
                </a:buClr>
                <a:buSzTx/>
                <a:buFont typeface="Arial"/>
                <a:buNone/>
                <a:tabLst/>
                <a:defRPr/>
              </a:pPr>
              <a:endParaRPr kumimoji="0" sz="2495" b="0" i="0" u="none" strike="noStrike" kern="0" cap="none" spc="0" normalizeH="0" baseline="0" noProof="0">
                <a:ln>
                  <a:noFill/>
                </a:ln>
                <a:solidFill>
                  <a:srgbClr val="000000"/>
                </a:solidFill>
                <a:effectLst/>
                <a:uLnTx/>
                <a:uFillTx/>
                <a:latin typeface="Arial"/>
                <a:ea typeface="+mn-ea"/>
                <a:cs typeface="Arial"/>
                <a:sym typeface="Arial"/>
              </a:endParaRPr>
            </a:p>
          </p:txBody>
        </p:sp>
      </p:grpSp>
      <p:pic>
        <p:nvPicPr>
          <p:cNvPr id="42" name="Picture 41">
            <a:extLst>
              <a:ext uri="{FF2B5EF4-FFF2-40B4-BE49-F238E27FC236}">
                <a16:creationId xmlns:a16="http://schemas.microsoft.com/office/drawing/2014/main" id="{ECD7AB80-38B6-54C5-D686-6943C50E462D}"/>
              </a:ext>
            </a:extLst>
          </p:cNvPr>
          <p:cNvPicPr>
            <a:picLocks noChangeAspect="1"/>
          </p:cNvPicPr>
          <p:nvPr/>
        </p:nvPicPr>
        <p:blipFill rotWithShape="1">
          <a:blip r:embed="rId3">
            <a:extLst>
              <a:ext uri="{28A0092B-C50C-407E-A947-70E740481C1C}">
                <a14:useLocalDpi xmlns:a14="http://schemas.microsoft.com/office/drawing/2010/main" val="0"/>
              </a:ext>
            </a:extLst>
          </a:blip>
          <a:srcRect t="11920" b="14456"/>
          <a:stretch/>
        </p:blipFill>
        <p:spPr>
          <a:xfrm>
            <a:off x="9273619" y="97455"/>
            <a:ext cx="2918268" cy="1181700"/>
          </a:xfrm>
          <a:prstGeom prst="rect">
            <a:avLst/>
          </a:prstGeom>
        </p:spPr>
      </p:pic>
      <p:sp>
        <p:nvSpPr>
          <p:cNvPr id="3" name="Flowchart: Alternate Process 2">
            <a:extLst>
              <a:ext uri="{FF2B5EF4-FFF2-40B4-BE49-F238E27FC236}">
                <a16:creationId xmlns:a16="http://schemas.microsoft.com/office/drawing/2014/main" id="{27CC41A5-04FF-131C-26CF-4E9E9E8D1718}"/>
              </a:ext>
            </a:extLst>
          </p:cNvPr>
          <p:cNvSpPr/>
          <p:nvPr/>
        </p:nvSpPr>
        <p:spPr>
          <a:xfrm>
            <a:off x="1551260" y="1069148"/>
            <a:ext cx="10547564" cy="4737292"/>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Tx/>
              <a:buFontTx/>
              <a:buNone/>
              <a:defRPr/>
            </a:pPr>
            <a:r>
              <a:rPr lang="ja-JP" altLang="en-US" sz="8800" b="1" dirty="0">
                <a:ln w="22225">
                  <a:solidFill>
                    <a:srgbClr val="313752">
                      <a:lumMod val="50000"/>
                    </a:srgbClr>
                  </a:solidFill>
                  <a:prstDash val="solid"/>
                </a:ln>
                <a:solidFill>
                  <a:srgbClr val="F89097">
                    <a:lumMod val="75000"/>
                  </a:srgbClr>
                </a:solidFill>
                <a:latin typeface="HGGyoshotai" panose="03000609000000000000" pitchFamily="65" charset="-128"/>
                <a:ea typeface="HGGyoshotai" panose="03000609000000000000" pitchFamily="65" charset="-128"/>
                <a:cs typeface="+mn-cs"/>
              </a:rPr>
              <a:t>第１課</a:t>
            </a:r>
            <a:endParaRPr lang="en-US" altLang="ja-JP" sz="8800" b="1" dirty="0">
              <a:ln w="22225">
                <a:solidFill>
                  <a:srgbClr val="313752">
                    <a:lumMod val="50000"/>
                  </a:srgbClr>
                </a:solidFill>
                <a:prstDash val="solid"/>
              </a:ln>
              <a:solidFill>
                <a:srgbClr val="F89097">
                  <a:lumMod val="75000"/>
                </a:srgbClr>
              </a:solidFill>
              <a:latin typeface="HGGyoshotai" panose="03000609000000000000" pitchFamily="65" charset="-128"/>
              <a:ea typeface="HGGyoshotai" panose="03000609000000000000" pitchFamily="65" charset="-128"/>
              <a:cs typeface="+mn-cs"/>
            </a:endParaRPr>
          </a:p>
          <a:p>
            <a:pPr algn="ctr">
              <a:buClrTx/>
              <a:buFontTx/>
              <a:buNone/>
              <a:defRPr/>
            </a:pPr>
            <a:r>
              <a:rPr lang="ja-JP" altLang="en-US" sz="9600" b="1" dirty="0">
                <a:ln w="22225">
                  <a:solidFill>
                    <a:srgbClr val="0070C0"/>
                  </a:solidFill>
                  <a:prstDash val="solid"/>
                </a:ln>
                <a:solidFill>
                  <a:srgbClr val="00B050"/>
                </a:solidFill>
                <a:latin typeface="HGSeikaishotaiPRO" panose="03000600000000000000" pitchFamily="66" charset="-128"/>
                <a:ea typeface="HGSeikaishotaiPRO" panose="03000600000000000000" pitchFamily="66" charset="-128"/>
                <a:cs typeface="+mn-cs"/>
              </a:rPr>
              <a:t>地図を広げる</a:t>
            </a:r>
            <a:endParaRPr lang="en-US" altLang="ja-JP" sz="9600" b="1" dirty="0">
              <a:ln w="22225">
                <a:solidFill>
                  <a:srgbClr val="0070C0"/>
                </a:solidFill>
                <a:prstDash val="solid"/>
              </a:ln>
              <a:solidFill>
                <a:srgbClr val="00B050"/>
              </a:solidFill>
              <a:latin typeface="HGSeikaishotaiPRO" panose="03000600000000000000" pitchFamily="66" charset="-128"/>
              <a:ea typeface="HGSeikaishotaiPRO" panose="03000600000000000000" pitchFamily="66" charset="-128"/>
              <a:cs typeface="+mn-cs"/>
            </a:endParaRPr>
          </a:p>
          <a:p>
            <a:pPr algn="ctr">
              <a:buClrTx/>
              <a:buFontTx/>
              <a:buNone/>
              <a:defRPr/>
            </a:pPr>
            <a:r>
              <a:rPr lang="ja-JP" altLang="en-US" sz="9600" b="1" dirty="0">
                <a:ln w="22225">
                  <a:solidFill>
                    <a:srgbClr val="ED7D31"/>
                  </a:solidFill>
                  <a:prstDash val="solid"/>
                </a:ln>
                <a:solidFill>
                  <a:srgbClr val="00B050"/>
                </a:solidFill>
                <a:latin typeface="UD Digi Kyokasho N-B" panose="02020700000000000000" pitchFamily="17" charset="-128"/>
                <a:ea typeface="UD Digi Kyokasho N-B" panose="02020700000000000000" pitchFamily="17" charset="-128"/>
              </a:rPr>
              <a:t>日本の国土と気候</a:t>
            </a:r>
            <a:endParaRPr lang="en-US" sz="9600" b="1" dirty="0">
              <a:ln w="22225">
                <a:solidFill>
                  <a:srgbClr val="0070C0"/>
                </a:solidFill>
                <a:prstDash val="solid"/>
              </a:ln>
              <a:solidFill>
                <a:srgbClr val="00B050"/>
              </a:solidFill>
              <a:latin typeface="HGSeikaishotaiPRO" panose="03000600000000000000" pitchFamily="66" charset="-128"/>
              <a:ea typeface="HGSeikaishotaiPRO" panose="03000600000000000000" pitchFamily="66" charset="-128"/>
              <a:cs typeface="+mn-cs"/>
            </a:endParaRPr>
          </a:p>
        </p:txBody>
      </p:sp>
    </p:spTree>
    <p:extLst>
      <p:ext uri="{BB962C8B-B14F-4D97-AF65-F5344CB8AC3E}">
        <p14:creationId xmlns:p14="http://schemas.microsoft.com/office/powerpoint/2010/main" val="115889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4" name="Picture 3">
            <a:extLst>
              <a:ext uri="{FF2B5EF4-FFF2-40B4-BE49-F238E27FC236}">
                <a16:creationId xmlns:a16="http://schemas.microsoft.com/office/drawing/2014/main" id="{8DFD72F8-46F4-898F-C291-3C5313706718}"/>
              </a:ext>
            </a:extLst>
          </p:cNvPr>
          <p:cNvPicPr>
            <a:picLocks noChangeAspect="1"/>
          </p:cNvPicPr>
          <p:nvPr/>
        </p:nvPicPr>
        <p:blipFill>
          <a:blip r:embed="rId4"/>
          <a:stretch>
            <a:fillRect/>
          </a:stretch>
        </p:blipFill>
        <p:spPr>
          <a:xfrm>
            <a:off x="75156" y="70839"/>
            <a:ext cx="7757181" cy="6625572"/>
          </a:xfrm>
          <a:prstGeom prst="rect">
            <a:avLst/>
          </a:prstGeom>
        </p:spPr>
      </p:pic>
      <p:pic>
        <p:nvPicPr>
          <p:cNvPr id="6" name="Picture 5">
            <a:extLst>
              <a:ext uri="{FF2B5EF4-FFF2-40B4-BE49-F238E27FC236}">
                <a16:creationId xmlns:a16="http://schemas.microsoft.com/office/drawing/2014/main" id="{0463CFDA-F0A6-62BD-43E6-25F3824972D1}"/>
              </a:ext>
            </a:extLst>
          </p:cNvPr>
          <p:cNvPicPr>
            <a:picLocks noChangeAspect="1"/>
          </p:cNvPicPr>
          <p:nvPr/>
        </p:nvPicPr>
        <p:blipFill>
          <a:blip r:embed="rId5"/>
          <a:stretch>
            <a:fillRect/>
          </a:stretch>
        </p:blipFill>
        <p:spPr>
          <a:xfrm>
            <a:off x="5171038" y="70839"/>
            <a:ext cx="6921449" cy="567262"/>
          </a:xfrm>
          <a:prstGeom prst="rect">
            <a:avLst/>
          </a:prstGeom>
          <a:ln>
            <a:solidFill>
              <a:schemeClr val="tx2">
                <a:lumMod val="60000"/>
                <a:lumOff val="40000"/>
              </a:schemeClr>
            </a:solidFill>
          </a:ln>
        </p:spPr>
      </p:pic>
      <p:pic>
        <p:nvPicPr>
          <p:cNvPr id="8" name="Picture 7">
            <a:extLst>
              <a:ext uri="{FF2B5EF4-FFF2-40B4-BE49-F238E27FC236}">
                <a16:creationId xmlns:a16="http://schemas.microsoft.com/office/drawing/2014/main" id="{62916541-21BC-D307-4AB4-800B70A6311F}"/>
              </a:ext>
            </a:extLst>
          </p:cNvPr>
          <p:cNvPicPr>
            <a:picLocks noChangeAspect="1"/>
          </p:cNvPicPr>
          <p:nvPr/>
        </p:nvPicPr>
        <p:blipFill>
          <a:blip r:embed="rId6"/>
          <a:stretch>
            <a:fillRect/>
          </a:stretch>
        </p:blipFill>
        <p:spPr>
          <a:xfrm>
            <a:off x="4537453" y="1001048"/>
            <a:ext cx="7559796" cy="680571"/>
          </a:xfrm>
          <a:prstGeom prst="rect">
            <a:avLst/>
          </a:prstGeom>
          <a:solidFill>
            <a:schemeClr val="accent2"/>
          </a:solidFill>
          <a:ln>
            <a:solidFill>
              <a:schemeClr val="accent5">
                <a:lumMod val="60000"/>
                <a:lumOff val="40000"/>
              </a:schemeClr>
            </a:solidFill>
          </a:ln>
        </p:spPr>
      </p:pic>
      <p:pic>
        <p:nvPicPr>
          <p:cNvPr id="16" name="Picture 15">
            <a:extLst>
              <a:ext uri="{FF2B5EF4-FFF2-40B4-BE49-F238E27FC236}">
                <a16:creationId xmlns:a16="http://schemas.microsoft.com/office/drawing/2014/main" id="{C29230C0-173C-911F-468F-C3E471ECD8A6}"/>
              </a:ext>
            </a:extLst>
          </p:cNvPr>
          <p:cNvPicPr>
            <a:picLocks noChangeAspect="1"/>
          </p:cNvPicPr>
          <p:nvPr/>
        </p:nvPicPr>
        <p:blipFill>
          <a:blip r:embed="rId7"/>
          <a:stretch>
            <a:fillRect/>
          </a:stretch>
        </p:blipFill>
        <p:spPr>
          <a:xfrm>
            <a:off x="3675419" y="2044566"/>
            <a:ext cx="8434990" cy="648321"/>
          </a:xfrm>
          <a:prstGeom prst="rect">
            <a:avLst/>
          </a:prstGeom>
          <a:ln>
            <a:solidFill>
              <a:schemeClr val="accent5">
                <a:lumMod val="60000"/>
                <a:lumOff val="40000"/>
              </a:schemeClr>
            </a:solidFill>
          </a:ln>
        </p:spPr>
      </p:pic>
      <p:pic>
        <p:nvPicPr>
          <p:cNvPr id="17" name="Picture 16">
            <a:extLst>
              <a:ext uri="{FF2B5EF4-FFF2-40B4-BE49-F238E27FC236}">
                <a16:creationId xmlns:a16="http://schemas.microsoft.com/office/drawing/2014/main" id="{52B745B4-A1AE-C912-9157-D5C71B91A375}"/>
              </a:ext>
            </a:extLst>
          </p:cNvPr>
          <p:cNvPicPr>
            <a:picLocks noChangeAspect="1"/>
          </p:cNvPicPr>
          <p:nvPr/>
        </p:nvPicPr>
        <p:blipFill>
          <a:blip r:embed="rId8"/>
          <a:stretch>
            <a:fillRect/>
          </a:stretch>
        </p:blipFill>
        <p:spPr>
          <a:xfrm>
            <a:off x="1803748" y="3139739"/>
            <a:ext cx="10313096" cy="704593"/>
          </a:xfrm>
          <a:prstGeom prst="rect">
            <a:avLst/>
          </a:prstGeom>
          <a:ln>
            <a:solidFill>
              <a:schemeClr val="accent5">
                <a:lumMod val="60000"/>
                <a:lumOff val="40000"/>
              </a:schemeClr>
            </a:solidFill>
          </a:ln>
        </p:spPr>
      </p:pic>
      <p:pic>
        <p:nvPicPr>
          <p:cNvPr id="22" name="Picture 21">
            <a:extLst>
              <a:ext uri="{FF2B5EF4-FFF2-40B4-BE49-F238E27FC236}">
                <a16:creationId xmlns:a16="http://schemas.microsoft.com/office/drawing/2014/main" id="{65B5F1FB-20A1-408B-D5EB-E66607E1E787}"/>
              </a:ext>
            </a:extLst>
          </p:cNvPr>
          <p:cNvPicPr>
            <a:picLocks noChangeAspect="1"/>
          </p:cNvPicPr>
          <p:nvPr/>
        </p:nvPicPr>
        <p:blipFill>
          <a:blip r:embed="rId9"/>
          <a:stretch>
            <a:fillRect/>
          </a:stretch>
        </p:blipFill>
        <p:spPr>
          <a:xfrm>
            <a:off x="3771158" y="4103965"/>
            <a:ext cx="8339251" cy="1125297"/>
          </a:xfrm>
          <a:prstGeom prst="rect">
            <a:avLst/>
          </a:prstGeom>
          <a:ln>
            <a:solidFill>
              <a:schemeClr val="accent5">
                <a:lumMod val="60000"/>
                <a:lumOff val="40000"/>
              </a:schemeClr>
            </a:solidFill>
          </a:ln>
        </p:spPr>
      </p:pic>
    </p:spTree>
    <p:extLst>
      <p:ext uri="{BB962C8B-B14F-4D97-AF65-F5344CB8AC3E}">
        <p14:creationId xmlns:p14="http://schemas.microsoft.com/office/powerpoint/2010/main" val="58997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500" fill="hold"/>
                                        <p:tgtEl>
                                          <p:spTgt spid="17"/>
                                        </p:tgtEl>
                                        <p:attrNameLst>
                                          <p:attrName>ppt_x</p:attrName>
                                        </p:attrNameLst>
                                      </p:cBhvr>
                                      <p:tavLst>
                                        <p:tav tm="0">
                                          <p:val>
                                            <p:strVal val="#ppt_x"/>
                                          </p:val>
                                        </p:tav>
                                        <p:tav tm="100000">
                                          <p:val>
                                            <p:strVal val="#ppt_x"/>
                                          </p:val>
                                        </p:tav>
                                      </p:tavLst>
                                    </p:anim>
                                    <p:anim calcmode="lin" valueType="num">
                                      <p:cBhvr additive="base">
                                        <p:cTn id="2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fill="hold"/>
                                        <p:tgtEl>
                                          <p:spTgt spid="22"/>
                                        </p:tgtEl>
                                        <p:attrNameLst>
                                          <p:attrName>ppt_x</p:attrName>
                                        </p:attrNameLst>
                                      </p:cBhvr>
                                      <p:tavLst>
                                        <p:tav tm="0">
                                          <p:val>
                                            <p:strVal val="#ppt_x"/>
                                          </p:val>
                                        </p:tav>
                                        <p:tav tm="100000">
                                          <p:val>
                                            <p:strVal val="#ppt_x"/>
                                          </p:val>
                                        </p:tav>
                                      </p:tavLst>
                                    </p:anim>
                                    <p:anim calcmode="lin" valueType="num">
                                      <p:cBhvr additive="base">
                                        <p:cTn id="3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357741" y="1942590"/>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chemeClr val="tx2">
                    <a:lumMod val="75000"/>
                  </a:schemeClr>
                </a:solidFill>
                <a:effectLst/>
                <a:uLnTx/>
                <a:uFillTx/>
                <a:latin typeface="HGPSoeiKakupoptai" panose="040B0A00000000000000" pitchFamily="82" charset="-128"/>
                <a:ea typeface="HGPSoeiKakupoptai" panose="040B0A00000000000000" pitchFamily="82" charset="-128"/>
                <a:sym typeface="Arial"/>
              </a:rPr>
              <a:t>Part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600" b="1" dirty="0">
                <a:ln w="22225">
                  <a:solidFill>
                    <a:srgbClr val="ED7D31"/>
                  </a:solidFill>
                  <a:prstDash val="solid"/>
                </a:ln>
                <a:solidFill>
                  <a:srgbClr val="313752">
                    <a:lumMod val="50000"/>
                  </a:srgbClr>
                </a:solidFill>
                <a:latin typeface="UD Digi Kyokasho N-B" panose="02020700000000000000" pitchFamily="17" charset="-128"/>
                <a:ea typeface="UD Digi Kyokasho N-B" panose="02020700000000000000" pitchFamily="17" charset="-128"/>
              </a:rPr>
              <a:t> </a:t>
            </a:r>
            <a:endParaRPr kumimoji="0" lang="en-US" sz="9600" b="1" i="0" u="none" strike="noStrike" kern="0" cap="none" spc="0" normalizeH="0" baseline="0" noProof="0" dirty="0">
              <a:ln w="22225">
                <a:solidFill>
                  <a:srgbClr val="ED7D31"/>
                </a:solidFill>
                <a:prstDash val="solid"/>
              </a:ln>
              <a:solidFill>
                <a:schemeClr val="tx1">
                  <a:lumMod val="90000"/>
                  <a:lumOff val="10000"/>
                </a:scheme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695623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4" name="Picture 3">
            <a:extLst>
              <a:ext uri="{FF2B5EF4-FFF2-40B4-BE49-F238E27FC236}">
                <a16:creationId xmlns:a16="http://schemas.microsoft.com/office/drawing/2014/main" id="{B462948C-5112-A6C3-E293-0A66A0E099AD}"/>
              </a:ext>
            </a:extLst>
          </p:cNvPr>
          <p:cNvPicPr>
            <a:picLocks noChangeAspect="1"/>
          </p:cNvPicPr>
          <p:nvPr/>
        </p:nvPicPr>
        <p:blipFill>
          <a:blip r:embed="rId3"/>
          <a:stretch>
            <a:fillRect/>
          </a:stretch>
        </p:blipFill>
        <p:spPr>
          <a:xfrm>
            <a:off x="174298" y="177104"/>
            <a:ext cx="11843404" cy="4696326"/>
          </a:xfrm>
          <a:prstGeom prst="rect">
            <a:avLst/>
          </a:prstGeom>
        </p:spPr>
      </p:pic>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4">
            <a:alphaModFix/>
          </a:blip>
          <a:stretch>
            <a:fillRect/>
          </a:stretch>
        </p:blipFill>
        <p:spPr>
          <a:xfrm>
            <a:off x="-1437618" y="-1515472"/>
            <a:ext cx="3483083" cy="4529141"/>
          </a:xfrm>
          <a:prstGeom prst="rect">
            <a:avLst/>
          </a:prstGeom>
          <a:noFill/>
          <a:ln>
            <a:noFill/>
          </a:ln>
        </p:spPr>
      </p:pic>
      <p:pic>
        <p:nvPicPr>
          <p:cNvPr id="5" name="Picture 4">
            <a:extLst>
              <a:ext uri="{FF2B5EF4-FFF2-40B4-BE49-F238E27FC236}">
                <a16:creationId xmlns:a16="http://schemas.microsoft.com/office/drawing/2014/main" id="{E5AE9838-747F-DC5A-1176-1A0EDB8B94C3}"/>
              </a:ext>
            </a:extLst>
          </p:cNvPr>
          <p:cNvPicPr>
            <a:picLocks noChangeAspect="1"/>
          </p:cNvPicPr>
          <p:nvPr/>
        </p:nvPicPr>
        <p:blipFill>
          <a:blip r:embed="rId5"/>
          <a:stretch>
            <a:fillRect/>
          </a:stretch>
        </p:blipFill>
        <p:spPr>
          <a:xfrm>
            <a:off x="447332" y="5148887"/>
            <a:ext cx="7538012" cy="1417119"/>
          </a:xfrm>
          <a:prstGeom prst="rect">
            <a:avLst/>
          </a:prstGeom>
        </p:spPr>
      </p:pic>
    </p:spTree>
    <p:extLst>
      <p:ext uri="{BB962C8B-B14F-4D97-AF65-F5344CB8AC3E}">
        <p14:creationId xmlns:p14="http://schemas.microsoft.com/office/powerpoint/2010/main" val="421429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南北</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6843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温帯</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地域</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島</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地形</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熱帯</a:t>
            </a: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位置する</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気候</a:t>
            </a: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石垣</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平野</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Tree>
    <p:extLst>
      <p:ext uri="{BB962C8B-B14F-4D97-AF65-F5344CB8AC3E}">
        <p14:creationId xmlns:p14="http://schemas.microsoft.com/office/powerpoint/2010/main" val="83349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太平洋側</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山林</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平均</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割合</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蒸し暑い</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連なる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例年</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曇り</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乾く</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乾燥</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Tree>
    <p:extLst>
      <p:ext uri="{BB962C8B-B14F-4D97-AF65-F5344CB8AC3E}">
        <p14:creationId xmlns:p14="http://schemas.microsoft.com/office/powerpoint/2010/main" val="114476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囲む</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家庭</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複雑</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名園</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ペンション</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恵む</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美しい</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庭</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コーナー</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展望台</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Tree>
    <p:extLst>
      <p:ext uri="{BB962C8B-B14F-4D97-AF65-F5344CB8AC3E}">
        <p14:creationId xmlns:p14="http://schemas.microsoft.com/office/powerpoint/2010/main" val="289794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3EAA1CBE-387E-E12D-6EF0-5AD75E945F46}"/>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dirty="0">
                <a:solidFill>
                  <a:srgbClr val="00B050"/>
                </a:solidFill>
                <a:latin typeface="HGPSoeiKakupoptai" panose="040B0A00000000000000" pitchFamily="82" charset="-128"/>
                <a:ea typeface="HGPSoeiKakupoptai" panose="040B0A00000000000000" pitchFamily="82" charset="-128"/>
              </a:rPr>
              <a:t>文法</a:t>
            </a:r>
            <a:endParaRPr lang="en-US" sz="3200" dirty="0">
              <a:solidFill>
                <a:srgbClr val="00B050"/>
              </a:solidFill>
              <a:latin typeface="HGPSoeiKakupoptai" panose="040B0A00000000000000" pitchFamily="82" charset="-128"/>
              <a:ea typeface="HGPSoeiKakupoptai" panose="040B0A00000000000000" pitchFamily="82" charset="-128"/>
            </a:endParaRPr>
          </a:p>
        </p:txBody>
      </p:sp>
      <p:grpSp>
        <p:nvGrpSpPr>
          <p:cNvPr id="42" name="Group 41">
            <a:extLst>
              <a:ext uri="{FF2B5EF4-FFF2-40B4-BE49-F238E27FC236}">
                <a16:creationId xmlns:a16="http://schemas.microsoft.com/office/drawing/2014/main" id="{3E43E67F-F4CC-A588-AB96-ACAE06704702}"/>
              </a:ext>
            </a:extLst>
          </p:cNvPr>
          <p:cNvGrpSpPr/>
          <p:nvPr/>
        </p:nvGrpSpPr>
        <p:grpSpPr>
          <a:xfrm>
            <a:off x="1982363" y="276059"/>
            <a:ext cx="9305969" cy="1063344"/>
            <a:chOff x="1434038" y="443059"/>
            <a:chExt cx="6180461" cy="716437"/>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72"/>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a:spcBef>
                  <a:spcPts val="0"/>
                </a:spcBef>
                <a:spcAft>
                  <a:spcPts val="0"/>
                </a:spcAft>
              </a:pPr>
              <a:r>
                <a:rPr lang="ja-JP" altLang="en-US" sz="2400" b="1" i="0" u="none" strike="noStrike" dirty="0">
                  <a:solidFill>
                    <a:srgbClr val="002060"/>
                  </a:solidFill>
                  <a:effectLst/>
                  <a:latin typeface="EPSON 太明朝体Ｂ" panose="02020709000000000000" pitchFamily="17" charset="-128"/>
                  <a:ea typeface="EPSON 太明朝体Ｂ" panose="02020709000000000000" pitchFamily="17" charset="-128"/>
                </a:rPr>
                <a:t>～に囲まれている／～に囲まれた</a:t>
              </a:r>
              <a:endParaRPr lang="ja-JP" altLang="en-US" sz="2800" b="0" dirty="0">
                <a:solidFill>
                  <a:srgbClr val="002060"/>
                </a:solidFill>
                <a:effectLst/>
                <a:latin typeface="EPSON 太明朝体Ｂ" panose="02020709000000000000" pitchFamily="17" charset="-128"/>
                <a:ea typeface="EPSON 太明朝体Ｂ" panose="02020709000000000000" pitchFamily="17" charset="-128"/>
              </a:endParaRPr>
            </a:p>
          </p:txBody>
        </p:sp>
        <p:sp>
          <p:nvSpPr>
            <p:cNvPr id="5" name="Oval 4">
              <a:extLst>
                <a:ext uri="{FF2B5EF4-FFF2-40B4-BE49-F238E27FC236}">
                  <a16:creationId xmlns:a16="http://schemas.microsoft.com/office/drawing/2014/main" id="{89657071-37DA-B580-7080-76FA04B3C3D9}"/>
                </a:ext>
              </a:extLst>
            </p:cNvPr>
            <p:cNvSpPr/>
            <p:nvPr/>
          </p:nvSpPr>
          <p:spPr>
            <a:xfrm>
              <a:off x="1434038" y="443059"/>
              <a:ext cx="518489"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72" dirty="0">
                  <a:solidFill>
                    <a:srgbClr val="FFFF00"/>
                  </a:solidFill>
                  <a:latin typeface="Snap ITC" panose="04040A07060A02020202" pitchFamily="82" charset="0"/>
                </a:rPr>
                <a:t>1.1</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7495504" y="508714"/>
            <a:ext cx="3733617"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Được bao quanh bởi N</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sp>
        <p:nvSpPr>
          <p:cNvPr id="44" name="Google Shape;1514;p52">
            <a:extLst>
              <a:ext uri="{FF2B5EF4-FFF2-40B4-BE49-F238E27FC236}">
                <a16:creationId xmlns:a16="http://schemas.microsoft.com/office/drawing/2014/main" id="{122D302F-CA8D-7A92-6FB2-2D32C01F2B01}"/>
              </a:ext>
            </a:extLst>
          </p:cNvPr>
          <p:cNvSpPr/>
          <p:nvPr/>
        </p:nvSpPr>
        <p:spPr>
          <a:xfrm>
            <a:off x="1770845" y="1545844"/>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lang="ja-JP" altLang="en-US" sz="2400" kern="0" dirty="0">
                <a:solidFill>
                  <a:srgbClr val="00B050"/>
                </a:solidFill>
                <a:latin typeface="HGPSoeiPresenceEB" panose="02020800000000000000" pitchFamily="18" charset="-128"/>
                <a:ea typeface="HGPSoeiPresenceEB" panose="02020800000000000000" pitchFamily="18" charset="-128"/>
                <a:cs typeface="Arial"/>
                <a:sym typeface="Arial"/>
              </a:rPr>
              <a:t> </a:t>
            </a:r>
            <a:r>
              <a:rPr lang="en-US" altLang="ja-JP" sz="2800" dirty="0">
                <a:solidFill>
                  <a:srgbClr val="00B050"/>
                </a:solidFill>
                <a:latin typeface="HGPSoeiPresenceEB" panose="02020800000000000000" pitchFamily="18" charset="-128"/>
                <a:ea typeface="HGPSoeiPresenceEB" panose="02020800000000000000" pitchFamily="18" charset="-128"/>
              </a:rPr>
              <a:t>N</a:t>
            </a:r>
            <a:r>
              <a:rPr kumimoji="0" lang="ja-JP" altLang="en-US" sz="28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lang="ja-JP" altLang="en-US" sz="2800" dirty="0">
                <a:solidFill>
                  <a:srgbClr val="FF0000"/>
                </a:solidFill>
                <a:latin typeface="HGPSoeiPresenceEB" panose="02020800000000000000" pitchFamily="18" charset="-128"/>
                <a:ea typeface="HGPSoeiPresenceEB" panose="02020800000000000000" pitchFamily="18" charset="-128"/>
              </a:rPr>
              <a:t>にかこまれている</a:t>
            </a:r>
            <a:endParaRPr kumimoji="0" lang="en-US" altLang="ja-JP"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sym typeface="Arial"/>
            </a:endParaRPr>
          </a:p>
        </p:txBody>
      </p:sp>
      <p:sp>
        <p:nvSpPr>
          <p:cNvPr id="45" name="Google Shape;1514;p52">
            <a:extLst>
              <a:ext uri="{FF2B5EF4-FFF2-40B4-BE49-F238E27FC236}">
                <a16:creationId xmlns:a16="http://schemas.microsoft.com/office/drawing/2014/main" id="{4CA7606C-8235-809E-66D2-A93BD6EDBD66}"/>
              </a:ext>
            </a:extLst>
          </p:cNvPr>
          <p:cNvSpPr/>
          <p:nvPr/>
        </p:nvSpPr>
        <p:spPr>
          <a:xfrm>
            <a:off x="293224" y="3005144"/>
            <a:ext cx="11676526" cy="960140"/>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buClrTx/>
              <a:defRPr/>
            </a:pPr>
            <a:r>
              <a:rPr kumimoji="0" lang="ja-JP" altLang="en-US" sz="2800" b="0" i="0" u="none" strike="noStrike" kern="0" cap="none" spc="0" normalizeH="0" baseline="0" noProof="0" dirty="0">
                <a:ln>
                  <a:noFill/>
                </a:ln>
                <a:solidFill>
                  <a:prstClr val="black">
                    <a:lumMod val="95000"/>
                    <a:lumOff val="5000"/>
                  </a:prstClr>
                </a:solidFill>
                <a:effectLst/>
                <a:uLnTx/>
                <a:uFillTx/>
                <a:latin typeface="UD Digi Kyokasho NP-R" panose="02020400000000000000" pitchFamily="18" charset="-128"/>
                <a:ea typeface="UD Digi Kyokasho NP-R" panose="02020400000000000000" pitchFamily="18" charset="-128"/>
                <a:cs typeface="+mn-cs"/>
                <a:sym typeface="Arial"/>
              </a:rPr>
              <a:t>①　</a:t>
            </a:r>
            <a:r>
              <a:rPr lang="ja-JP" altLang="en-US" sz="2800" kern="1200" dirty="0">
                <a:solidFill>
                  <a:prstClr val="black">
                    <a:lumMod val="95000"/>
                    <a:lumOff val="5000"/>
                  </a:prstClr>
                </a:solidFill>
                <a:latin typeface="UD Digi Kyokasho NP-R" panose="02020400000000000000" pitchFamily="18" charset="-128"/>
                <a:ea typeface="UD Digi Kyokasho NP-R" panose="02020400000000000000" pitchFamily="18" charset="-128"/>
                <a:cs typeface="+mn-cs"/>
              </a:rPr>
              <a:t>日本は南北に長い島で、周りを海に囲まれています。</a:t>
            </a:r>
            <a:endParaRPr kumimoji="0" lang="ja-JP" altLang="en-US" sz="2800" b="0" i="0" u="none" strike="noStrike" kern="0" cap="none" spc="0" normalizeH="0" baseline="0" noProof="0" dirty="0">
              <a:ln>
                <a:noFill/>
              </a:ln>
              <a:solidFill>
                <a:prstClr val="black">
                  <a:lumMod val="95000"/>
                  <a:lumOff val="5000"/>
                </a:prstClr>
              </a:solidFill>
              <a:effectLst/>
              <a:uLnTx/>
              <a:uFillTx/>
              <a:latin typeface="UD Digi Kyokasho NP-R" panose="02020400000000000000" pitchFamily="18" charset="-128"/>
              <a:ea typeface="UD Digi Kyokasho NP-R" panose="02020400000000000000" pitchFamily="18" charset="-128"/>
              <a:cs typeface="+mn-cs"/>
              <a:sym typeface="Arial"/>
            </a:endParaRPr>
          </a:p>
        </p:txBody>
      </p:sp>
      <p:sp>
        <p:nvSpPr>
          <p:cNvPr id="46" name="Google Shape;1514;p52">
            <a:extLst>
              <a:ext uri="{FF2B5EF4-FFF2-40B4-BE49-F238E27FC236}">
                <a16:creationId xmlns:a16="http://schemas.microsoft.com/office/drawing/2014/main" id="{B52E306A-9FCD-FF1B-C3F2-D932F94AA9CA}"/>
              </a:ext>
            </a:extLst>
          </p:cNvPr>
          <p:cNvSpPr/>
          <p:nvPr/>
        </p:nvSpPr>
        <p:spPr>
          <a:xfrm>
            <a:off x="303923" y="3752754"/>
            <a:ext cx="11676526" cy="960140"/>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ja-JP" altLang="en-US" sz="2800" b="0" i="0" u="none" strike="noStrike" kern="0" cap="none" spc="0" normalizeH="0" baseline="0" noProof="0" dirty="0">
                <a:ln>
                  <a:noFill/>
                </a:ln>
                <a:solidFill>
                  <a:prstClr val="black">
                    <a:lumMod val="95000"/>
                    <a:lumOff val="5000"/>
                  </a:prstClr>
                </a:solidFill>
                <a:effectLst/>
                <a:uLnTx/>
                <a:uFillTx/>
                <a:latin typeface="UD Digi Kyokasho NP-R" panose="02020400000000000000" pitchFamily="18" charset="-128"/>
                <a:ea typeface="UD Digi Kyokasho NP-R" panose="02020400000000000000" pitchFamily="18" charset="-128"/>
                <a:cs typeface="+mn-cs"/>
                <a:sym typeface="Arial"/>
              </a:rPr>
              <a:t>②　</a:t>
            </a:r>
            <a:r>
              <a:rPr lang="ja-JP" altLang="en-US" sz="2800" dirty="0">
                <a:solidFill>
                  <a:prstClr val="black">
                    <a:lumMod val="95000"/>
                    <a:lumOff val="5000"/>
                  </a:prstClr>
                </a:solidFill>
                <a:latin typeface="UD Digi Kyokasho NP-R" panose="02020400000000000000" pitchFamily="18" charset="-128"/>
                <a:ea typeface="UD Digi Kyokasho NP-R" panose="02020400000000000000" pitchFamily="18" charset="-128"/>
              </a:rPr>
              <a:t>花と緑に囲まれた小さなペンションが並んでいます。</a:t>
            </a:r>
            <a:endParaRPr kumimoji="0" lang="ja-JP" altLang="en-US" sz="2800" b="0" i="0" strike="noStrike" kern="0" cap="none" spc="0" normalizeH="0" baseline="0" noProof="0" dirty="0">
              <a:ln>
                <a:noFill/>
              </a:ln>
              <a:solidFill>
                <a:schemeClr val="bg1">
                  <a:lumMod val="10000"/>
                </a:schemeClr>
              </a:solidFill>
              <a:effectLst/>
              <a:uLnTx/>
              <a:uFillTx/>
              <a:latin typeface="UD Digi Kyokasho NP-R" panose="02020400000000000000" pitchFamily="18" charset="-128"/>
              <a:ea typeface="UD Digi Kyokasho NP-R" panose="02020400000000000000" pitchFamily="18" charset="-128"/>
              <a:cs typeface="+mn-cs"/>
              <a:sym typeface="Arial"/>
            </a:endParaRPr>
          </a:p>
        </p:txBody>
      </p:sp>
    </p:spTree>
    <p:extLst>
      <p:ext uri="{BB962C8B-B14F-4D97-AF65-F5344CB8AC3E}">
        <p14:creationId xmlns:p14="http://schemas.microsoft.com/office/powerpoint/2010/main" val="261416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anim calcmode="lin" valueType="num">
                                      <p:cBhvr>
                                        <p:cTn id="13" dur="1000" fill="hold"/>
                                        <p:tgtEl>
                                          <p:spTgt spid="45"/>
                                        </p:tgtEl>
                                        <p:attrNameLst>
                                          <p:attrName>ppt_x</p:attrName>
                                        </p:attrNameLst>
                                      </p:cBhvr>
                                      <p:tavLst>
                                        <p:tav tm="0">
                                          <p:val>
                                            <p:strVal val="#ppt_x"/>
                                          </p:val>
                                        </p:tav>
                                        <p:tav tm="100000">
                                          <p:val>
                                            <p:strVal val="#ppt_x"/>
                                          </p:val>
                                        </p:tav>
                                      </p:tavLst>
                                    </p:anim>
                                    <p:anim calcmode="lin" valueType="num">
                                      <p:cBhvr>
                                        <p:cTn id="14"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1000"/>
                                        <p:tgtEl>
                                          <p:spTgt spid="46"/>
                                        </p:tgtEl>
                                      </p:cBhvr>
                                    </p:animEffect>
                                    <p:anim calcmode="lin" valueType="num">
                                      <p:cBhvr>
                                        <p:cTn id="20" dur="1000" fill="hold"/>
                                        <p:tgtEl>
                                          <p:spTgt spid="46"/>
                                        </p:tgtEl>
                                        <p:attrNameLst>
                                          <p:attrName>ppt_x</p:attrName>
                                        </p:attrNameLst>
                                      </p:cBhvr>
                                      <p:tavLst>
                                        <p:tav tm="0">
                                          <p:val>
                                            <p:strVal val="#ppt_x"/>
                                          </p:val>
                                        </p:tav>
                                        <p:tav tm="100000">
                                          <p:val>
                                            <p:strVal val="#ppt_x"/>
                                          </p:val>
                                        </p:tav>
                                      </p:tavLst>
                                    </p:anim>
                                    <p:anim calcmode="lin" valueType="num">
                                      <p:cBhvr>
                                        <p:cTn id="21"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grpSp>
        <p:nvGrpSpPr>
          <p:cNvPr id="42" name="Group 41">
            <a:extLst>
              <a:ext uri="{FF2B5EF4-FFF2-40B4-BE49-F238E27FC236}">
                <a16:creationId xmlns:a16="http://schemas.microsoft.com/office/drawing/2014/main" id="{3E43E67F-F4CC-A588-AB96-ACAE06704702}"/>
              </a:ext>
            </a:extLst>
          </p:cNvPr>
          <p:cNvGrpSpPr/>
          <p:nvPr/>
        </p:nvGrpSpPr>
        <p:grpSpPr>
          <a:xfrm>
            <a:off x="2099766" y="276686"/>
            <a:ext cx="9188566" cy="1062718"/>
            <a:chOff x="1512010" y="443481"/>
            <a:chExt cx="6102489" cy="716015"/>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（～が）～を占める／～が占める</a:t>
              </a:r>
            </a:p>
          </p:txBody>
        </p:sp>
        <p:sp>
          <p:nvSpPr>
            <p:cNvPr id="5" name="Oval 4">
              <a:extLst>
                <a:ext uri="{FF2B5EF4-FFF2-40B4-BE49-F238E27FC236}">
                  <a16:creationId xmlns:a16="http://schemas.microsoft.com/office/drawing/2014/main" id="{89657071-37DA-B580-7080-76FA04B3C3D9}"/>
                </a:ext>
              </a:extLst>
            </p:cNvPr>
            <p:cNvSpPr/>
            <p:nvPr/>
          </p:nvSpPr>
          <p:spPr>
            <a:xfrm>
              <a:off x="1512010" y="443481"/>
              <a:ext cx="5416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72"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1.2</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7957374" y="508714"/>
            <a:ext cx="3271747"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chiếm …</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sp>
        <p:nvSpPr>
          <p:cNvPr id="44" name="Google Shape;1514;p52">
            <a:extLst>
              <a:ext uri="{FF2B5EF4-FFF2-40B4-BE49-F238E27FC236}">
                <a16:creationId xmlns:a16="http://schemas.microsoft.com/office/drawing/2014/main" id="{122D302F-CA8D-7A92-6FB2-2D32C01F2B01}"/>
              </a:ext>
            </a:extLst>
          </p:cNvPr>
          <p:cNvSpPr/>
          <p:nvPr/>
        </p:nvSpPr>
        <p:spPr>
          <a:xfrm>
            <a:off x="1770845" y="1545844"/>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en-US" altLang="ja-JP"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N</a:t>
            </a:r>
            <a:r>
              <a:rPr kumimoji="0" lang="ja-JP" altLang="en-US" sz="28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lang="ja-JP" altLang="en-US" sz="2800" dirty="0">
                <a:solidFill>
                  <a:srgbClr val="FF0000"/>
                </a:solidFill>
                <a:latin typeface="HGPSoeiPresenceEB" panose="02020800000000000000" pitchFamily="18" charset="-128"/>
                <a:ea typeface="HGPSoeiPresenceEB" panose="02020800000000000000" pitchFamily="18" charset="-128"/>
              </a:rPr>
              <a:t>を占める</a:t>
            </a:r>
            <a:endParaRPr kumimoji="0" lang="en-US" altLang="ja-JP"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endParaRPr>
          </a:p>
        </p:txBody>
      </p:sp>
      <p:pic>
        <p:nvPicPr>
          <p:cNvPr id="7" name="Picture 6">
            <a:extLst>
              <a:ext uri="{FF2B5EF4-FFF2-40B4-BE49-F238E27FC236}">
                <a16:creationId xmlns:a16="http://schemas.microsoft.com/office/drawing/2014/main" id="{075C8051-F9C7-8D21-656F-BDA5EB5D1935}"/>
              </a:ext>
            </a:extLst>
          </p:cNvPr>
          <p:cNvPicPr>
            <a:picLocks noChangeAspect="1"/>
          </p:cNvPicPr>
          <p:nvPr/>
        </p:nvPicPr>
        <p:blipFill>
          <a:blip r:embed="rId4"/>
          <a:stretch>
            <a:fillRect/>
          </a:stretch>
        </p:blipFill>
        <p:spPr>
          <a:xfrm>
            <a:off x="347617" y="2957599"/>
            <a:ext cx="11170403" cy="960140"/>
          </a:xfrm>
          <a:prstGeom prst="rect">
            <a:avLst/>
          </a:prstGeom>
        </p:spPr>
      </p:pic>
      <p:pic>
        <p:nvPicPr>
          <p:cNvPr id="9" name="Picture 8">
            <a:extLst>
              <a:ext uri="{FF2B5EF4-FFF2-40B4-BE49-F238E27FC236}">
                <a16:creationId xmlns:a16="http://schemas.microsoft.com/office/drawing/2014/main" id="{CBC45500-A5CE-8A1F-2763-F1BD6CAA287D}"/>
              </a:ext>
            </a:extLst>
          </p:cNvPr>
          <p:cNvPicPr>
            <a:picLocks noChangeAspect="1"/>
          </p:cNvPicPr>
          <p:nvPr/>
        </p:nvPicPr>
        <p:blipFill>
          <a:blip r:embed="rId5"/>
          <a:stretch>
            <a:fillRect/>
          </a:stretch>
        </p:blipFill>
        <p:spPr>
          <a:xfrm>
            <a:off x="303923" y="4369354"/>
            <a:ext cx="11456264" cy="999663"/>
          </a:xfrm>
          <a:prstGeom prst="rect">
            <a:avLst/>
          </a:prstGeom>
        </p:spPr>
      </p:pic>
      <p:sp>
        <p:nvSpPr>
          <p:cNvPr id="6" name="Rectangle: Rounded Corners 5">
            <a:extLst>
              <a:ext uri="{FF2B5EF4-FFF2-40B4-BE49-F238E27FC236}">
                <a16:creationId xmlns:a16="http://schemas.microsoft.com/office/drawing/2014/main" id="{DDFC91FA-9BB6-84A5-D83A-4BD265366ECB}"/>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dirty="0">
                <a:solidFill>
                  <a:srgbClr val="00B050"/>
                </a:solidFill>
                <a:latin typeface="HGPSoeiKakupoptai" panose="040B0A00000000000000" pitchFamily="82" charset="-128"/>
                <a:ea typeface="HGPSoeiKakupoptai" panose="040B0A00000000000000" pitchFamily="82" charset="-128"/>
              </a:rPr>
              <a:t>文法</a:t>
            </a:r>
            <a:endParaRPr lang="en-US" sz="3200" dirty="0">
              <a:solidFill>
                <a:srgbClr val="00B050"/>
              </a:solidFill>
              <a:latin typeface="HGPSoeiKakupoptai" panose="040B0A00000000000000" pitchFamily="82" charset="-128"/>
              <a:ea typeface="HGPSoeiKakupoptai" panose="040B0A00000000000000" pitchFamily="82" charset="-128"/>
            </a:endParaRPr>
          </a:p>
        </p:txBody>
      </p:sp>
    </p:spTree>
    <p:extLst>
      <p:ext uri="{BB962C8B-B14F-4D97-AF65-F5344CB8AC3E}">
        <p14:creationId xmlns:p14="http://schemas.microsoft.com/office/powerpoint/2010/main" val="324216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grpSp>
        <p:nvGrpSpPr>
          <p:cNvPr id="42" name="Group 41">
            <a:extLst>
              <a:ext uri="{FF2B5EF4-FFF2-40B4-BE49-F238E27FC236}">
                <a16:creationId xmlns:a16="http://schemas.microsoft.com/office/drawing/2014/main" id="{3E43E67F-F4CC-A588-AB96-ACAE06704702}"/>
              </a:ext>
            </a:extLst>
          </p:cNvPr>
          <p:cNvGrpSpPr/>
          <p:nvPr/>
        </p:nvGrpSpPr>
        <p:grpSpPr>
          <a:xfrm>
            <a:off x="2099766" y="276686"/>
            <a:ext cx="9188566" cy="1062718"/>
            <a:chOff x="1512010" y="443481"/>
            <a:chExt cx="6102489" cy="716015"/>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 ～がち</a:t>
              </a:r>
            </a:p>
          </p:txBody>
        </p:sp>
        <p:sp>
          <p:nvSpPr>
            <p:cNvPr id="5" name="Oval 4">
              <a:extLst>
                <a:ext uri="{FF2B5EF4-FFF2-40B4-BE49-F238E27FC236}">
                  <a16:creationId xmlns:a16="http://schemas.microsoft.com/office/drawing/2014/main" id="{89657071-37DA-B580-7080-76FA04B3C3D9}"/>
                </a:ext>
              </a:extLst>
            </p:cNvPr>
            <p:cNvSpPr/>
            <p:nvPr/>
          </p:nvSpPr>
          <p:spPr>
            <a:xfrm>
              <a:off x="1512010" y="443481"/>
              <a:ext cx="5416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72" b="0" i="0" u="none" strike="noStrike" kern="0" cap="none" spc="0" normalizeH="0" baseline="0" noProof="0" dirty="0">
                  <a:ln>
                    <a:noFill/>
                  </a:ln>
                  <a:solidFill>
                    <a:srgbClr val="FFFF00"/>
                  </a:solidFill>
                  <a:effectLst/>
                  <a:uLnTx/>
                  <a:uFillTx/>
                  <a:latin typeface="Snap ITC" panose="04040A07060A02020202" pitchFamily="82" charset="0"/>
                  <a:sym typeface="Arial"/>
                </a:rPr>
                <a:t>1.</a:t>
              </a:r>
              <a:r>
                <a:rPr kumimoji="0" lang="en-US" sz="1872"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2</a:t>
              </a:r>
              <a:endParaRPr kumimoji="0" lang="en-US" sz="1872" b="0" i="0" u="none" strike="noStrike" kern="0" cap="none" spc="0" normalizeH="0" baseline="0" noProof="0" dirty="0">
                <a:ln>
                  <a:noFill/>
                </a:ln>
                <a:solidFill>
                  <a:srgbClr val="FFFF00"/>
                </a:solidFill>
                <a:effectLst/>
                <a:uLnTx/>
                <a:uFillTx/>
                <a:latin typeface="Snap ITC" panose="04040A07060A02020202" pitchFamily="82" charset="0"/>
                <a:sym typeface="Arial"/>
              </a:endParaRP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7957374" y="508714"/>
            <a:ext cx="3271747"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Thường, hay…</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sp>
        <p:nvSpPr>
          <p:cNvPr id="44" name="Google Shape;1514;p52">
            <a:extLst>
              <a:ext uri="{FF2B5EF4-FFF2-40B4-BE49-F238E27FC236}">
                <a16:creationId xmlns:a16="http://schemas.microsoft.com/office/drawing/2014/main" id="{122D302F-CA8D-7A92-6FB2-2D32C01F2B01}"/>
              </a:ext>
            </a:extLst>
          </p:cNvPr>
          <p:cNvSpPr/>
          <p:nvPr/>
        </p:nvSpPr>
        <p:spPr>
          <a:xfrm>
            <a:off x="1829143" y="1404374"/>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 </a:t>
            </a:r>
            <a:r>
              <a:rPr lang="en-US" altLang="ja-JP" sz="2800" dirty="0">
                <a:solidFill>
                  <a:srgbClr val="00B050"/>
                </a:solidFill>
                <a:latin typeface="HGPSoeiPresenceEB" panose="02020800000000000000" pitchFamily="18" charset="-128"/>
                <a:ea typeface="HGPSoeiPresenceEB" panose="02020800000000000000" pitchFamily="18" charset="-128"/>
              </a:rPr>
              <a:t>V‐</a:t>
            </a:r>
            <a:r>
              <a:rPr lang="ja-JP" altLang="en-US" sz="2800" strike="sngStrike" dirty="0">
                <a:solidFill>
                  <a:srgbClr val="00B050"/>
                </a:solidFill>
                <a:latin typeface="HGPSoeiPresenceEB" panose="02020800000000000000" pitchFamily="18" charset="-128"/>
                <a:ea typeface="HGPSoeiPresenceEB" panose="02020800000000000000" pitchFamily="18" charset="-128"/>
              </a:rPr>
              <a:t>マス</a:t>
            </a:r>
            <a:r>
              <a:rPr lang="ja-JP" altLang="en-US" sz="2800" dirty="0">
                <a:solidFill>
                  <a:srgbClr val="00B050"/>
                </a:solidFill>
                <a:latin typeface="HGPSoeiPresenceEB" panose="02020800000000000000" pitchFamily="18" charset="-128"/>
                <a:ea typeface="HGPSoeiPresenceEB" panose="02020800000000000000" pitchFamily="18" charset="-128"/>
              </a:rPr>
              <a:t>形／</a:t>
            </a:r>
            <a:r>
              <a:rPr lang="en-US" altLang="ja-JP" sz="2800" dirty="0">
                <a:solidFill>
                  <a:srgbClr val="00B050"/>
                </a:solidFill>
                <a:latin typeface="HGPSoeiPresenceEB" panose="02020800000000000000" pitchFamily="18" charset="-128"/>
                <a:ea typeface="HGPSoeiPresenceEB" panose="02020800000000000000" pitchFamily="18" charset="-128"/>
              </a:rPr>
              <a:t>N</a:t>
            </a:r>
            <a:r>
              <a:rPr lang="ja-JP" altLang="en-US" sz="2800" dirty="0">
                <a:solidFill>
                  <a:srgbClr val="00B050"/>
                </a:solidFill>
                <a:latin typeface="HGPSoeiPresenceEB" panose="02020800000000000000" pitchFamily="18" charset="-128"/>
                <a:ea typeface="HGPSoeiPresenceEB" panose="02020800000000000000" pitchFamily="18" charset="-128"/>
              </a:rPr>
              <a:t>＋</a:t>
            </a:r>
            <a:r>
              <a:rPr lang="ja-JP" altLang="en-US" sz="2800" dirty="0">
                <a:solidFill>
                  <a:srgbClr val="FF0000"/>
                </a:solidFill>
                <a:latin typeface="HGPSoeiPresenceEB" panose="02020800000000000000" pitchFamily="18" charset="-128"/>
                <a:ea typeface="HGPSoeiPresenceEB" panose="02020800000000000000" pitchFamily="18" charset="-128"/>
              </a:rPr>
              <a:t>がち</a:t>
            </a:r>
            <a:endParaRPr kumimoji="0" lang="en-US" altLang="ja-JP"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endParaRPr>
          </a:p>
        </p:txBody>
      </p:sp>
      <p:sp>
        <p:nvSpPr>
          <p:cNvPr id="6" name="Google Shape;1514;p52">
            <a:extLst>
              <a:ext uri="{FF2B5EF4-FFF2-40B4-BE49-F238E27FC236}">
                <a16:creationId xmlns:a16="http://schemas.microsoft.com/office/drawing/2014/main" id="{919C746C-D8ED-C4CF-14AE-B0B8267B86FC}"/>
              </a:ext>
            </a:extLst>
          </p:cNvPr>
          <p:cNvSpPr/>
          <p:nvPr/>
        </p:nvSpPr>
        <p:spPr>
          <a:xfrm>
            <a:off x="1167090" y="2409064"/>
            <a:ext cx="10265434" cy="725018"/>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ja-JP" altLang="en-US" sz="1800" b="0" i="0" u="none" strike="noStrike" kern="0" cap="none" spc="0" normalizeH="0" baseline="0" noProof="0" dirty="0">
                <a:ln>
                  <a:noFill/>
                </a:ln>
                <a:solidFill>
                  <a:srgbClr val="FF0000"/>
                </a:solidFill>
                <a:effectLst/>
                <a:uLnTx/>
                <a:uFillTx/>
                <a:latin typeface="UD Digi Kyokasho N-B" panose="02020700000000000000" pitchFamily="17" charset="-128"/>
                <a:ea typeface="UD Digi Kyokasho N-B" panose="02020700000000000000" pitchFamily="17" charset="-128"/>
                <a:cs typeface="Arial"/>
                <a:sym typeface="Arial"/>
              </a:rPr>
              <a:t>意味</a:t>
            </a:r>
            <a:r>
              <a:rPr kumimoji="0" lang="ja-JP" altLang="en-US" sz="18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a:t>
            </a:r>
            <a:r>
              <a:rPr kumimoji="0" lang="en-US" sz="1800" b="0" i="0" u="none" strike="noStrike" kern="1200" cap="none" spc="0" normalizeH="0" baseline="0" noProof="0" dirty="0">
                <a:ln>
                  <a:noFill/>
                </a:ln>
                <a:solidFill>
                  <a:srgbClr val="313752"/>
                </a:solidFill>
                <a:effectLst/>
                <a:uLnTx/>
                <a:uFillTx/>
                <a:latin typeface="Arial"/>
                <a:ea typeface="+mn-ea"/>
                <a:cs typeface="+mn-cs"/>
              </a:rPr>
              <a:t> </a:t>
            </a:r>
            <a:r>
              <a:rPr lang="vi-VN" sz="2400" dirty="0">
                <a:solidFill>
                  <a:srgbClr val="313752"/>
                </a:solidFill>
                <a:latin typeface="SVN-Comic Sans MS" panose="02040603050506020204" pitchFamily="18" charset="0"/>
              </a:rPr>
              <a:t>Diễn tả một sự việc dễ xảy ra, thường hay xảy ra nhiều lần hay xu hướng thường như thế.</a:t>
            </a:r>
            <a:r>
              <a:rPr lang="en-US" sz="2400" dirty="0">
                <a:solidFill>
                  <a:srgbClr val="313752"/>
                </a:solidFill>
                <a:latin typeface="SVN-Comic Sans MS" panose="02040603050506020204" pitchFamily="18" charset="0"/>
              </a:rPr>
              <a:t> </a:t>
            </a:r>
            <a:r>
              <a:rPr lang="vi-VN" sz="2400" dirty="0">
                <a:solidFill>
                  <a:srgbClr val="313752"/>
                </a:solidFill>
                <a:latin typeface="SVN-Comic Sans MS" panose="02040603050506020204" pitchFamily="18" charset="0"/>
              </a:rPr>
              <a:t>Thường là những hành vi không tốt, không nên.</a:t>
            </a:r>
          </a:p>
        </p:txBody>
      </p:sp>
      <p:pic>
        <p:nvPicPr>
          <p:cNvPr id="10" name="Picture 9">
            <a:extLst>
              <a:ext uri="{FF2B5EF4-FFF2-40B4-BE49-F238E27FC236}">
                <a16:creationId xmlns:a16="http://schemas.microsoft.com/office/drawing/2014/main" id="{9F8ADF3E-77C5-6E9E-3ED4-BE7EB538C80C}"/>
              </a:ext>
            </a:extLst>
          </p:cNvPr>
          <p:cNvPicPr>
            <a:picLocks noChangeAspect="1"/>
          </p:cNvPicPr>
          <p:nvPr/>
        </p:nvPicPr>
        <p:blipFill>
          <a:blip r:embed="rId4"/>
          <a:stretch>
            <a:fillRect/>
          </a:stretch>
        </p:blipFill>
        <p:spPr>
          <a:xfrm>
            <a:off x="245690" y="3374627"/>
            <a:ext cx="11759075" cy="803383"/>
          </a:xfrm>
          <a:prstGeom prst="rect">
            <a:avLst/>
          </a:prstGeom>
        </p:spPr>
      </p:pic>
      <p:pic>
        <p:nvPicPr>
          <p:cNvPr id="12" name="Picture 11">
            <a:extLst>
              <a:ext uri="{FF2B5EF4-FFF2-40B4-BE49-F238E27FC236}">
                <a16:creationId xmlns:a16="http://schemas.microsoft.com/office/drawing/2014/main" id="{94A41F29-CA93-BA46-B7C8-29F879C359BF}"/>
              </a:ext>
            </a:extLst>
          </p:cNvPr>
          <p:cNvPicPr>
            <a:picLocks noChangeAspect="1"/>
          </p:cNvPicPr>
          <p:nvPr/>
        </p:nvPicPr>
        <p:blipFill>
          <a:blip r:embed="rId5"/>
          <a:stretch>
            <a:fillRect/>
          </a:stretch>
        </p:blipFill>
        <p:spPr>
          <a:xfrm>
            <a:off x="245691" y="4267045"/>
            <a:ext cx="7276353" cy="790569"/>
          </a:xfrm>
          <a:prstGeom prst="rect">
            <a:avLst/>
          </a:prstGeom>
        </p:spPr>
      </p:pic>
      <p:pic>
        <p:nvPicPr>
          <p:cNvPr id="14" name="Picture 13">
            <a:extLst>
              <a:ext uri="{FF2B5EF4-FFF2-40B4-BE49-F238E27FC236}">
                <a16:creationId xmlns:a16="http://schemas.microsoft.com/office/drawing/2014/main" id="{1F436C7E-DB6F-0F06-A8F2-C208EAC866D7}"/>
              </a:ext>
            </a:extLst>
          </p:cNvPr>
          <p:cNvPicPr>
            <a:picLocks noChangeAspect="1"/>
          </p:cNvPicPr>
          <p:nvPr/>
        </p:nvPicPr>
        <p:blipFill>
          <a:blip r:embed="rId6"/>
          <a:stretch>
            <a:fillRect/>
          </a:stretch>
        </p:blipFill>
        <p:spPr>
          <a:xfrm>
            <a:off x="303923" y="5249656"/>
            <a:ext cx="11453220" cy="803382"/>
          </a:xfrm>
          <a:prstGeom prst="rect">
            <a:avLst/>
          </a:prstGeom>
        </p:spPr>
      </p:pic>
      <p:sp>
        <p:nvSpPr>
          <p:cNvPr id="7" name="Rectangle: Rounded Corners 6">
            <a:extLst>
              <a:ext uri="{FF2B5EF4-FFF2-40B4-BE49-F238E27FC236}">
                <a16:creationId xmlns:a16="http://schemas.microsoft.com/office/drawing/2014/main" id="{E5983F51-E837-C36A-7189-8DCA12561DFD}"/>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dirty="0">
                <a:solidFill>
                  <a:srgbClr val="00B050"/>
                </a:solidFill>
                <a:latin typeface="HGPSoeiKakupoptai" panose="040B0A00000000000000" pitchFamily="82" charset="-128"/>
                <a:ea typeface="HGPSoeiKakupoptai" panose="040B0A00000000000000" pitchFamily="82" charset="-128"/>
              </a:rPr>
              <a:t>文法</a:t>
            </a:r>
            <a:endParaRPr lang="en-US" sz="3200" dirty="0">
              <a:solidFill>
                <a:srgbClr val="00B050"/>
              </a:solidFill>
              <a:latin typeface="HGPSoeiKakupoptai" panose="040B0A00000000000000" pitchFamily="82" charset="-128"/>
              <a:ea typeface="HGPSoeiKakupoptai" panose="040B0A00000000000000" pitchFamily="82" charset="-128"/>
            </a:endParaRPr>
          </a:p>
        </p:txBody>
      </p:sp>
    </p:spTree>
    <p:extLst>
      <p:ext uri="{BB962C8B-B14F-4D97-AF65-F5344CB8AC3E}">
        <p14:creationId xmlns:p14="http://schemas.microsoft.com/office/powerpoint/2010/main" val="330562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1000"/>
                                        <p:tgtEl>
                                          <p:spTgt spid="14"/>
                                        </p:tgtEl>
                                      </p:cBhvr>
                                    </p:animEffect>
                                    <p:anim calcmode="lin" valueType="num">
                                      <p:cBhvr>
                                        <p:cTn id="31" dur="1000" fill="hold"/>
                                        <p:tgtEl>
                                          <p:spTgt spid="14"/>
                                        </p:tgtEl>
                                        <p:attrNameLst>
                                          <p:attrName>ppt_x</p:attrName>
                                        </p:attrNameLst>
                                      </p:cBhvr>
                                      <p:tavLst>
                                        <p:tav tm="0">
                                          <p:val>
                                            <p:strVal val="#ppt_x"/>
                                          </p:val>
                                        </p:tav>
                                        <p:tav tm="100000">
                                          <p:val>
                                            <p:strVal val="#ppt_x"/>
                                          </p:val>
                                        </p:tav>
                                      </p:tavLst>
                                    </p:anim>
                                    <p:anim calcmode="lin" valueType="num">
                                      <p:cBhvr>
                                        <p:cTn id="3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grpSp>
        <p:nvGrpSpPr>
          <p:cNvPr id="42" name="Group 41">
            <a:extLst>
              <a:ext uri="{FF2B5EF4-FFF2-40B4-BE49-F238E27FC236}">
                <a16:creationId xmlns:a16="http://schemas.microsoft.com/office/drawing/2014/main" id="{3E43E67F-F4CC-A588-AB96-ACAE06704702}"/>
              </a:ext>
            </a:extLst>
          </p:cNvPr>
          <p:cNvGrpSpPr/>
          <p:nvPr/>
        </p:nvGrpSpPr>
        <p:grpSpPr>
          <a:xfrm>
            <a:off x="2099766" y="276686"/>
            <a:ext cx="9188566" cy="1062718"/>
            <a:chOff x="1512010" y="443481"/>
            <a:chExt cx="6102489" cy="716015"/>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  ～に比べ（て</a:t>
              </a:r>
              <a:r>
                <a:rPr kumimoji="0" lang="en-US" altLang="ja-JP"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a:t>
              </a:r>
              <a:endPar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2010" y="443481"/>
              <a:ext cx="566139"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72"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1.3</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5963194" y="508714"/>
            <a:ext cx="5265927" cy="869235"/>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lang="vi-VN" altLang="ja-JP" sz="2800" dirty="0">
                <a:latin typeface="SVN-Comic Sans MS" panose="02040603050506020204" pitchFamily="18" charset="0"/>
                <a:ea typeface="UD Digi Kyokasho N-B" panose="02020700000000000000" pitchFamily="17" charset="-128"/>
              </a:rPr>
              <a:t> “so với”, dùng trong mẫu câu so sánh.</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sp>
        <p:nvSpPr>
          <p:cNvPr id="44" name="Google Shape;1514;p52">
            <a:extLst>
              <a:ext uri="{FF2B5EF4-FFF2-40B4-BE49-F238E27FC236}">
                <a16:creationId xmlns:a16="http://schemas.microsoft.com/office/drawing/2014/main" id="{122D302F-CA8D-7A92-6FB2-2D32C01F2B01}"/>
              </a:ext>
            </a:extLst>
          </p:cNvPr>
          <p:cNvSpPr/>
          <p:nvPr/>
        </p:nvSpPr>
        <p:spPr>
          <a:xfrm>
            <a:off x="1829143" y="1404374"/>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en-US" altLang="ja-JP"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N</a:t>
            </a:r>
            <a:r>
              <a:rPr kumimoji="0" lang="ja-JP" altLang="en-US"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a:t>
            </a:r>
            <a:r>
              <a:rPr kumimoji="0" lang="en-US" altLang="ja-JP"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V</a:t>
            </a:r>
            <a:r>
              <a:rPr kumimoji="0" lang="ja-JP" altLang="en-US"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る＋</a:t>
            </a:r>
            <a:r>
              <a:rPr lang="ja-JP" altLang="en-US" sz="2800" dirty="0">
                <a:solidFill>
                  <a:srgbClr val="FF0000"/>
                </a:solidFill>
                <a:latin typeface="HGPSoeiPresenceEB" panose="02020800000000000000" pitchFamily="18" charset="-128"/>
                <a:ea typeface="HGPSoeiPresenceEB" panose="02020800000000000000" pitchFamily="18" charset="-128"/>
              </a:rPr>
              <a:t>に比べ（て）</a:t>
            </a:r>
            <a:endParaRPr kumimoji="0" lang="en-US" altLang="ja-JP"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endParaRPr>
          </a:p>
        </p:txBody>
      </p:sp>
      <p:grpSp>
        <p:nvGrpSpPr>
          <p:cNvPr id="13" name="Group 12">
            <a:extLst>
              <a:ext uri="{FF2B5EF4-FFF2-40B4-BE49-F238E27FC236}">
                <a16:creationId xmlns:a16="http://schemas.microsoft.com/office/drawing/2014/main" id="{87AD939E-DAF0-FFFB-22B0-315395D0C5B9}"/>
              </a:ext>
            </a:extLst>
          </p:cNvPr>
          <p:cNvGrpSpPr/>
          <p:nvPr/>
        </p:nvGrpSpPr>
        <p:grpSpPr>
          <a:xfrm>
            <a:off x="303923" y="2960582"/>
            <a:ext cx="10925199" cy="1337213"/>
            <a:chOff x="303923" y="2773769"/>
            <a:chExt cx="10925199" cy="1337213"/>
          </a:xfrm>
        </p:grpSpPr>
        <p:pic>
          <p:nvPicPr>
            <p:cNvPr id="8" name="Picture 7">
              <a:extLst>
                <a:ext uri="{FF2B5EF4-FFF2-40B4-BE49-F238E27FC236}">
                  <a16:creationId xmlns:a16="http://schemas.microsoft.com/office/drawing/2014/main" id="{82529BC7-3DA0-E434-D285-FE445EB20B4E}"/>
                </a:ext>
              </a:extLst>
            </p:cNvPr>
            <p:cNvPicPr>
              <a:picLocks noChangeAspect="1"/>
            </p:cNvPicPr>
            <p:nvPr/>
          </p:nvPicPr>
          <p:blipFill>
            <a:blip r:embed="rId4"/>
            <a:stretch>
              <a:fillRect/>
            </a:stretch>
          </p:blipFill>
          <p:spPr>
            <a:xfrm>
              <a:off x="303923" y="2773769"/>
              <a:ext cx="9286414" cy="805454"/>
            </a:xfrm>
            <a:prstGeom prst="rect">
              <a:avLst/>
            </a:prstGeom>
          </p:spPr>
        </p:pic>
        <p:pic>
          <p:nvPicPr>
            <p:cNvPr id="11" name="Picture 10">
              <a:extLst>
                <a:ext uri="{FF2B5EF4-FFF2-40B4-BE49-F238E27FC236}">
                  <a16:creationId xmlns:a16="http://schemas.microsoft.com/office/drawing/2014/main" id="{F0DDED9C-2A72-8F3D-D206-B7EA89C940DA}"/>
                </a:ext>
              </a:extLst>
            </p:cNvPr>
            <p:cNvPicPr>
              <a:picLocks noChangeAspect="1"/>
            </p:cNvPicPr>
            <p:nvPr/>
          </p:nvPicPr>
          <p:blipFill>
            <a:blip r:embed="rId5"/>
            <a:stretch>
              <a:fillRect/>
            </a:stretch>
          </p:blipFill>
          <p:spPr>
            <a:xfrm>
              <a:off x="5674070" y="3484147"/>
              <a:ext cx="5555052" cy="626835"/>
            </a:xfrm>
            <a:prstGeom prst="rect">
              <a:avLst/>
            </a:prstGeom>
          </p:spPr>
        </p:pic>
      </p:grpSp>
      <p:pic>
        <p:nvPicPr>
          <p:cNvPr id="16" name="Picture 15">
            <a:extLst>
              <a:ext uri="{FF2B5EF4-FFF2-40B4-BE49-F238E27FC236}">
                <a16:creationId xmlns:a16="http://schemas.microsoft.com/office/drawing/2014/main" id="{03F39CC4-E69C-8C6D-AAE1-FC9A06400268}"/>
              </a:ext>
            </a:extLst>
          </p:cNvPr>
          <p:cNvPicPr>
            <a:picLocks noChangeAspect="1"/>
          </p:cNvPicPr>
          <p:nvPr/>
        </p:nvPicPr>
        <p:blipFill>
          <a:blip r:embed="rId6"/>
          <a:stretch>
            <a:fillRect/>
          </a:stretch>
        </p:blipFill>
        <p:spPr>
          <a:xfrm>
            <a:off x="303923" y="4462518"/>
            <a:ext cx="9408445" cy="813648"/>
          </a:xfrm>
          <a:prstGeom prst="rect">
            <a:avLst/>
          </a:prstGeom>
        </p:spPr>
      </p:pic>
      <p:sp>
        <p:nvSpPr>
          <p:cNvPr id="6" name="Rectangle: Rounded Corners 5">
            <a:extLst>
              <a:ext uri="{FF2B5EF4-FFF2-40B4-BE49-F238E27FC236}">
                <a16:creationId xmlns:a16="http://schemas.microsoft.com/office/drawing/2014/main" id="{549503C1-72FB-07D8-D736-31B62E85B9E5}"/>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dirty="0">
                <a:solidFill>
                  <a:srgbClr val="00B050"/>
                </a:solidFill>
                <a:latin typeface="HGPSoeiKakupoptai" panose="040B0A00000000000000" pitchFamily="82" charset="-128"/>
                <a:ea typeface="HGPSoeiKakupoptai" panose="040B0A00000000000000" pitchFamily="82" charset="-128"/>
              </a:rPr>
              <a:t>文法</a:t>
            </a:r>
            <a:endParaRPr lang="en-US" sz="3200" dirty="0">
              <a:solidFill>
                <a:srgbClr val="00B050"/>
              </a:solidFill>
              <a:latin typeface="HGPSoeiKakupoptai" panose="040B0A00000000000000" pitchFamily="82" charset="-128"/>
              <a:ea typeface="HGPSoeiKakupoptai" panose="040B0A00000000000000" pitchFamily="82" charset="-128"/>
            </a:endParaRPr>
          </a:p>
        </p:txBody>
      </p:sp>
    </p:spTree>
    <p:extLst>
      <p:ext uri="{BB962C8B-B14F-4D97-AF65-F5344CB8AC3E}">
        <p14:creationId xmlns:p14="http://schemas.microsoft.com/office/powerpoint/2010/main" val="44533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7" name="Picture 6">
            <a:extLst>
              <a:ext uri="{FF2B5EF4-FFF2-40B4-BE49-F238E27FC236}">
                <a16:creationId xmlns:a16="http://schemas.microsoft.com/office/drawing/2014/main" id="{AD8631A2-9D57-9DC8-0CAA-B18FBDC28ED8}"/>
              </a:ext>
            </a:extLst>
          </p:cNvPr>
          <p:cNvPicPr>
            <a:picLocks noChangeAspect="1"/>
          </p:cNvPicPr>
          <p:nvPr/>
        </p:nvPicPr>
        <p:blipFill>
          <a:blip r:embed="rId4"/>
          <a:stretch>
            <a:fillRect/>
          </a:stretch>
        </p:blipFill>
        <p:spPr>
          <a:xfrm>
            <a:off x="1690507" y="278654"/>
            <a:ext cx="8075011" cy="772905"/>
          </a:xfrm>
          <a:prstGeom prst="rect">
            <a:avLst/>
          </a:prstGeom>
        </p:spPr>
      </p:pic>
      <p:pic>
        <p:nvPicPr>
          <p:cNvPr id="10" name="Picture 9">
            <a:extLst>
              <a:ext uri="{FF2B5EF4-FFF2-40B4-BE49-F238E27FC236}">
                <a16:creationId xmlns:a16="http://schemas.microsoft.com/office/drawing/2014/main" id="{E4BFE6F5-2F10-A134-EAB2-F2631BDC42D3}"/>
              </a:ext>
            </a:extLst>
          </p:cNvPr>
          <p:cNvPicPr>
            <a:picLocks noChangeAspect="1"/>
          </p:cNvPicPr>
          <p:nvPr/>
        </p:nvPicPr>
        <p:blipFill>
          <a:blip r:embed="rId5"/>
          <a:stretch>
            <a:fillRect/>
          </a:stretch>
        </p:blipFill>
        <p:spPr>
          <a:xfrm>
            <a:off x="899138" y="1051558"/>
            <a:ext cx="10640384" cy="5806441"/>
          </a:xfrm>
          <a:prstGeom prst="rect">
            <a:avLst/>
          </a:prstGeom>
        </p:spPr>
      </p:pic>
    </p:spTree>
    <p:extLst>
      <p:ext uri="{BB962C8B-B14F-4D97-AF65-F5344CB8AC3E}">
        <p14:creationId xmlns:p14="http://schemas.microsoft.com/office/powerpoint/2010/main" val="1027898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6" name="Picture 5">
            <a:extLst>
              <a:ext uri="{FF2B5EF4-FFF2-40B4-BE49-F238E27FC236}">
                <a16:creationId xmlns:a16="http://schemas.microsoft.com/office/drawing/2014/main" id="{555C756D-7EBE-5EA1-9265-828CBD398315}"/>
              </a:ext>
            </a:extLst>
          </p:cNvPr>
          <p:cNvPicPr>
            <a:picLocks noChangeAspect="1"/>
          </p:cNvPicPr>
          <p:nvPr/>
        </p:nvPicPr>
        <p:blipFill>
          <a:blip r:embed="rId4"/>
          <a:stretch>
            <a:fillRect/>
          </a:stretch>
        </p:blipFill>
        <p:spPr>
          <a:xfrm>
            <a:off x="425536" y="1431203"/>
            <a:ext cx="11543083" cy="3327015"/>
          </a:xfrm>
          <a:prstGeom prst="rect">
            <a:avLst/>
          </a:prstGeom>
        </p:spPr>
      </p:pic>
    </p:spTree>
    <p:extLst>
      <p:ext uri="{BB962C8B-B14F-4D97-AF65-F5344CB8AC3E}">
        <p14:creationId xmlns:p14="http://schemas.microsoft.com/office/powerpoint/2010/main" val="3671548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1018860"/>
            <a:ext cx="11700452" cy="3758414"/>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chemeClr val="tx2">
                    <a:lumMod val="75000"/>
                  </a:schemeClr>
                </a:solidFill>
                <a:effectLst/>
                <a:uLnTx/>
                <a:uFillTx/>
                <a:latin typeface="HGPSoeiKakupoptai" panose="040B0A00000000000000" pitchFamily="82" charset="-128"/>
                <a:ea typeface="HGPSoeiKakupoptai" panose="040B0A00000000000000" pitchFamily="82" charset="-128"/>
                <a:sym typeface="Arial"/>
              </a:rPr>
              <a:t>Part </a:t>
            </a:r>
            <a:r>
              <a:rPr kumimoji="0" lang="ja-JP" altLang="en-US" sz="9600" b="1" i="0" u="none" strike="noStrike" kern="0" cap="none" spc="0" normalizeH="0" baseline="0" noProof="0" dirty="0">
                <a:ln w="22225">
                  <a:solidFill>
                    <a:srgbClr val="ED7D31"/>
                  </a:solidFill>
                  <a:prstDash val="solid"/>
                </a:ln>
                <a:solidFill>
                  <a:schemeClr val="tx2">
                    <a:lumMod val="75000"/>
                  </a:schemeClr>
                </a:solidFill>
                <a:effectLst/>
                <a:uLnTx/>
                <a:uFillTx/>
                <a:latin typeface="HGPSoeiKakupoptai" panose="040B0A00000000000000" pitchFamily="82" charset="-128"/>
                <a:ea typeface="HGPSoeiKakupoptai" panose="040B0A00000000000000" pitchFamily="82" charset="-128"/>
                <a:sym typeface="Arial"/>
              </a:rPr>
              <a:t>２</a:t>
            </a:r>
            <a:endParaRPr kumimoji="0" lang="en-US" altLang="ja-JP" sz="9600" b="1" i="0" u="none" strike="noStrike" kern="0" cap="none" spc="0" normalizeH="0" baseline="0" noProof="0" dirty="0">
              <a:ln w="22225">
                <a:solidFill>
                  <a:srgbClr val="ED7D31"/>
                </a:solidFill>
                <a:prstDash val="solid"/>
              </a:ln>
              <a:solidFill>
                <a:schemeClr val="tx2">
                  <a:lumMod val="75000"/>
                </a:schemeClr>
              </a:solidFill>
              <a:effectLst/>
              <a:uLnTx/>
              <a:uFillTx/>
              <a:latin typeface="HGPSoeiKakupoptai" panose="040B0A00000000000000" pitchFamily="82" charset="-128"/>
              <a:ea typeface="HGPSoeiKakupoptai" panose="040B0A00000000000000" pitchFamily="82" charset="-128"/>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2979865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屋根</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床</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瓦</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塀</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石</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lvl="0" algn="ctr">
              <a:defRPr/>
            </a:pPr>
            <a:r>
              <a:rPr lang="ja-JP" altLang="en-US" sz="6000" dirty="0">
                <a:latin typeface="UD Digi Kyokasho N-B" panose="02020700000000000000" pitchFamily="17" charset="-128"/>
                <a:ea typeface="UD Digi Kyokasho N-B" panose="02020700000000000000" pitchFamily="17" charset="-128"/>
              </a:rPr>
              <a:t>フローリング</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軒</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壁</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天井</a:t>
            </a: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柱</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392409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8" y="998015"/>
            <a:ext cx="5328087"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セメント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470347"/>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工夫</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8" y="2092213"/>
            <a:ext cx="5328087"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コンクリート</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8" y="4396385"/>
            <a:ext cx="5328087"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金属</a:t>
            </a:r>
          </a:p>
        </p:txBody>
      </p:sp>
      <p:sp>
        <p:nvSpPr>
          <p:cNvPr id="11" name="TextBox 10"/>
          <p:cNvSpPr txBox="1"/>
          <p:nvPr/>
        </p:nvSpPr>
        <p:spPr>
          <a:xfrm>
            <a:off x="364776" y="5546465"/>
            <a:ext cx="5328087"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しっくい</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588556"/>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気象</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7" y="3242293"/>
            <a:ext cx="5328087"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鉄筋</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備える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固める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加える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180824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日差し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現代</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光</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筋肉</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畳む</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小論文</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音声</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電子マネー</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現金</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畳み</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12350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3" name="Rectangle 2">
            <a:extLst>
              <a:ext uri="{FF2B5EF4-FFF2-40B4-BE49-F238E27FC236}">
                <a16:creationId xmlns:a16="http://schemas.microsoft.com/office/drawing/2014/main" id="{2AE8D8B6-129C-70AE-DA1C-78B28C945C4C}"/>
              </a:ext>
            </a:extLst>
          </p:cNvPr>
          <p:cNvSpPr/>
          <p:nvPr/>
        </p:nvSpPr>
        <p:spPr>
          <a:xfrm>
            <a:off x="9598761" y="6295246"/>
            <a:ext cx="2593239" cy="562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792" b="0" i="0" u="none" strike="noStrike" kern="0" cap="none" spc="0" normalizeH="0" baseline="0" noProof="0">
              <a:ln>
                <a:noFill/>
              </a:ln>
              <a:solidFill>
                <a:srgbClr val="F6F3EA"/>
              </a:solidFill>
              <a:effectLst/>
              <a:uLnTx/>
              <a:uFillTx/>
              <a:latin typeface="Arial"/>
              <a:ea typeface="+mn-ea"/>
              <a:cs typeface="+mn-cs"/>
              <a:sym typeface="Arial"/>
            </a:endParaRPr>
          </a:p>
        </p:txBody>
      </p:sp>
      <p:pic>
        <p:nvPicPr>
          <p:cNvPr id="6" name="Picture 5">
            <a:extLst>
              <a:ext uri="{FF2B5EF4-FFF2-40B4-BE49-F238E27FC236}">
                <a16:creationId xmlns:a16="http://schemas.microsoft.com/office/drawing/2014/main" id="{3828A6AE-D1B5-1830-F577-09926C71D2D2}"/>
              </a:ext>
            </a:extLst>
          </p:cNvPr>
          <p:cNvPicPr>
            <a:picLocks noChangeAspect="1"/>
          </p:cNvPicPr>
          <p:nvPr/>
        </p:nvPicPr>
        <p:blipFill>
          <a:blip r:embed="rId4"/>
          <a:stretch>
            <a:fillRect/>
          </a:stretch>
        </p:blipFill>
        <p:spPr>
          <a:xfrm>
            <a:off x="1266839" y="361862"/>
            <a:ext cx="9307609" cy="6124226"/>
          </a:xfrm>
          <a:prstGeom prst="rect">
            <a:avLst/>
          </a:prstGeom>
          <a:ln>
            <a:solidFill>
              <a:srgbClr val="FFFFFF"/>
            </a:solidFill>
          </a:ln>
        </p:spPr>
      </p:pic>
      <p:sp>
        <p:nvSpPr>
          <p:cNvPr id="7" name="Cloud 6"/>
          <p:cNvSpPr/>
          <p:nvPr/>
        </p:nvSpPr>
        <p:spPr>
          <a:xfrm>
            <a:off x="8537419" y="3938258"/>
            <a:ext cx="1774479" cy="102304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dirty="0">
                <a:latin typeface="UD Digi Kyokasho N-B" panose="02020700000000000000" pitchFamily="17" charset="-128"/>
                <a:ea typeface="UD Digi Kyokasho N-B" panose="02020700000000000000" pitchFamily="17" charset="-128"/>
              </a:rPr>
              <a:t>へい</a:t>
            </a:r>
            <a:endParaRPr lang="en-US" altLang="ja-JP" sz="3200" dirty="0">
              <a:latin typeface="UD Digi Kyokasho N-B" panose="02020700000000000000" pitchFamily="17" charset="-128"/>
              <a:ea typeface="UD Digi Kyokasho N-B" panose="02020700000000000000" pitchFamily="17" charset="-128"/>
            </a:endParaRPr>
          </a:p>
          <a:p>
            <a:pPr algn="ctr"/>
            <a:r>
              <a:rPr lang="ja-JP" altLang="en-US" sz="3200" dirty="0">
                <a:latin typeface="UD Digi Kyokasho N-B" panose="02020700000000000000" pitchFamily="17" charset="-128"/>
                <a:ea typeface="UD Digi Kyokasho N-B" panose="02020700000000000000" pitchFamily="17" charset="-128"/>
              </a:rPr>
              <a:t>塀</a:t>
            </a:r>
            <a:endParaRPr lang="en-US" sz="3200" dirty="0">
              <a:latin typeface="UD Digi Kyokasho N-B" panose="02020700000000000000" pitchFamily="17" charset="-128"/>
              <a:ea typeface="UD Digi Kyokasho N-B" panose="02020700000000000000" pitchFamily="17" charset="-128"/>
            </a:endParaRPr>
          </a:p>
        </p:txBody>
      </p:sp>
      <p:sp>
        <p:nvSpPr>
          <p:cNvPr id="14" name="Oval Callout 13"/>
          <p:cNvSpPr/>
          <p:nvPr/>
        </p:nvSpPr>
        <p:spPr>
          <a:xfrm>
            <a:off x="1783376" y="1674891"/>
            <a:ext cx="1729211" cy="1094800"/>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a:latin typeface="UD Digi Kyokasho N-B" panose="02020700000000000000" pitchFamily="17" charset="-128"/>
                <a:ea typeface="UD Digi Kyokasho N-B" panose="02020700000000000000" pitchFamily="17" charset="-128"/>
              </a:rPr>
              <a:t>のき</a:t>
            </a:r>
            <a:endParaRPr lang="en-US" altLang="ja-JP" sz="2800" dirty="0">
              <a:latin typeface="UD Digi Kyokasho N-B" panose="02020700000000000000" pitchFamily="17" charset="-128"/>
              <a:ea typeface="UD Digi Kyokasho N-B" panose="02020700000000000000" pitchFamily="17" charset="-128"/>
            </a:endParaRPr>
          </a:p>
          <a:p>
            <a:pPr algn="ctr"/>
            <a:r>
              <a:rPr lang="ja-JP" altLang="en-US" sz="2800" dirty="0">
                <a:latin typeface="UD Digi Kyokasho N-B" panose="02020700000000000000" pitchFamily="17" charset="-128"/>
                <a:ea typeface="UD Digi Kyokasho N-B" panose="02020700000000000000" pitchFamily="17" charset="-128"/>
              </a:rPr>
              <a:t>軒</a:t>
            </a:r>
            <a:endParaRPr lang="en-US" sz="2800" dirty="0">
              <a:latin typeface="UD Digi Kyokasho N-B" panose="02020700000000000000" pitchFamily="17" charset="-128"/>
              <a:ea typeface="UD Digi Kyokasho N-B" panose="02020700000000000000" pitchFamily="17" charset="-128"/>
            </a:endParaRPr>
          </a:p>
        </p:txBody>
      </p:sp>
      <p:sp>
        <p:nvSpPr>
          <p:cNvPr id="15" name="Down Arrow Callout 14"/>
          <p:cNvSpPr/>
          <p:nvPr/>
        </p:nvSpPr>
        <p:spPr>
          <a:xfrm>
            <a:off x="3512587" y="1430914"/>
            <a:ext cx="1466819" cy="103163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600" dirty="0">
                <a:latin typeface="UD Digi Kyokasho N-B" panose="02020700000000000000" pitchFamily="17" charset="-128"/>
                <a:ea typeface="UD Digi Kyokasho N-B" panose="02020700000000000000" pitchFamily="17" charset="-128"/>
              </a:rPr>
              <a:t>やね</a:t>
            </a:r>
            <a:endParaRPr lang="en-US" altLang="ja-JP" sz="2600" dirty="0">
              <a:latin typeface="UD Digi Kyokasho N-B" panose="02020700000000000000" pitchFamily="17" charset="-128"/>
              <a:ea typeface="UD Digi Kyokasho N-B" panose="02020700000000000000" pitchFamily="17" charset="-128"/>
            </a:endParaRPr>
          </a:p>
          <a:p>
            <a:pPr algn="ctr"/>
            <a:r>
              <a:rPr lang="ja-JP" altLang="en-US" sz="2600" dirty="0">
                <a:latin typeface="UD Digi Kyokasho N-B" panose="02020700000000000000" pitchFamily="17" charset="-128"/>
                <a:ea typeface="UD Digi Kyokasho N-B" panose="02020700000000000000" pitchFamily="17" charset="-128"/>
              </a:rPr>
              <a:t>屋根</a:t>
            </a:r>
            <a:endParaRPr lang="en-US" sz="2600" dirty="0">
              <a:latin typeface="UD Digi Kyokasho N-B" panose="02020700000000000000" pitchFamily="17" charset="-128"/>
              <a:ea typeface="UD Digi Kyokasho N-B" panose="02020700000000000000" pitchFamily="17" charset="-128"/>
            </a:endParaRPr>
          </a:p>
        </p:txBody>
      </p:sp>
      <p:sp>
        <p:nvSpPr>
          <p:cNvPr id="16" name="Oval Callout 15"/>
          <p:cNvSpPr/>
          <p:nvPr/>
        </p:nvSpPr>
        <p:spPr>
          <a:xfrm>
            <a:off x="5164538" y="1543616"/>
            <a:ext cx="2105011" cy="806225"/>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600" dirty="0">
                <a:latin typeface="UD Digi Kyokasho N-B" panose="02020700000000000000" pitchFamily="17" charset="-128"/>
                <a:ea typeface="UD Digi Kyokasho N-B" panose="02020700000000000000" pitchFamily="17" charset="-128"/>
              </a:rPr>
              <a:t>かわら</a:t>
            </a:r>
            <a:endParaRPr lang="en-US" altLang="ja-JP" sz="2600" dirty="0">
              <a:latin typeface="UD Digi Kyokasho N-B" panose="02020700000000000000" pitchFamily="17" charset="-128"/>
              <a:ea typeface="UD Digi Kyokasho N-B" panose="02020700000000000000" pitchFamily="17" charset="-128"/>
            </a:endParaRPr>
          </a:p>
          <a:p>
            <a:pPr algn="ctr"/>
            <a:r>
              <a:rPr lang="ja-JP" altLang="en-US" sz="2600" dirty="0">
                <a:latin typeface="UD Digi Kyokasho N-B" panose="02020700000000000000" pitchFamily="17" charset="-128"/>
                <a:ea typeface="UD Digi Kyokasho N-B" panose="02020700000000000000" pitchFamily="17" charset="-128"/>
              </a:rPr>
              <a:t>瓦</a:t>
            </a:r>
            <a:endParaRPr lang="en-US" altLang="ja-JP" sz="2600" dirty="0">
              <a:latin typeface="UD Digi Kyokasho N-B" panose="02020700000000000000" pitchFamily="17" charset="-128"/>
              <a:ea typeface="UD Digi Kyokasho N-B" panose="02020700000000000000" pitchFamily="17" charset="-128"/>
            </a:endParaRPr>
          </a:p>
        </p:txBody>
      </p:sp>
    </p:spTree>
    <p:extLst>
      <p:ext uri="{BB962C8B-B14F-4D97-AF65-F5344CB8AC3E}">
        <p14:creationId xmlns:p14="http://schemas.microsoft.com/office/powerpoint/2010/main" val="362326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5">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読解</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sp>
        <p:nvSpPr>
          <p:cNvPr id="7" name="Rectangle 6">
            <a:extLst>
              <a:ext uri="{FF2B5EF4-FFF2-40B4-BE49-F238E27FC236}">
                <a16:creationId xmlns:a16="http://schemas.microsoft.com/office/drawing/2014/main" id="{BEC3F7B5-EAD3-8462-0843-67DCB09E1C71}"/>
              </a:ext>
            </a:extLst>
          </p:cNvPr>
          <p:cNvSpPr/>
          <p:nvPr/>
        </p:nvSpPr>
        <p:spPr>
          <a:xfrm>
            <a:off x="9908177" y="71862"/>
            <a:ext cx="2204314" cy="4245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CDA</a:t>
            </a:r>
            <a:r>
              <a:rPr kumimoji="0" lang="ja-JP" altLang="en-US"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a:t>
            </a:r>
            <a:r>
              <a:rPr kumimoji="0" lang="en-US" altLang="ja-JP"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25(</a:t>
            </a:r>
            <a:r>
              <a:rPr kumimoji="0" lang="en-US"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p.80)</a:t>
            </a:r>
          </a:p>
        </p:txBody>
      </p:sp>
      <p:pic>
        <p:nvPicPr>
          <p:cNvPr id="9" name="25 Track 25">
            <a:hlinkClick r:id="" action="ppaction://media"/>
            <a:extLst>
              <a:ext uri="{FF2B5EF4-FFF2-40B4-BE49-F238E27FC236}">
                <a16:creationId xmlns:a16="http://schemas.microsoft.com/office/drawing/2014/main" id="{376F302F-7EFC-4B8C-B388-CBBF86221D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533760" y="391020"/>
            <a:ext cx="487363" cy="487363"/>
          </a:xfrm>
          <a:prstGeom prst="rect">
            <a:avLst/>
          </a:prstGeom>
        </p:spPr>
      </p:pic>
      <p:sp>
        <p:nvSpPr>
          <p:cNvPr id="10" name="TextBox 9">
            <a:extLst>
              <a:ext uri="{FF2B5EF4-FFF2-40B4-BE49-F238E27FC236}">
                <a16:creationId xmlns:a16="http://schemas.microsoft.com/office/drawing/2014/main" id="{69381C81-C566-4BC7-B376-B46CD9C18636}"/>
              </a:ext>
            </a:extLst>
          </p:cNvPr>
          <p:cNvSpPr txBox="1"/>
          <p:nvPr/>
        </p:nvSpPr>
        <p:spPr>
          <a:xfrm>
            <a:off x="795659" y="1414928"/>
            <a:ext cx="11316832" cy="4708981"/>
          </a:xfrm>
          <a:prstGeom prst="rect">
            <a:avLst/>
          </a:prstGeom>
          <a:noFill/>
        </p:spPr>
        <p:txBody>
          <a:bodyPr wrap="square" rtlCol="0">
            <a:spAutoFit/>
          </a:bodyPr>
          <a:lstStyle/>
          <a:p>
            <a:r>
              <a:rPr lang="en-US" altLang="ja-JP" sz="3000" dirty="0">
                <a:latin typeface="UD Digi Kyokasho N-B" panose="02020700000000000000" pitchFamily="17" charset="-128"/>
                <a:ea typeface="UD Digi Kyokasho N-B" panose="02020700000000000000" pitchFamily="17" charset="-128"/>
              </a:rPr>
              <a:t>1</a:t>
            </a:r>
            <a:r>
              <a:rPr lang="ja-JP" altLang="en-US" sz="3000" dirty="0">
                <a:latin typeface="UD Digi Kyokasho N-B" panose="02020700000000000000" pitchFamily="17" charset="-128"/>
                <a:ea typeface="UD Digi Kyokasho N-B" panose="02020700000000000000" pitchFamily="17" charset="-128"/>
              </a:rPr>
              <a:t>．沖縄の家の軒はどうですか。どうしてこうなりましたか。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ea typeface="UD Digi Kyokasho N-B" panose="02020700000000000000" pitchFamily="17" charset="-128"/>
            </a:endParaRPr>
          </a:p>
          <a:p>
            <a:r>
              <a:rPr lang="en-US" sz="3000" dirty="0">
                <a:latin typeface="UD Digi Kyokasho N-B" panose="02020700000000000000" pitchFamily="17" charset="-128"/>
                <a:ea typeface="UD Digi Kyokasho N-B" panose="02020700000000000000" pitchFamily="17" charset="-128"/>
              </a:rPr>
              <a:t>2.</a:t>
            </a:r>
            <a:r>
              <a:rPr lang="ja-JP" altLang="en-US" sz="3000" dirty="0">
                <a:latin typeface="UD Digi Kyokasho N-B" panose="02020700000000000000" pitchFamily="17" charset="-128"/>
                <a:ea typeface="UD Digi Kyokasho N-B" panose="02020700000000000000" pitchFamily="17" charset="-128"/>
              </a:rPr>
              <a:t> 沖縄の伝統的な家ではどうして周りを石の塀で囲んでいますか。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latin typeface="UD Digi Kyokasho N-B" panose="02020700000000000000" pitchFamily="17" charset="-128"/>
              <a:ea typeface="UD Digi Kyokasho N-B" panose="02020700000000000000" pitchFamily="17" charset="-128"/>
            </a:endParaRPr>
          </a:p>
          <a:p>
            <a:r>
              <a:rPr lang="en-US" sz="3000" dirty="0">
                <a:latin typeface="UD Digi Kyokasho N-B" panose="02020700000000000000" pitchFamily="17" charset="-128"/>
                <a:ea typeface="UD Digi Kyokasho N-B" panose="02020700000000000000" pitchFamily="17" charset="-128"/>
              </a:rPr>
              <a:t>3.</a:t>
            </a:r>
            <a:r>
              <a:rPr lang="ja-JP" altLang="en-US" sz="3000" dirty="0">
                <a:latin typeface="UD Digi Kyokasho N-B" panose="02020700000000000000" pitchFamily="17" charset="-128"/>
                <a:ea typeface="UD Digi Kyokasho N-B" panose="02020700000000000000" pitchFamily="17" charset="-128"/>
              </a:rPr>
              <a:t> 屋根の瓦は何のために白いセメントのようなもので固めてありますか。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latin typeface="UD Digi Kyokasho N-B" panose="02020700000000000000" pitchFamily="17" charset="-128"/>
              <a:ea typeface="UD Digi Kyokasho N-B" panose="02020700000000000000" pitchFamily="17" charset="-128"/>
            </a:endParaRPr>
          </a:p>
          <a:p>
            <a:r>
              <a:rPr lang="ja-JP" altLang="en-US" sz="3000" dirty="0">
                <a:latin typeface="UD Digi Kyokasho N-B" panose="02020700000000000000" pitchFamily="17" charset="-128"/>
                <a:ea typeface="UD Digi Kyokasho N-B" panose="02020700000000000000" pitchFamily="17" charset="-128"/>
              </a:rPr>
              <a:t>４．今でも伝統的な建物が多いですか。最近はどんな建物が多くなりましたか。</a:t>
            </a:r>
            <a:endParaRPr lang="en-US" sz="3000" dirty="0">
              <a:latin typeface="UD Digi Kyokasho N-B" panose="02020700000000000000" pitchFamily="17" charset="-128"/>
              <a:ea typeface="UD Digi Kyokasho N-B" panose="02020700000000000000" pitchFamily="17" charset="-128"/>
            </a:endParaRPr>
          </a:p>
        </p:txBody>
      </p:sp>
    </p:spTree>
    <p:extLst>
      <p:ext uri="{BB962C8B-B14F-4D97-AF65-F5344CB8AC3E}">
        <p14:creationId xmlns:p14="http://schemas.microsoft.com/office/powerpoint/2010/main" val="291029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6" end="6"/>
                                            </p:txEl>
                                          </p:spTgt>
                                        </p:tgtEl>
                                        <p:attrNameLst>
                                          <p:attrName>style.visibility</p:attrName>
                                        </p:attrNameLst>
                                      </p:cBhvr>
                                      <p:to>
                                        <p:strVal val="visible"/>
                                      </p:to>
                                    </p:set>
                                    <p:animEffect transition="in" filter="fade">
                                      <p:cBhvr>
                                        <p:cTn id="28" dur="1000"/>
                                        <p:tgtEl>
                                          <p:spTgt spid="10">
                                            <p:txEl>
                                              <p:pRg st="6" end="6"/>
                                            </p:txEl>
                                          </p:spTgt>
                                        </p:tgtEl>
                                      </p:cBhvr>
                                    </p:animEffect>
                                    <p:anim calcmode="lin" valueType="num">
                                      <p:cBhvr>
                                        <p:cTn id="29"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31" restart="whenNotActive" fill="hold" evtFilter="cancelBubble" nodeType="interactiveSeq">
                <p:stCondLst>
                  <p:cond evt="onClick" delay="0">
                    <p:tgtEl>
                      <p:spTgt spid="9"/>
                    </p:tgtEl>
                  </p:cond>
                </p:stCondLst>
                <p:endSync evt="end" delay="0">
                  <p:rtn val="all"/>
                </p:endSync>
                <p:childTnLst>
                  <p:par>
                    <p:cTn id="32" fill="hold">
                      <p:stCondLst>
                        <p:cond delay="0"/>
                      </p:stCondLst>
                      <p:childTnLst>
                        <p:par>
                          <p:cTn id="33" fill="hold">
                            <p:stCondLst>
                              <p:cond delay="0"/>
                            </p:stCondLst>
                            <p:childTnLst>
                              <p:par>
                                <p:cTn id="34" presetID="1" presetClass="mediacall" presetSubtype="0" fill="hold" nodeType="clickEffect">
                                  <p:stCondLst>
                                    <p:cond delay="0"/>
                                  </p:stCondLst>
                                  <p:childTnLst>
                                    <p:cmd type="call" cmd="playFrom(0.0)">
                                      <p:cBhvr>
                                        <p:cTn id="35" dur="46953" fill="hold"/>
                                        <p:tgtEl>
                                          <p:spTgt spid="9"/>
                                        </p:tgtEl>
                                      </p:cBhvr>
                                    </p:cmd>
                                  </p:childTnLst>
                                </p:cTn>
                              </p:par>
                            </p:childTnLst>
                          </p:cTn>
                        </p:par>
                      </p:childTnLst>
                    </p:cTn>
                  </p:par>
                </p:childTnLst>
              </p:cTn>
              <p:nextCondLst>
                <p:cond evt="onClick" delay="0">
                  <p:tgtEl>
                    <p:spTgt spid="9"/>
                  </p:tgtEl>
                </p:cond>
              </p:nextCondLst>
            </p:seq>
            <p:audio>
              <p:cMediaNode vol="80000">
                <p:cTn id="36" fill="hold" display="0">
                  <p:stCondLst>
                    <p:cond delay="indefinite"/>
                  </p:stCondLst>
                  <p:endCondLst>
                    <p:cond evt="onStopAudio" delay="0">
                      <p:tgtEl>
                        <p:sldTgt/>
                      </p:tgtEl>
                    </p:cond>
                  </p:endCondLst>
                </p:cTn>
                <p:tgtEl>
                  <p:spTgt spid="9"/>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4" name="Picture 3">
            <a:extLst>
              <a:ext uri="{FF2B5EF4-FFF2-40B4-BE49-F238E27FC236}">
                <a16:creationId xmlns:a16="http://schemas.microsoft.com/office/drawing/2014/main" id="{E9609B2B-1FDE-3572-38AA-DBF2D2874D42}"/>
              </a:ext>
            </a:extLst>
          </p:cNvPr>
          <p:cNvPicPr>
            <a:picLocks noChangeAspect="1"/>
          </p:cNvPicPr>
          <p:nvPr/>
        </p:nvPicPr>
        <p:blipFill>
          <a:blip r:embed="rId3"/>
          <a:stretch>
            <a:fillRect/>
          </a:stretch>
        </p:blipFill>
        <p:spPr>
          <a:xfrm>
            <a:off x="570260" y="1656436"/>
            <a:ext cx="11612179" cy="2714466"/>
          </a:xfrm>
          <a:prstGeom prst="rect">
            <a:avLst/>
          </a:prstGeom>
        </p:spPr>
      </p:pic>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4">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読解</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sp>
        <p:nvSpPr>
          <p:cNvPr id="5" name="Google Shape;1514;p52">
            <a:extLst>
              <a:ext uri="{FF2B5EF4-FFF2-40B4-BE49-F238E27FC236}">
                <a16:creationId xmlns:a16="http://schemas.microsoft.com/office/drawing/2014/main" id="{785CFC74-B228-15B4-C55B-E4492BD6D9BF}"/>
              </a:ext>
            </a:extLst>
          </p:cNvPr>
          <p:cNvSpPr/>
          <p:nvPr/>
        </p:nvSpPr>
        <p:spPr>
          <a:xfrm>
            <a:off x="3329647" y="165132"/>
            <a:ext cx="5862068" cy="1276094"/>
          </a:xfrm>
          <a:prstGeom prst="roundRect">
            <a:avLst>
              <a:gd name="adj" fmla="val 16667"/>
            </a:avLst>
          </a:prstGeom>
          <a:noFill/>
          <a:ln w="38100">
            <a:noFill/>
          </a:ln>
        </p:spPr>
        <p:txBody>
          <a:bodyPr spcFirstLastPara="1" wrap="square" lIns="68569" tIns="68569" rIns="68569" bIns="68569" anchor="ctr" anchorCtr="0">
            <a:noAutofit/>
            <a:scene3d>
              <a:camera prst="orthographicFront"/>
              <a:lightRig rig="harsh" dir="t"/>
            </a:scene3d>
            <a:sp3d extrusionH="57150" prstMaterial="matte">
              <a:bevelT w="63500" h="12700" prst="angle"/>
              <a:contourClr>
                <a:schemeClr val="bg1">
                  <a:lumMod val="65000"/>
                </a:schemeClr>
              </a:contourClr>
            </a:sp3d>
          </a:bodyPr>
          <a:lstStyle/>
          <a:p>
            <a:pPr marL="0" marR="0" lvl="0" indent="0" algn="ctr" defTabSz="685800" rtl="0" eaLnBrk="1" fontAlgn="auto" latinLnBrk="0" hangingPunct="1">
              <a:lnSpc>
                <a:spcPct val="100000"/>
              </a:lnSpc>
              <a:spcBef>
                <a:spcPts val="0"/>
              </a:spcBef>
              <a:spcAft>
                <a:spcPts val="0"/>
              </a:spcAft>
              <a:buClr>
                <a:srgbClr val="000000"/>
              </a:buClr>
              <a:buSzTx/>
              <a:buFontTx/>
              <a:buNone/>
              <a:tabLst/>
              <a:defRPr/>
            </a:pPr>
            <a:r>
              <a:rPr kumimoji="0" lang="ja-JP" altLang="en-US" sz="7200" b="1" i="0" u="none" strike="noStrike" kern="0" normalizeH="0" baseline="0" noProof="0" dirty="0">
                <a:ln/>
                <a:solidFill>
                  <a:schemeClr val="accent5">
                    <a:lumMod val="60000"/>
                    <a:lumOff val="40000"/>
                  </a:schemeClr>
                </a:solidFill>
                <a:uLnTx/>
                <a:uFillTx/>
                <a:latin typeface="UD Digi Kyokasho N-B" panose="02020700000000000000" pitchFamily="17" charset="-128"/>
                <a:ea typeface="UD Digi Kyokasho N-B" panose="02020700000000000000" pitchFamily="17" charset="-128"/>
                <a:cs typeface="Arial"/>
                <a:sym typeface="Arial"/>
              </a:rPr>
              <a:t>沖縄の建物</a:t>
            </a:r>
            <a:endParaRPr kumimoji="0" sz="7200" b="1" i="0" u="none" strike="noStrike" kern="0" normalizeH="0" baseline="0" noProof="0" dirty="0">
              <a:ln/>
              <a:solidFill>
                <a:schemeClr val="accent5">
                  <a:lumMod val="60000"/>
                  <a:lumOff val="40000"/>
                </a:schemeClr>
              </a:solidFill>
              <a:uLnTx/>
              <a:uFillTx/>
              <a:latin typeface="SVN-Comic Sans MS" panose="02040603050506020204" pitchFamily="18" charset="0"/>
              <a:ea typeface="UD Digi Kyokasho N-B" panose="02020700000000000000" pitchFamily="17" charset="-128"/>
              <a:cs typeface="Arial"/>
              <a:sym typeface="Arial"/>
            </a:endParaRPr>
          </a:p>
        </p:txBody>
      </p:sp>
      <p:sp>
        <p:nvSpPr>
          <p:cNvPr id="7" name="Rectangle 6">
            <a:extLst>
              <a:ext uri="{FF2B5EF4-FFF2-40B4-BE49-F238E27FC236}">
                <a16:creationId xmlns:a16="http://schemas.microsoft.com/office/drawing/2014/main" id="{BEC3F7B5-EAD3-8462-0843-67DCB09E1C71}"/>
              </a:ext>
            </a:extLst>
          </p:cNvPr>
          <p:cNvSpPr/>
          <p:nvPr/>
        </p:nvSpPr>
        <p:spPr>
          <a:xfrm>
            <a:off x="9908177" y="71862"/>
            <a:ext cx="2204314" cy="4245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accent5">
                    <a:lumMod val="60000"/>
                    <a:lumOff val="40000"/>
                  </a:schemeClr>
                </a:solidFill>
                <a:latin typeface="UD Digi Kyokasho N-B" panose="02020700000000000000" pitchFamily="17" charset="-128"/>
                <a:ea typeface="UD Digi Kyokasho N-B" panose="02020700000000000000" pitchFamily="17" charset="-128"/>
              </a:rPr>
              <a:t>CDA</a:t>
            </a:r>
            <a:r>
              <a:rPr lang="ja-JP" altLang="en-US" dirty="0">
                <a:solidFill>
                  <a:schemeClr val="accent5">
                    <a:lumMod val="60000"/>
                    <a:lumOff val="40000"/>
                  </a:schemeClr>
                </a:solidFill>
                <a:latin typeface="UD Digi Kyokasho N-B" panose="02020700000000000000" pitchFamily="17" charset="-128"/>
                <a:ea typeface="UD Digi Kyokasho N-B" panose="02020700000000000000" pitchFamily="17" charset="-128"/>
              </a:rPr>
              <a:t>－</a:t>
            </a:r>
            <a:r>
              <a:rPr lang="en-US" altLang="ja-JP" dirty="0">
                <a:solidFill>
                  <a:schemeClr val="accent5">
                    <a:lumMod val="60000"/>
                    <a:lumOff val="40000"/>
                  </a:schemeClr>
                </a:solidFill>
                <a:latin typeface="UD Digi Kyokasho N-B" panose="02020700000000000000" pitchFamily="17" charset="-128"/>
                <a:ea typeface="UD Digi Kyokasho N-B" panose="02020700000000000000" pitchFamily="17" charset="-128"/>
              </a:rPr>
              <a:t>25(</a:t>
            </a:r>
            <a:r>
              <a:rPr lang="en-US" dirty="0">
                <a:solidFill>
                  <a:schemeClr val="accent5">
                    <a:lumMod val="60000"/>
                    <a:lumOff val="40000"/>
                  </a:schemeClr>
                </a:solidFill>
                <a:latin typeface="UD Digi Kyokasho N-B" panose="02020700000000000000" pitchFamily="17" charset="-128"/>
                <a:ea typeface="UD Digi Kyokasho N-B" panose="02020700000000000000" pitchFamily="17" charset="-128"/>
              </a:rPr>
              <a:t>p.80)</a:t>
            </a:r>
          </a:p>
        </p:txBody>
      </p:sp>
      <p:pic>
        <p:nvPicPr>
          <p:cNvPr id="8" name="Picture 7">
            <a:extLst>
              <a:ext uri="{FF2B5EF4-FFF2-40B4-BE49-F238E27FC236}">
                <a16:creationId xmlns:a16="http://schemas.microsoft.com/office/drawing/2014/main" id="{3A319C75-082B-7E75-C76B-D9716D56AB1A}"/>
              </a:ext>
            </a:extLst>
          </p:cNvPr>
          <p:cNvPicPr>
            <a:picLocks noChangeAspect="1"/>
          </p:cNvPicPr>
          <p:nvPr/>
        </p:nvPicPr>
        <p:blipFill>
          <a:blip r:embed="rId5"/>
          <a:stretch>
            <a:fillRect/>
          </a:stretch>
        </p:blipFill>
        <p:spPr>
          <a:xfrm>
            <a:off x="570260" y="4841733"/>
            <a:ext cx="10023500" cy="1343844"/>
          </a:xfrm>
          <a:prstGeom prst="rect">
            <a:avLst/>
          </a:prstGeom>
        </p:spPr>
      </p:pic>
    </p:spTree>
    <p:extLst>
      <p:ext uri="{BB962C8B-B14F-4D97-AF65-F5344CB8AC3E}">
        <p14:creationId xmlns:p14="http://schemas.microsoft.com/office/powerpoint/2010/main" val="15635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9" y="2708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～に備えて</a:t>
              </a:r>
              <a:endParaRPr kumimoji="0" lang="ja-JP" altLang="en-US" sz="2800" b="0"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5289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ja-JP" sz="1600" dirty="0">
                  <a:solidFill>
                    <a:srgbClr val="FFFF00"/>
                  </a:solidFill>
                  <a:latin typeface="Snap ITC" panose="04040A07060A02020202" pitchFamily="82" charset="0"/>
                </a:rPr>
                <a:t>2</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807896" y="508714"/>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Phòng khi ~; Để chuẩn bị cho ~</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sp>
        <p:nvSpPr>
          <p:cNvPr id="44" name="Google Shape;1514;p52">
            <a:extLst>
              <a:ext uri="{FF2B5EF4-FFF2-40B4-BE49-F238E27FC236}">
                <a16:creationId xmlns:a16="http://schemas.microsoft.com/office/drawing/2014/main" id="{122D302F-CA8D-7A92-6FB2-2D32C01F2B01}"/>
              </a:ext>
            </a:extLst>
          </p:cNvPr>
          <p:cNvSpPr/>
          <p:nvPr/>
        </p:nvSpPr>
        <p:spPr>
          <a:xfrm>
            <a:off x="1770845" y="1545844"/>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en-US" altLang="ja-JP"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N</a:t>
            </a:r>
            <a:r>
              <a:rPr kumimoji="0" lang="ja-JP" altLang="en-US" sz="28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lang="ja-JP" altLang="en-US" sz="2800" dirty="0">
                <a:solidFill>
                  <a:srgbClr val="FF0000"/>
                </a:solidFill>
                <a:latin typeface="HGPSoeiPresenceEB" panose="02020800000000000000" pitchFamily="18" charset="-128"/>
                <a:ea typeface="HGPSoeiPresenceEB" panose="02020800000000000000" pitchFamily="18" charset="-128"/>
              </a:rPr>
              <a:t>に備えて</a:t>
            </a:r>
            <a:endParaRPr kumimoji="0" lang="en-US" altLang="ja-JP"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3200" dirty="0">
                <a:solidFill>
                  <a:srgbClr val="00B050"/>
                </a:solidFill>
                <a:latin typeface="HGPSoeiKakupoptai" panose="040B0A00000000000000" pitchFamily="82" charset="-128"/>
                <a:ea typeface="HGPSoeiKakupoptai" panose="040B0A00000000000000" pitchFamily="82" charset="-128"/>
              </a:rPr>
              <a:t>文法</a:t>
            </a:r>
            <a:endParaRPr lang="en-US" sz="3200" dirty="0">
              <a:solidFill>
                <a:srgbClr val="00B050"/>
              </a:solidFill>
              <a:latin typeface="HGPSoeiKakupoptai" panose="040B0A00000000000000" pitchFamily="82" charset="-128"/>
              <a:ea typeface="HGPSoeiKakupoptai" panose="040B0A00000000000000" pitchFamily="82" charset="-128"/>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8" name="Picture 7">
            <a:extLst>
              <a:ext uri="{FF2B5EF4-FFF2-40B4-BE49-F238E27FC236}">
                <a16:creationId xmlns:a16="http://schemas.microsoft.com/office/drawing/2014/main" id="{07A0DB02-E899-F75B-877A-060EAFDA2C26}"/>
              </a:ext>
            </a:extLst>
          </p:cNvPr>
          <p:cNvPicPr>
            <a:picLocks noChangeAspect="1"/>
          </p:cNvPicPr>
          <p:nvPr/>
        </p:nvPicPr>
        <p:blipFill>
          <a:blip r:embed="rId4"/>
          <a:stretch>
            <a:fillRect/>
          </a:stretch>
        </p:blipFill>
        <p:spPr>
          <a:xfrm>
            <a:off x="98671" y="3226810"/>
            <a:ext cx="9846229" cy="764755"/>
          </a:xfrm>
          <a:prstGeom prst="rect">
            <a:avLst/>
          </a:prstGeom>
        </p:spPr>
      </p:pic>
      <p:pic>
        <p:nvPicPr>
          <p:cNvPr id="10" name="Picture 9">
            <a:extLst>
              <a:ext uri="{FF2B5EF4-FFF2-40B4-BE49-F238E27FC236}">
                <a16:creationId xmlns:a16="http://schemas.microsoft.com/office/drawing/2014/main" id="{6579D653-C9CD-16D2-86F0-EBB108F46C79}"/>
              </a:ext>
            </a:extLst>
          </p:cNvPr>
          <p:cNvPicPr>
            <a:picLocks noChangeAspect="1"/>
          </p:cNvPicPr>
          <p:nvPr/>
        </p:nvPicPr>
        <p:blipFill>
          <a:blip r:embed="rId5"/>
          <a:stretch>
            <a:fillRect/>
          </a:stretch>
        </p:blipFill>
        <p:spPr>
          <a:xfrm>
            <a:off x="9561" y="4345517"/>
            <a:ext cx="12087387" cy="764755"/>
          </a:xfrm>
          <a:prstGeom prst="rect">
            <a:avLst/>
          </a:prstGeom>
        </p:spPr>
      </p:pic>
    </p:spTree>
    <p:extLst>
      <p:ext uri="{BB962C8B-B14F-4D97-AF65-F5344CB8AC3E}">
        <p14:creationId xmlns:p14="http://schemas.microsoft.com/office/powerpoint/2010/main" val="117330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7" name="Group 6">
            <a:extLst>
              <a:ext uri="{FF2B5EF4-FFF2-40B4-BE49-F238E27FC236}">
                <a16:creationId xmlns:a16="http://schemas.microsoft.com/office/drawing/2014/main" id="{8BF85832-7330-F744-E317-C04BCBA6CD13}"/>
              </a:ext>
            </a:extLst>
          </p:cNvPr>
          <p:cNvGrpSpPr/>
          <p:nvPr/>
        </p:nvGrpSpPr>
        <p:grpSpPr>
          <a:xfrm>
            <a:off x="2115861" y="84755"/>
            <a:ext cx="9996869" cy="1110881"/>
            <a:chOff x="2109329" y="270813"/>
            <a:chExt cx="9996869" cy="1110881"/>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9" y="2708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～に代わって／～に代わり</a:t>
                </a:r>
                <a:endParaRPr kumimoji="0" lang="ja-JP" altLang="en-US" sz="2800" b="0"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568464"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2</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a:t>
                </a: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2</a:t>
                </a:r>
                <a:endPar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endParaRP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7684973" y="512459"/>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lang="pt-BR" altLang="ja-JP" sz="2800" dirty="0">
                  <a:latin typeface="SVN-Comic Sans MS" panose="02040603050506020204" pitchFamily="18" charset="0"/>
                  <a:ea typeface="UD Digi Kyokasho N-B" panose="02020700000000000000" pitchFamily="17" charset="-128"/>
                </a:rPr>
                <a:t>Thay cho</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grpSp>
      <p:sp>
        <p:nvSpPr>
          <p:cNvPr id="44" name="Google Shape;1514;p52">
            <a:extLst>
              <a:ext uri="{FF2B5EF4-FFF2-40B4-BE49-F238E27FC236}">
                <a16:creationId xmlns:a16="http://schemas.microsoft.com/office/drawing/2014/main" id="{122D302F-CA8D-7A92-6FB2-2D32C01F2B01}"/>
              </a:ext>
            </a:extLst>
          </p:cNvPr>
          <p:cNvSpPr/>
          <p:nvPr/>
        </p:nvSpPr>
        <p:spPr>
          <a:xfrm>
            <a:off x="1806648" y="1338087"/>
            <a:ext cx="8493211" cy="1330704"/>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en-US" altLang="ja-JP" sz="36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sym typeface="Arial"/>
              </a:rPr>
              <a:t>N</a:t>
            </a:r>
            <a:r>
              <a:rPr lang="ja-JP" altLang="en-US" sz="3600" dirty="0">
                <a:solidFill>
                  <a:srgbClr val="FF33CC"/>
                </a:solidFill>
                <a:latin typeface="HGPSoeiPresenceEB" panose="02020800000000000000" pitchFamily="18" charset="-128"/>
                <a:ea typeface="HGPSoeiPresenceEB" panose="02020800000000000000" pitchFamily="18" charset="-128"/>
              </a:rPr>
              <a:t>に</a:t>
            </a:r>
            <a:r>
              <a:rPr kumimoji="0" lang="ja-JP" altLang="en-US" sz="36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sym typeface="Arial"/>
              </a:rPr>
              <a:t>　　</a:t>
            </a:r>
            <a:r>
              <a:rPr kumimoji="0" lang="ja-JP" altLang="en-US" sz="36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sym typeface="Arial"/>
              </a:rPr>
              <a:t>＋</a:t>
            </a:r>
            <a:r>
              <a:rPr lang="ja-JP" altLang="en-US" sz="3600" dirty="0">
                <a:solidFill>
                  <a:srgbClr val="FF0000"/>
                </a:solidFill>
                <a:latin typeface="HGPSoeiPresenceEB" panose="02020800000000000000" pitchFamily="18" charset="-128"/>
                <a:ea typeface="HGPSoeiPresenceEB" panose="02020800000000000000" pitchFamily="18" charset="-128"/>
              </a:rPr>
              <a:t>代わって</a:t>
            </a:r>
            <a:endParaRPr lang="en-US" altLang="ja-JP" sz="2800" dirty="0">
              <a:solidFill>
                <a:srgbClr val="FF0000"/>
              </a:solidFill>
              <a:latin typeface="HGPSoeiPresenceEB" panose="02020800000000000000" pitchFamily="18" charset="-128"/>
              <a:ea typeface="HGPSoeiPresenceEB" panose="02020800000000000000" pitchFamily="18" charset="-128"/>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11" name="Picture 10">
            <a:extLst>
              <a:ext uri="{FF2B5EF4-FFF2-40B4-BE49-F238E27FC236}">
                <a16:creationId xmlns:a16="http://schemas.microsoft.com/office/drawing/2014/main" id="{6E193A64-FF74-8AFC-70D9-64DF7A19248D}"/>
              </a:ext>
            </a:extLst>
          </p:cNvPr>
          <p:cNvPicPr>
            <a:picLocks noChangeAspect="1"/>
          </p:cNvPicPr>
          <p:nvPr/>
        </p:nvPicPr>
        <p:blipFill>
          <a:blip r:embed="rId4"/>
          <a:stretch>
            <a:fillRect/>
          </a:stretch>
        </p:blipFill>
        <p:spPr>
          <a:xfrm>
            <a:off x="153624" y="3909153"/>
            <a:ext cx="12025207" cy="811134"/>
          </a:xfrm>
          <a:prstGeom prst="rect">
            <a:avLst/>
          </a:prstGeom>
        </p:spPr>
      </p:pic>
      <p:pic>
        <p:nvPicPr>
          <p:cNvPr id="13" name="Picture 12">
            <a:extLst>
              <a:ext uri="{FF2B5EF4-FFF2-40B4-BE49-F238E27FC236}">
                <a16:creationId xmlns:a16="http://schemas.microsoft.com/office/drawing/2014/main" id="{B4F994AD-E023-09A1-C153-72CCAD4CDE9E}"/>
              </a:ext>
            </a:extLst>
          </p:cNvPr>
          <p:cNvPicPr>
            <a:picLocks noChangeAspect="1"/>
          </p:cNvPicPr>
          <p:nvPr/>
        </p:nvPicPr>
        <p:blipFill>
          <a:blip r:embed="rId5"/>
          <a:stretch>
            <a:fillRect/>
          </a:stretch>
        </p:blipFill>
        <p:spPr>
          <a:xfrm>
            <a:off x="153624" y="5005188"/>
            <a:ext cx="11030588" cy="862039"/>
          </a:xfrm>
          <a:prstGeom prst="rect">
            <a:avLst/>
          </a:prstGeom>
        </p:spPr>
      </p:pic>
      <p:sp>
        <p:nvSpPr>
          <p:cNvPr id="14" name="Google Shape;1514;p52">
            <a:extLst>
              <a:ext uri="{FF2B5EF4-FFF2-40B4-BE49-F238E27FC236}">
                <a16:creationId xmlns:a16="http://schemas.microsoft.com/office/drawing/2014/main" id="{17B59A8D-247D-0EEE-DC1A-C50397FC43C5}"/>
              </a:ext>
            </a:extLst>
          </p:cNvPr>
          <p:cNvSpPr/>
          <p:nvPr/>
        </p:nvSpPr>
        <p:spPr>
          <a:xfrm>
            <a:off x="1225873" y="2953691"/>
            <a:ext cx="10265434" cy="725018"/>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ja-JP" altLang="en-US" sz="1800" b="0" i="0" u="none" strike="noStrike" kern="0" cap="none" spc="0" normalizeH="0" baseline="0" noProof="0" dirty="0">
                <a:ln>
                  <a:noFill/>
                </a:ln>
                <a:solidFill>
                  <a:srgbClr val="FF0000"/>
                </a:solidFill>
                <a:effectLst/>
                <a:uLnTx/>
                <a:uFillTx/>
                <a:latin typeface="UD Digi Kyokasho N-B" panose="02020700000000000000" pitchFamily="17" charset="-128"/>
                <a:ea typeface="UD Digi Kyokasho N-B" panose="02020700000000000000" pitchFamily="17" charset="-128"/>
                <a:cs typeface="Arial"/>
                <a:sym typeface="Arial"/>
              </a:rPr>
              <a:t>意味</a:t>
            </a:r>
            <a:r>
              <a:rPr kumimoji="0" lang="ja-JP" altLang="en-US" sz="18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a:t>
            </a:r>
            <a:r>
              <a:rPr kumimoji="0" lang="en-US" sz="1800" b="0" i="0" u="none" strike="noStrike" kern="1200" cap="none" spc="0" normalizeH="0" baseline="0" noProof="0" dirty="0">
                <a:ln>
                  <a:noFill/>
                </a:ln>
                <a:solidFill>
                  <a:srgbClr val="313752"/>
                </a:solidFill>
                <a:effectLst/>
                <a:uLnTx/>
                <a:uFillTx/>
                <a:latin typeface="Arial"/>
                <a:ea typeface="+mn-ea"/>
                <a:cs typeface="+mn-cs"/>
              </a:rPr>
              <a:t> </a:t>
            </a:r>
            <a:r>
              <a:rPr lang="vi-VN" sz="2400" dirty="0">
                <a:solidFill>
                  <a:srgbClr val="313752"/>
                </a:solidFill>
                <a:latin typeface="SVN-Comic Sans MS" panose="02040603050506020204" pitchFamily="18" charset="0"/>
              </a:rPr>
              <a:t>Sử dụng khi “làm việc khác,sử dụng cái khác…thay cho một người/một vật vốn có trách nhiệm phải thực hiện.</a:t>
            </a:r>
          </a:p>
        </p:txBody>
      </p:sp>
    </p:spTree>
    <p:extLst>
      <p:ext uri="{BB962C8B-B14F-4D97-AF65-F5344CB8AC3E}">
        <p14:creationId xmlns:p14="http://schemas.microsoft.com/office/powerpoint/2010/main" val="181968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12" name="Picture 11">
            <a:extLst>
              <a:ext uri="{FF2B5EF4-FFF2-40B4-BE49-F238E27FC236}">
                <a16:creationId xmlns:a16="http://schemas.microsoft.com/office/drawing/2014/main" id="{12BE6F9D-F898-BA85-B13C-77CF5EF7F3DB}"/>
              </a:ext>
            </a:extLst>
          </p:cNvPr>
          <p:cNvPicPr>
            <a:picLocks noChangeAspect="1"/>
          </p:cNvPicPr>
          <p:nvPr/>
        </p:nvPicPr>
        <p:blipFill>
          <a:blip r:embed="rId3"/>
          <a:stretch>
            <a:fillRect/>
          </a:stretch>
        </p:blipFill>
        <p:spPr>
          <a:xfrm>
            <a:off x="1221712" y="914806"/>
            <a:ext cx="10706423" cy="5028387"/>
          </a:xfrm>
          <a:prstGeom prst="rect">
            <a:avLst/>
          </a:prstGeom>
        </p:spPr>
      </p:pic>
      <p:pic>
        <p:nvPicPr>
          <p:cNvPr id="9" name="Picture 8">
            <a:extLst>
              <a:ext uri="{FF2B5EF4-FFF2-40B4-BE49-F238E27FC236}">
                <a16:creationId xmlns:a16="http://schemas.microsoft.com/office/drawing/2014/main" id="{26165BAE-3033-85E3-E611-F5A71F397FEF}"/>
              </a:ext>
            </a:extLst>
          </p:cNvPr>
          <p:cNvPicPr>
            <a:picLocks noChangeAspect="1"/>
          </p:cNvPicPr>
          <p:nvPr/>
        </p:nvPicPr>
        <p:blipFill>
          <a:blip r:embed="rId4"/>
          <a:stretch>
            <a:fillRect/>
          </a:stretch>
        </p:blipFill>
        <p:spPr>
          <a:xfrm>
            <a:off x="1072946" y="53705"/>
            <a:ext cx="11085059" cy="599438"/>
          </a:xfrm>
          <a:prstGeom prst="rect">
            <a:avLst/>
          </a:prstGeom>
        </p:spPr>
      </p:pic>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5">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言葉</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spTree>
    <p:extLst>
      <p:ext uri="{BB962C8B-B14F-4D97-AF65-F5344CB8AC3E}">
        <p14:creationId xmlns:p14="http://schemas.microsoft.com/office/powerpoint/2010/main" val="2945647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5">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読解</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sp>
        <p:nvSpPr>
          <p:cNvPr id="7" name="Rectangle 6">
            <a:extLst>
              <a:ext uri="{FF2B5EF4-FFF2-40B4-BE49-F238E27FC236}">
                <a16:creationId xmlns:a16="http://schemas.microsoft.com/office/drawing/2014/main" id="{BEC3F7B5-EAD3-8462-0843-67DCB09E1C71}"/>
              </a:ext>
            </a:extLst>
          </p:cNvPr>
          <p:cNvSpPr/>
          <p:nvPr/>
        </p:nvSpPr>
        <p:spPr>
          <a:xfrm>
            <a:off x="9908177" y="71862"/>
            <a:ext cx="2204314" cy="4245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CDA</a:t>
            </a:r>
            <a:r>
              <a:rPr kumimoji="0" lang="ja-JP" altLang="en-US"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a:t>
            </a:r>
            <a:r>
              <a:rPr kumimoji="0" lang="en-US" altLang="ja-JP"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25(</a:t>
            </a:r>
            <a:r>
              <a:rPr kumimoji="0" lang="en-US"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p.80)</a:t>
            </a:r>
          </a:p>
        </p:txBody>
      </p:sp>
      <p:sp>
        <p:nvSpPr>
          <p:cNvPr id="10" name="TextBox 9">
            <a:extLst>
              <a:ext uri="{FF2B5EF4-FFF2-40B4-BE49-F238E27FC236}">
                <a16:creationId xmlns:a16="http://schemas.microsoft.com/office/drawing/2014/main" id="{69381C81-C566-4BC7-B376-B46CD9C18636}"/>
              </a:ext>
            </a:extLst>
          </p:cNvPr>
          <p:cNvSpPr txBox="1"/>
          <p:nvPr/>
        </p:nvSpPr>
        <p:spPr>
          <a:xfrm>
            <a:off x="795659" y="1536174"/>
            <a:ext cx="11316832" cy="3785652"/>
          </a:xfrm>
          <a:prstGeom prst="rect">
            <a:avLst/>
          </a:prstGeom>
          <a:noFill/>
        </p:spPr>
        <p:txBody>
          <a:bodyPr wrap="square" rtlCol="0">
            <a:spAutoFit/>
          </a:bodyPr>
          <a:lstStyle/>
          <a:p>
            <a:pPr lvl="0"/>
            <a:r>
              <a:rPr kumimoji="0" lang="en-US" altLang="ja-JP"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1</a:t>
            </a:r>
            <a:r>
              <a:rPr lang="ja-JP" altLang="en-US" sz="3000" dirty="0">
                <a:latin typeface="UD Digi Kyokasho N-B" panose="02020700000000000000" pitchFamily="17" charset="-128"/>
                <a:ea typeface="UD Digi Kyokasho N-B" panose="02020700000000000000" pitchFamily="17" charset="-128"/>
              </a:rPr>
              <a:t>．北海道では、何月ごろから雪が降り始めますか。</a:t>
            </a:r>
            <a:endParaRPr kumimoji="0" lang="en-US" altLang="ja-JP"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sz="3000" b="0" i="0" u="none" strike="noStrike" kern="0" cap="none" spc="0" normalizeH="0" baseline="0" noProof="0" dirty="0">
              <a:ln>
                <a:noFill/>
              </a:ln>
              <a:solidFill>
                <a:srgbClr val="000000"/>
              </a:solidFill>
              <a:effectLst/>
              <a:uLnTx/>
              <a:uFillTx/>
              <a:latin typeface="Arial"/>
              <a:ea typeface="UD Digi Kyokasho N-B" panose="02020700000000000000" pitchFamily="17" charset="-128"/>
              <a:cs typeface="Arial"/>
              <a:sym typeface="Arial"/>
            </a:endParaRPr>
          </a:p>
          <a:p>
            <a:pPr lvl="0"/>
            <a:r>
              <a:rPr kumimoji="0" lang="en-US"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2.</a:t>
            </a:r>
            <a:r>
              <a:rPr kumimoji="0" lang="ja-JP" altLang="en-US"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 </a:t>
            </a:r>
            <a:r>
              <a:rPr lang="ja-JP" altLang="en-US" sz="3000" dirty="0">
                <a:latin typeface="UD Digi Kyokasho N-B" panose="02020700000000000000" pitchFamily="17" charset="-128"/>
                <a:ea typeface="UD Digi Kyokasho N-B" panose="02020700000000000000" pitchFamily="17" charset="-128"/>
              </a:rPr>
              <a:t>北海道の屋根は何でできていますか。どうして瓦はありませんか</a:t>
            </a:r>
            <a:r>
              <a:rPr kumimoji="0" lang="ja-JP" altLang="en-US"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a:t>
            </a:r>
            <a:endParaRPr kumimoji="0" lang="en-US" altLang="ja-JP"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a:p>
            <a:pPr lvl="0"/>
            <a:r>
              <a:rPr kumimoji="0" lang="en-US"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3.</a:t>
            </a:r>
            <a:r>
              <a:rPr kumimoji="0" lang="ja-JP" altLang="en-US"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 </a:t>
            </a:r>
            <a:r>
              <a:rPr lang="ja-JP" altLang="en-US" sz="3000" dirty="0">
                <a:latin typeface="UD Digi Kyokasho N-B" panose="02020700000000000000" pitchFamily="17" charset="-128"/>
                <a:ea typeface="UD Digi Kyokasho N-B" panose="02020700000000000000" pitchFamily="17" charset="-128"/>
              </a:rPr>
              <a:t>この記事によると、最近の北海道の屋根は以前とどう違いますか。</a:t>
            </a:r>
            <a:endParaRPr kumimoji="0" lang="en-US" altLang="ja-JP"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sz="3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3" name="26 Track 26">
            <a:hlinkClick r:id="" action="ppaction://media"/>
            <a:extLst>
              <a:ext uri="{FF2B5EF4-FFF2-40B4-BE49-F238E27FC236}">
                <a16:creationId xmlns:a16="http://schemas.microsoft.com/office/drawing/2014/main" id="{3DD4AC2A-A773-4A7C-9AAB-DAAEE0DC933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966712" y="468303"/>
            <a:ext cx="487363" cy="487363"/>
          </a:xfrm>
          <a:prstGeom prst="rect">
            <a:avLst/>
          </a:prstGeom>
        </p:spPr>
      </p:pic>
    </p:spTree>
    <p:extLst>
      <p:ext uri="{BB962C8B-B14F-4D97-AF65-F5344CB8AC3E}">
        <p14:creationId xmlns:p14="http://schemas.microsoft.com/office/powerpoint/2010/main" val="133447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2" end="2"/>
                                            </p:txEl>
                                          </p:spTgt>
                                        </p:tgtEl>
                                        <p:attrNameLst>
                                          <p:attrName>style.visibility</p:attrName>
                                        </p:attrNameLst>
                                      </p:cBhvr>
                                      <p:to>
                                        <p:strVal val="visible"/>
                                      </p:to>
                                    </p:set>
                                    <p:animEffect transition="in" filter="fade">
                                      <p:cBhvr>
                                        <p:cTn id="14" dur="1000"/>
                                        <p:tgtEl>
                                          <p:spTgt spid="10">
                                            <p:txEl>
                                              <p:pRg st="2" end="2"/>
                                            </p:txEl>
                                          </p:spTgt>
                                        </p:tgtEl>
                                      </p:cBhvr>
                                    </p:animEffect>
                                    <p:anim calcmode="lin" valueType="num">
                                      <p:cBhvr>
                                        <p:cTn id="15"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1000"/>
                                        <p:tgtEl>
                                          <p:spTgt spid="10">
                                            <p:txEl>
                                              <p:pRg st="4" end="4"/>
                                            </p:txEl>
                                          </p:spTgt>
                                        </p:tgtEl>
                                      </p:cBhvr>
                                    </p:animEffect>
                                    <p:anim calcmode="lin" valueType="num">
                                      <p:cBhvr>
                                        <p:cTn id="22"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mediacall" presetSubtype="0" fill="hold" nodeType="clickEffect">
                                  <p:stCondLst>
                                    <p:cond delay="0"/>
                                  </p:stCondLst>
                                  <p:childTnLst>
                                    <p:cmd type="call" cmd="playFrom(0.0)">
                                      <p:cBhvr>
                                        <p:cTn id="27" dur="4695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28" fill="hold" display="0">
                  <p:stCondLst>
                    <p:cond delay="indefinite"/>
                  </p:stCondLst>
                  <p:endCondLst>
                    <p:cond evt="onStopAudio" delay="0">
                      <p:tgtEl>
                        <p:sldTgt/>
                      </p:tgtEl>
                    </p:cond>
                  </p:endCondLst>
                </p:cTn>
                <p:tgtEl>
                  <p:spTgt spid="3"/>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6CA0AF-AD5F-4C18-8F52-9638A5CFF560}"/>
              </a:ext>
            </a:extLst>
          </p:cNvPr>
          <p:cNvPicPr>
            <a:picLocks noChangeAspect="1"/>
          </p:cNvPicPr>
          <p:nvPr/>
        </p:nvPicPr>
        <p:blipFill>
          <a:blip r:embed="rId2"/>
          <a:stretch>
            <a:fillRect/>
          </a:stretch>
        </p:blipFill>
        <p:spPr>
          <a:xfrm>
            <a:off x="801385" y="53681"/>
            <a:ext cx="10500188" cy="6693871"/>
          </a:xfrm>
          <a:prstGeom prst="rect">
            <a:avLst/>
          </a:prstGeom>
        </p:spPr>
      </p:pic>
    </p:spTree>
    <p:extLst>
      <p:ext uri="{BB962C8B-B14F-4D97-AF65-F5344CB8AC3E}">
        <p14:creationId xmlns:p14="http://schemas.microsoft.com/office/powerpoint/2010/main" val="2718320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152468" y="1113223"/>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292444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体調</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栄養</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調子</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和菓子</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崩す</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食欲</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調査</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栄える</a:t>
            </a: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空港</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港</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332131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71191" y="302359"/>
            <a:ext cx="11316832" cy="6093976"/>
          </a:xfrm>
          <a:prstGeom prst="rect">
            <a:avLst/>
          </a:prstGeom>
          <a:noFill/>
        </p:spPr>
        <p:txBody>
          <a:bodyPr wrap="square" rtlCol="0">
            <a:spAutoFit/>
          </a:bodyPr>
          <a:lstStyle/>
          <a:p>
            <a:r>
              <a:rPr lang="en-US" altLang="ja-JP" sz="3000" dirty="0">
                <a:latin typeface="UD Digi Kyokasho N-B" panose="02020700000000000000" pitchFamily="17" charset="-128"/>
                <a:ea typeface="UD Digi Kyokasho N-B" panose="02020700000000000000" pitchFamily="17" charset="-128"/>
              </a:rPr>
              <a:t>1</a:t>
            </a:r>
            <a:r>
              <a:rPr lang="ja-JP" altLang="en-US" sz="3000" dirty="0">
                <a:latin typeface="UD Digi Kyokasho N-B" panose="02020700000000000000" pitchFamily="17" charset="-128"/>
                <a:ea typeface="UD Digi Kyokasho N-B" panose="02020700000000000000" pitchFamily="17" charset="-128"/>
              </a:rPr>
              <a:t>．山口さんは最初に何と言いましたか。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ea typeface="UD Digi Kyokasho N-B" panose="02020700000000000000" pitchFamily="17" charset="-128"/>
            </a:endParaRPr>
          </a:p>
          <a:p>
            <a:r>
              <a:rPr lang="en-US" sz="3000" dirty="0">
                <a:latin typeface="UD Digi Kyokasho N-B" panose="02020700000000000000" pitchFamily="17" charset="-128"/>
                <a:ea typeface="UD Digi Kyokasho N-B" panose="02020700000000000000" pitchFamily="17" charset="-128"/>
              </a:rPr>
              <a:t>2.</a:t>
            </a:r>
            <a:r>
              <a:rPr lang="ja-JP" altLang="en-US" sz="3000" dirty="0">
                <a:latin typeface="UD Digi Kyokasho N-B" panose="02020700000000000000" pitchFamily="17" charset="-128"/>
                <a:ea typeface="UD Digi Kyokasho N-B" panose="02020700000000000000" pitchFamily="17" charset="-128"/>
              </a:rPr>
              <a:t> メアリーさんはどんな様子ですか。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latin typeface="UD Digi Kyokasho N-B" panose="02020700000000000000" pitchFamily="17" charset="-128"/>
              <a:ea typeface="UD Digi Kyokasho N-B" panose="02020700000000000000" pitchFamily="17" charset="-128"/>
            </a:endParaRPr>
          </a:p>
          <a:p>
            <a:r>
              <a:rPr lang="en-US" sz="3000" dirty="0">
                <a:latin typeface="UD Digi Kyokasho N-B" panose="02020700000000000000" pitchFamily="17" charset="-128"/>
                <a:ea typeface="UD Digi Kyokasho N-B" panose="02020700000000000000" pitchFamily="17" charset="-128"/>
              </a:rPr>
              <a:t>3.</a:t>
            </a:r>
            <a:r>
              <a:rPr lang="ja-JP" altLang="en-US" sz="3000" dirty="0">
                <a:latin typeface="UD Digi Kyokasho N-B" panose="02020700000000000000" pitchFamily="17" charset="-128"/>
                <a:ea typeface="UD Digi Kyokasho N-B" panose="02020700000000000000" pitchFamily="17" charset="-128"/>
              </a:rPr>
              <a:t> 山口さんはメアリーさんの具合が悪い原因を何だと思っていますか。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latin typeface="UD Digi Kyokasho N-B" panose="02020700000000000000" pitchFamily="17" charset="-128"/>
              <a:ea typeface="UD Digi Kyokasho N-B" panose="02020700000000000000" pitchFamily="17" charset="-128"/>
            </a:endParaRPr>
          </a:p>
          <a:p>
            <a:r>
              <a:rPr lang="ja-JP" altLang="en-US" sz="3000" dirty="0">
                <a:latin typeface="UD Digi Kyokasho N-B" panose="02020700000000000000" pitchFamily="17" charset="-128"/>
                <a:ea typeface="UD Digi Kyokasho N-B" panose="02020700000000000000" pitchFamily="17" charset="-128"/>
              </a:rPr>
              <a:t>４．山口さんは暑いときはどんなものを食べると言っていますか。どうして「暑いときこそ」と言っていますか。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latin typeface="UD Digi Kyokasho N-B" panose="02020700000000000000" pitchFamily="17" charset="-128"/>
              <a:ea typeface="UD Digi Kyokasho N-B" panose="02020700000000000000" pitchFamily="17" charset="-128"/>
            </a:endParaRPr>
          </a:p>
          <a:p>
            <a:r>
              <a:rPr lang="en-US" altLang="ja-JP" sz="3000" dirty="0">
                <a:latin typeface="UD Digi Kyokasho N-B" panose="02020700000000000000" pitchFamily="17" charset="-128"/>
                <a:ea typeface="UD Digi Kyokasho N-B" panose="02020700000000000000" pitchFamily="17" charset="-128"/>
              </a:rPr>
              <a:t>5.</a:t>
            </a:r>
            <a:r>
              <a:rPr lang="ja-JP" altLang="en-US" sz="3000" dirty="0">
                <a:latin typeface="UD Digi Kyokasho N-B" panose="02020700000000000000" pitchFamily="17" charset="-128"/>
                <a:ea typeface="UD Digi Kyokasho N-B" panose="02020700000000000000" pitchFamily="17" charset="-128"/>
              </a:rPr>
              <a:t> 山口さんは日本の夏に、何をよく食べると言っていますか。</a:t>
            </a:r>
            <a:endParaRPr lang="en-US" altLang="ja-JP" sz="3000" dirty="0">
              <a:latin typeface="UD Digi Kyokasho N-B" panose="02020700000000000000" pitchFamily="17" charset="-128"/>
              <a:ea typeface="UD Digi Kyokasho N-B" panose="02020700000000000000" pitchFamily="17" charset="-128"/>
            </a:endParaRPr>
          </a:p>
          <a:p>
            <a:endParaRPr lang="en-US" altLang="ja-JP" sz="3000" dirty="0">
              <a:latin typeface="UD Digi Kyokasho N-B" panose="02020700000000000000" pitchFamily="17" charset="-128"/>
              <a:ea typeface="UD Digi Kyokasho N-B" panose="02020700000000000000" pitchFamily="17" charset="-128"/>
            </a:endParaRPr>
          </a:p>
          <a:p>
            <a:r>
              <a:rPr lang="en-US" altLang="ja-JP" sz="3000" dirty="0">
                <a:latin typeface="UD Digi Kyokasho N-B" panose="02020700000000000000" pitchFamily="17" charset="-128"/>
                <a:ea typeface="UD Digi Kyokasho N-B" panose="02020700000000000000" pitchFamily="17" charset="-128"/>
              </a:rPr>
              <a:t>6.</a:t>
            </a:r>
            <a:r>
              <a:rPr lang="ja-JP" altLang="en-US" sz="3000" dirty="0">
                <a:latin typeface="UD Digi Kyokasho N-B" panose="02020700000000000000" pitchFamily="17" charset="-128"/>
                <a:ea typeface="UD Digi Kyokasho N-B" panose="02020700000000000000" pitchFamily="17" charset="-128"/>
              </a:rPr>
              <a:t> 「夏はウナギに限る」というのはどんな意味だと思いますか。</a:t>
            </a:r>
            <a:endParaRPr lang="en-US" altLang="ja-JP" sz="3000" dirty="0">
              <a:latin typeface="UD Digi Kyokasho N-B" panose="02020700000000000000" pitchFamily="17" charset="-128"/>
              <a:ea typeface="UD Digi Kyokasho N-B" panose="02020700000000000000" pitchFamily="17" charset="-128"/>
            </a:endParaRPr>
          </a:p>
        </p:txBody>
      </p:sp>
      <p:pic>
        <p:nvPicPr>
          <p:cNvPr id="3" name="27 Track 27">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418591" y="733331"/>
            <a:ext cx="487363" cy="466961"/>
          </a:xfrm>
          <a:prstGeom prst="rect">
            <a:avLst/>
          </a:prstGeom>
        </p:spPr>
      </p:pic>
    </p:spTree>
    <p:extLst>
      <p:ext uri="{BB962C8B-B14F-4D97-AF65-F5344CB8AC3E}">
        <p14:creationId xmlns:p14="http://schemas.microsoft.com/office/powerpoint/2010/main" val="283286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1000"/>
                                        <p:tgtEl>
                                          <p:spTgt spid="6">
                                            <p:txEl>
                                              <p:pRg st="4" end="4"/>
                                            </p:txEl>
                                          </p:spTgt>
                                        </p:tgtEl>
                                      </p:cBhvr>
                                    </p:animEffect>
                                    <p:anim calcmode="lin" valueType="num">
                                      <p:cBhvr>
                                        <p:cTn id="2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1000"/>
                                        <p:tgtEl>
                                          <p:spTgt spid="6">
                                            <p:txEl>
                                              <p:pRg st="6" end="6"/>
                                            </p:txEl>
                                          </p:spTgt>
                                        </p:tgtEl>
                                      </p:cBhvr>
                                    </p:animEffect>
                                    <p:anim calcmode="lin" valueType="num">
                                      <p:cBhvr>
                                        <p:cTn id="2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fade">
                                      <p:cBhvr>
                                        <p:cTn id="35" dur="1000"/>
                                        <p:tgtEl>
                                          <p:spTgt spid="6">
                                            <p:txEl>
                                              <p:pRg st="8" end="8"/>
                                            </p:txEl>
                                          </p:spTgt>
                                        </p:tgtEl>
                                      </p:cBhvr>
                                    </p:animEffect>
                                    <p:anim calcmode="lin" valueType="num">
                                      <p:cBhvr>
                                        <p:cTn id="36"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6">
                                            <p:txEl>
                                              <p:pRg st="10" end="10"/>
                                            </p:txEl>
                                          </p:spTgt>
                                        </p:tgtEl>
                                        <p:attrNameLst>
                                          <p:attrName>style.visibility</p:attrName>
                                        </p:attrNameLst>
                                      </p:cBhvr>
                                      <p:to>
                                        <p:strVal val="visible"/>
                                      </p:to>
                                    </p:set>
                                    <p:animEffect transition="in" filter="fade">
                                      <p:cBhvr>
                                        <p:cTn id="42" dur="1000"/>
                                        <p:tgtEl>
                                          <p:spTgt spid="6">
                                            <p:txEl>
                                              <p:pRg st="10" end="10"/>
                                            </p:txEl>
                                          </p:spTgt>
                                        </p:tgtEl>
                                      </p:cBhvr>
                                    </p:animEffect>
                                    <p:anim calcmode="lin" valueType="num">
                                      <p:cBhvr>
                                        <p:cTn id="43"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3"/>
                    </p:tgtEl>
                  </p:cond>
                </p:stCondLst>
                <p:endSync evt="end" delay="0">
                  <p:rtn val="all"/>
                </p:endSync>
                <p:childTnLst>
                  <p:par>
                    <p:cTn id="46" fill="hold">
                      <p:stCondLst>
                        <p:cond delay="0"/>
                      </p:stCondLst>
                      <p:childTnLst>
                        <p:par>
                          <p:cTn id="47" fill="hold">
                            <p:stCondLst>
                              <p:cond delay="0"/>
                            </p:stCondLst>
                            <p:childTnLst>
                              <p:par>
                                <p:cTn id="48" presetID="1" presetClass="mediacall" presetSubtype="0" fill="hold" nodeType="clickEffect">
                                  <p:stCondLst>
                                    <p:cond delay="0"/>
                                  </p:stCondLst>
                                  <p:childTnLst>
                                    <p:cmd type="call" cmd="playFrom(0.0)">
                                      <p:cBhvr>
                                        <p:cTn id="49" dur="53948" fill="hold"/>
                                        <p:tgtEl>
                                          <p:spTgt spid="3"/>
                                        </p:tgtEl>
                                      </p:cBhvr>
                                    </p:cmd>
                                  </p:childTnLst>
                                </p:cTn>
                              </p:par>
                            </p:childTnLst>
                          </p:cTn>
                        </p:par>
                      </p:childTnLst>
                    </p:cTn>
                  </p:par>
                </p:childTnLst>
              </p:cTn>
              <p:nextCondLst>
                <p:cond evt="onClick" delay="0">
                  <p:tgtEl>
                    <p:spTgt spid="3"/>
                  </p:tgtEl>
                </p:cond>
              </p:nextCondLst>
            </p:seq>
            <p:audio>
              <p:cMediaNode vol="80000">
                <p:cTn id="50" fill="hold" display="0">
                  <p:stCondLst>
                    <p:cond delay="indefinite"/>
                  </p:stCondLst>
                  <p:endCondLst>
                    <p:cond evt="onStopAudio" delay="0">
                      <p:tgtEl>
                        <p:sldTgt/>
                      </p:tgtEl>
                    </p:cond>
                  </p:endCondLst>
                </p:cTn>
                <p:tgtEl>
                  <p:spTgt spid="3"/>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読解</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sp>
        <p:nvSpPr>
          <p:cNvPr id="7" name="Rectangle 6">
            <a:extLst>
              <a:ext uri="{FF2B5EF4-FFF2-40B4-BE49-F238E27FC236}">
                <a16:creationId xmlns:a16="http://schemas.microsoft.com/office/drawing/2014/main" id="{BEC3F7B5-EAD3-8462-0843-67DCB09E1C71}"/>
              </a:ext>
            </a:extLst>
          </p:cNvPr>
          <p:cNvSpPr/>
          <p:nvPr/>
        </p:nvSpPr>
        <p:spPr>
          <a:xfrm>
            <a:off x="9908177" y="71862"/>
            <a:ext cx="2204314" cy="424543"/>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CDA</a:t>
            </a:r>
            <a:r>
              <a:rPr kumimoji="0" lang="ja-JP" altLang="en-US"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a:t>
            </a:r>
            <a:r>
              <a:rPr kumimoji="0" lang="en-US" altLang="ja-JP"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27(</a:t>
            </a:r>
            <a:r>
              <a:rPr kumimoji="0" lang="en-US" sz="1792" b="0" i="0" u="none" strike="noStrike" kern="0" cap="none" spc="0" normalizeH="0" baseline="0" noProof="0" dirty="0">
                <a:ln>
                  <a:noFill/>
                </a:ln>
                <a:solidFill>
                  <a:srgbClr val="783013">
                    <a:lumMod val="60000"/>
                    <a:lumOff val="40000"/>
                  </a:srgbClr>
                </a:solidFill>
                <a:effectLst/>
                <a:uLnTx/>
                <a:uFillTx/>
                <a:latin typeface="UD Digi Kyokasho N-B" panose="02020700000000000000" pitchFamily="17" charset="-128"/>
                <a:ea typeface="UD Digi Kyokasho N-B" panose="02020700000000000000" pitchFamily="17" charset="-128"/>
                <a:cs typeface="+mn-cs"/>
                <a:sym typeface="Arial"/>
              </a:rPr>
              <a:t>p.81)</a:t>
            </a:r>
          </a:p>
        </p:txBody>
      </p:sp>
      <p:pic>
        <p:nvPicPr>
          <p:cNvPr id="3" name="Picture 2">
            <a:extLst>
              <a:ext uri="{FF2B5EF4-FFF2-40B4-BE49-F238E27FC236}">
                <a16:creationId xmlns:a16="http://schemas.microsoft.com/office/drawing/2014/main" id="{35217A94-8CFC-4B45-AA5C-433AB81E3828}"/>
              </a:ext>
            </a:extLst>
          </p:cNvPr>
          <p:cNvPicPr>
            <a:picLocks noChangeAspect="1"/>
          </p:cNvPicPr>
          <p:nvPr/>
        </p:nvPicPr>
        <p:blipFill>
          <a:blip r:embed="rId4"/>
          <a:stretch>
            <a:fillRect/>
          </a:stretch>
        </p:blipFill>
        <p:spPr>
          <a:xfrm>
            <a:off x="793531" y="0"/>
            <a:ext cx="11398469" cy="6858000"/>
          </a:xfrm>
          <a:prstGeom prst="rect">
            <a:avLst/>
          </a:prstGeom>
        </p:spPr>
      </p:pic>
    </p:spTree>
    <p:extLst>
      <p:ext uri="{BB962C8B-B14F-4D97-AF65-F5344CB8AC3E}">
        <p14:creationId xmlns:p14="http://schemas.microsoft.com/office/powerpoint/2010/main" val="3152634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9" y="2708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～のような／～のように</a:t>
              </a: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5289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3</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807896" y="508714"/>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Theo như/ </a:t>
            </a:r>
            <a:r>
              <a:rPr lang="en-US" altLang="ja-JP" sz="2800" dirty="0" err="1">
                <a:latin typeface="SVN-Comic Sans MS" panose="02040603050506020204" pitchFamily="18" charset="0"/>
                <a:ea typeface="UD Digi Kyokasho N-B" panose="02020700000000000000" pitchFamily="17" charset="-128"/>
              </a:rPr>
              <a:t>Giống</a:t>
            </a:r>
            <a:r>
              <a:rPr lang="en-US" altLang="ja-JP" sz="2800" dirty="0">
                <a:latin typeface="SVN-Comic Sans MS" panose="02040603050506020204" pitchFamily="18" charset="0"/>
                <a:ea typeface="UD Digi Kyokasho N-B" panose="02020700000000000000" pitchFamily="17" charset="-128"/>
              </a:rPr>
              <a:t> n</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hư … . Dùng để bắt đầu một lời giải thích.</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1849394" y="1525258"/>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lang="ja-JP" altLang="en-US" sz="2400" dirty="0">
                <a:solidFill>
                  <a:srgbClr val="00B050"/>
                </a:solidFill>
                <a:latin typeface="HGPSoeiPresenceEB" panose="02020800000000000000" pitchFamily="18" charset="-128"/>
                <a:ea typeface="HGPSoeiPresenceEB" panose="02020800000000000000" pitchFamily="18" charset="-128"/>
              </a:rPr>
              <a:t>Ｎ</a:t>
            </a:r>
            <a:r>
              <a:rPr lang="ja-JP" altLang="en-US" sz="2400" dirty="0">
                <a:latin typeface="HGPSoeiPresenceEB" panose="02020800000000000000" pitchFamily="18" charset="-128"/>
                <a:ea typeface="HGPSoeiPresenceEB" panose="02020800000000000000" pitchFamily="18" charset="-128"/>
              </a:rPr>
              <a:t>＋</a:t>
            </a:r>
            <a:r>
              <a:rPr lang="ja-JP" altLang="en-US" sz="2800" dirty="0">
                <a:solidFill>
                  <a:srgbClr val="FF0000"/>
                </a:solidFill>
                <a:latin typeface="HGPSoeiPresenceEB" panose="02020800000000000000" pitchFamily="18" charset="-128"/>
                <a:ea typeface="HGPSoeiPresenceEB" panose="02020800000000000000" pitchFamily="18" charset="-128"/>
              </a:rPr>
              <a:t>のような＋</a:t>
            </a:r>
            <a:r>
              <a:rPr lang="ja-JP" altLang="en-US" sz="2800" dirty="0">
                <a:solidFill>
                  <a:srgbClr val="00B050"/>
                </a:solidFill>
                <a:latin typeface="HGPSoeiPresenceEB" panose="02020800000000000000" pitchFamily="18" charset="-128"/>
                <a:ea typeface="HGPSoeiPresenceEB" panose="02020800000000000000" pitchFamily="18" charset="-128"/>
              </a:rPr>
              <a:t>Ｎ</a:t>
            </a:r>
            <a:endParaRPr lang="en-US" altLang="ja-JP" sz="2800" dirty="0">
              <a:solidFill>
                <a:srgbClr val="00B050"/>
              </a:solidFill>
              <a:latin typeface="HGPSoeiPresenceEB" panose="02020800000000000000" pitchFamily="18" charset="-128"/>
              <a:ea typeface="HGPSoeiPresenceEB" panose="02020800000000000000" pitchFamily="18" charset="-128"/>
            </a:endParaRPr>
          </a:p>
          <a:p>
            <a:pPr lvl="0" defTabSz="685800">
              <a:defRPr/>
            </a:pPr>
            <a:r>
              <a:rPr lang="ja-JP" altLang="en-US" sz="2400" dirty="0">
                <a:solidFill>
                  <a:srgbClr val="FF0000"/>
                </a:solidFill>
                <a:latin typeface="HGPSoeiPresenceEB" panose="02020800000000000000" pitchFamily="18" charset="-128"/>
                <a:ea typeface="HGPSoeiPresenceEB" panose="02020800000000000000" pitchFamily="18" charset="-128"/>
              </a:rPr>
              <a:t>　　　　　　　　　　</a:t>
            </a:r>
            <a:r>
              <a:rPr lang="ja-JP" altLang="en-US" sz="2400" dirty="0">
                <a:solidFill>
                  <a:srgbClr val="00B050"/>
                </a:solidFill>
                <a:latin typeface="HGPSoeiPresenceEB" panose="02020800000000000000" pitchFamily="18" charset="-128"/>
                <a:ea typeface="HGPSoeiPresenceEB" panose="02020800000000000000" pitchFamily="18" charset="-128"/>
              </a:rPr>
              <a:t>Ｎ</a:t>
            </a:r>
            <a:r>
              <a:rPr lang="ja-JP" altLang="en-US" sz="2400" b="1" dirty="0">
                <a:solidFill>
                  <a:schemeClr val="tx1"/>
                </a:solidFill>
                <a:latin typeface="HGPSoeiPresenceEB" panose="02020800000000000000" pitchFamily="18" charset="-128"/>
                <a:ea typeface="HGPSoeiPresenceEB" panose="02020800000000000000" pitchFamily="18" charset="-128"/>
              </a:rPr>
              <a:t>＋</a:t>
            </a:r>
            <a:r>
              <a:rPr lang="ja-JP" altLang="en-US" sz="2400" dirty="0">
                <a:solidFill>
                  <a:srgbClr val="FF0000"/>
                </a:solidFill>
                <a:latin typeface="HGPSoeiPresenceEB" panose="02020800000000000000" pitchFamily="18" charset="-128"/>
                <a:ea typeface="HGPSoeiPresenceEB" panose="02020800000000000000" pitchFamily="18" charset="-128"/>
              </a:rPr>
              <a:t>のように～</a:t>
            </a:r>
            <a:r>
              <a:rPr lang="en-US" altLang="ja-JP" sz="2400" dirty="0">
                <a:solidFill>
                  <a:srgbClr val="00B050"/>
                </a:solidFill>
                <a:latin typeface="HGPSoeiPresenceEB" panose="02020800000000000000" pitchFamily="18" charset="-128"/>
                <a:ea typeface="HGPSoeiPresenceEB" panose="02020800000000000000" pitchFamily="18" charset="-128"/>
              </a:rPr>
              <a:t>V/</a:t>
            </a:r>
            <a:r>
              <a:rPr lang="ja-JP" altLang="en-US" sz="2400" dirty="0">
                <a:solidFill>
                  <a:srgbClr val="00B050"/>
                </a:solidFill>
                <a:latin typeface="HGPSoeiPresenceEB" panose="02020800000000000000" pitchFamily="18" charset="-128"/>
                <a:ea typeface="HGPSoeiPresenceEB" panose="02020800000000000000" pitchFamily="18" charset="-128"/>
              </a:rPr>
              <a:t>文</a:t>
            </a:r>
            <a:endParaRPr kumimoji="0" lang="en-US" altLang="ja-JP"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9" name="Picture 8">
            <a:extLst>
              <a:ext uri="{FF2B5EF4-FFF2-40B4-BE49-F238E27FC236}">
                <a16:creationId xmlns:a16="http://schemas.microsoft.com/office/drawing/2014/main" id="{31E6A1EA-27BE-89FA-4662-913FE54A58E4}"/>
              </a:ext>
            </a:extLst>
          </p:cNvPr>
          <p:cNvPicPr>
            <a:picLocks noChangeAspect="1"/>
          </p:cNvPicPr>
          <p:nvPr/>
        </p:nvPicPr>
        <p:blipFill>
          <a:blip r:embed="rId4"/>
          <a:stretch>
            <a:fillRect/>
          </a:stretch>
        </p:blipFill>
        <p:spPr>
          <a:xfrm>
            <a:off x="1123128" y="2632706"/>
            <a:ext cx="9386964" cy="796293"/>
          </a:xfrm>
          <a:prstGeom prst="rect">
            <a:avLst/>
          </a:prstGeom>
        </p:spPr>
      </p:pic>
      <p:pic>
        <p:nvPicPr>
          <p:cNvPr id="12" name="Picture 11">
            <a:extLst>
              <a:ext uri="{FF2B5EF4-FFF2-40B4-BE49-F238E27FC236}">
                <a16:creationId xmlns:a16="http://schemas.microsoft.com/office/drawing/2014/main" id="{EFA6AC6F-D115-E040-6489-077491E77771}"/>
              </a:ext>
            </a:extLst>
          </p:cNvPr>
          <p:cNvPicPr>
            <a:picLocks noChangeAspect="1"/>
          </p:cNvPicPr>
          <p:nvPr/>
        </p:nvPicPr>
        <p:blipFill>
          <a:blip r:embed="rId5"/>
          <a:stretch>
            <a:fillRect/>
          </a:stretch>
        </p:blipFill>
        <p:spPr>
          <a:xfrm>
            <a:off x="1123128" y="3691127"/>
            <a:ext cx="10628234" cy="748303"/>
          </a:xfrm>
          <a:prstGeom prst="rect">
            <a:avLst/>
          </a:prstGeom>
        </p:spPr>
      </p:pic>
    </p:spTree>
    <p:extLst>
      <p:ext uri="{BB962C8B-B14F-4D97-AF65-F5344CB8AC3E}">
        <p14:creationId xmlns:p14="http://schemas.microsoft.com/office/powerpoint/2010/main" val="428160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8" y="270813"/>
            <a:ext cx="9179005" cy="1068591"/>
            <a:chOff x="1518360" y="439524"/>
            <a:chExt cx="6096139"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～として</a:t>
              </a:r>
              <a:endParaRPr kumimoji="0" lang="ja-JP" altLang="en-US" sz="2800" b="0"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0" y="439524"/>
              <a:ext cx="590152"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3</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.2</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807896" y="508714"/>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“Với tư cách là, như là, đứng trên lập trường của …“</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p:txBody>
      </p:sp>
      <p:sp>
        <p:nvSpPr>
          <p:cNvPr id="44" name="Google Shape;1514;p52">
            <a:extLst>
              <a:ext uri="{FF2B5EF4-FFF2-40B4-BE49-F238E27FC236}">
                <a16:creationId xmlns:a16="http://schemas.microsoft.com/office/drawing/2014/main" id="{122D302F-CA8D-7A92-6FB2-2D32C01F2B01}"/>
              </a:ext>
            </a:extLst>
          </p:cNvPr>
          <p:cNvSpPr/>
          <p:nvPr/>
        </p:nvSpPr>
        <p:spPr>
          <a:xfrm>
            <a:off x="1806648" y="1394164"/>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en-US" altLang="ja-JP" sz="28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N</a:t>
            </a:r>
            <a:r>
              <a:rPr kumimoji="0" lang="ja-JP" altLang="en-US" sz="28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lang="ja-JP" altLang="en-US" sz="2800" dirty="0">
                <a:solidFill>
                  <a:srgbClr val="FF0000"/>
                </a:solidFill>
                <a:latin typeface="HGPSoeiPresenceEB" panose="02020800000000000000" pitchFamily="18" charset="-128"/>
                <a:ea typeface="HGPSoeiPresenceEB" panose="02020800000000000000" pitchFamily="18" charset="-128"/>
              </a:rPr>
              <a:t>～として</a:t>
            </a: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7" name="Google Shape;1514;p52">
            <a:extLst>
              <a:ext uri="{FF2B5EF4-FFF2-40B4-BE49-F238E27FC236}">
                <a16:creationId xmlns:a16="http://schemas.microsoft.com/office/drawing/2014/main" id="{D419C416-3DCB-BD96-9486-0FBB9F9E93FE}"/>
              </a:ext>
            </a:extLst>
          </p:cNvPr>
          <p:cNvSpPr/>
          <p:nvPr/>
        </p:nvSpPr>
        <p:spPr>
          <a:xfrm>
            <a:off x="1167090" y="2409064"/>
            <a:ext cx="10265434" cy="725018"/>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ja-JP" altLang="en-US" sz="1800" b="0" i="0" u="none" strike="noStrike" kern="0" cap="none" spc="0" normalizeH="0" baseline="0" noProof="0" dirty="0">
                <a:ln>
                  <a:noFill/>
                </a:ln>
                <a:solidFill>
                  <a:srgbClr val="FF0000"/>
                </a:solidFill>
                <a:effectLst/>
                <a:uLnTx/>
                <a:uFillTx/>
                <a:latin typeface="UD Digi Kyokasho N-B" panose="02020700000000000000" pitchFamily="17" charset="-128"/>
                <a:ea typeface="UD Digi Kyokasho N-B" panose="02020700000000000000" pitchFamily="17" charset="-128"/>
                <a:cs typeface="Arial"/>
                <a:sym typeface="Arial"/>
              </a:rPr>
              <a:t>意味</a:t>
            </a:r>
            <a:r>
              <a:rPr kumimoji="0" lang="ja-JP" altLang="en-US" sz="18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a:t>
            </a:r>
            <a:r>
              <a:rPr kumimoji="0" lang="en-US" sz="1800" b="0" i="0" u="none" strike="noStrike" kern="1200" cap="none" spc="0" normalizeH="0" baseline="0" noProof="0" dirty="0">
                <a:ln>
                  <a:noFill/>
                </a:ln>
                <a:solidFill>
                  <a:srgbClr val="313752"/>
                </a:solidFill>
                <a:effectLst/>
                <a:uLnTx/>
                <a:uFillTx/>
                <a:latin typeface="Arial"/>
                <a:ea typeface="+mn-ea"/>
                <a:cs typeface="+mn-cs"/>
              </a:rPr>
              <a:t> </a:t>
            </a:r>
            <a:r>
              <a:rPr lang="vi-VN" sz="2400" dirty="0">
                <a:solidFill>
                  <a:srgbClr val="313752"/>
                </a:solidFill>
                <a:latin typeface="SVN-Comic Sans MS" panose="02040603050506020204" pitchFamily="18" charset="0"/>
              </a:rPr>
              <a:t>Mẫu câu dùng để nói về tư cách, lập trường</a:t>
            </a:r>
            <a:r>
              <a:rPr lang="en-US" sz="2400" dirty="0">
                <a:solidFill>
                  <a:srgbClr val="313752"/>
                </a:solidFill>
                <a:latin typeface="SVN-Comic Sans MS" panose="02040603050506020204" pitchFamily="18" charset="0"/>
              </a:rPr>
              <a:t>, </a:t>
            </a:r>
            <a:r>
              <a:rPr lang="en-US" sz="2400" dirty="0" err="1">
                <a:solidFill>
                  <a:srgbClr val="313752"/>
                </a:solidFill>
                <a:latin typeface="SVN-Comic Sans MS" panose="02040603050506020204" pitchFamily="18" charset="0"/>
              </a:rPr>
              <a:t>vai</a:t>
            </a:r>
            <a:r>
              <a:rPr lang="en-US" sz="2400" dirty="0">
                <a:solidFill>
                  <a:srgbClr val="313752"/>
                </a:solidFill>
                <a:latin typeface="SVN-Comic Sans MS" panose="02040603050506020204" pitchFamily="18" charset="0"/>
              </a:rPr>
              <a:t> </a:t>
            </a:r>
            <a:r>
              <a:rPr lang="en-US" sz="2400" dirty="0" err="1">
                <a:solidFill>
                  <a:srgbClr val="313752"/>
                </a:solidFill>
                <a:latin typeface="SVN-Comic Sans MS" panose="02040603050506020204" pitchFamily="18" charset="0"/>
              </a:rPr>
              <a:t>trò</a:t>
            </a:r>
            <a:r>
              <a:rPr lang="vi-VN" sz="2400" dirty="0">
                <a:solidFill>
                  <a:srgbClr val="313752"/>
                </a:solidFill>
                <a:latin typeface="SVN-Comic Sans MS" panose="02040603050506020204" pitchFamily="18" charset="0"/>
              </a:rPr>
              <a:t> của người nào đó, hay thể loại, loại hình của vật/ sự việc gì đó.</a:t>
            </a:r>
          </a:p>
        </p:txBody>
      </p:sp>
      <p:pic>
        <p:nvPicPr>
          <p:cNvPr id="11" name="Picture 10">
            <a:extLst>
              <a:ext uri="{FF2B5EF4-FFF2-40B4-BE49-F238E27FC236}">
                <a16:creationId xmlns:a16="http://schemas.microsoft.com/office/drawing/2014/main" id="{74DB3DF6-4FFB-41CC-EACC-A371EAAC792F}"/>
              </a:ext>
            </a:extLst>
          </p:cNvPr>
          <p:cNvPicPr>
            <a:picLocks noChangeAspect="1"/>
          </p:cNvPicPr>
          <p:nvPr/>
        </p:nvPicPr>
        <p:blipFill>
          <a:blip r:embed="rId4"/>
          <a:stretch>
            <a:fillRect/>
          </a:stretch>
        </p:blipFill>
        <p:spPr>
          <a:xfrm>
            <a:off x="25203" y="3199225"/>
            <a:ext cx="11263129" cy="858887"/>
          </a:xfrm>
          <a:prstGeom prst="rect">
            <a:avLst/>
          </a:prstGeom>
        </p:spPr>
      </p:pic>
      <p:pic>
        <p:nvPicPr>
          <p:cNvPr id="13" name="Picture 12">
            <a:extLst>
              <a:ext uri="{FF2B5EF4-FFF2-40B4-BE49-F238E27FC236}">
                <a16:creationId xmlns:a16="http://schemas.microsoft.com/office/drawing/2014/main" id="{AA6355B3-4289-8985-DA47-3A8B4DEBCEF5}"/>
              </a:ext>
            </a:extLst>
          </p:cNvPr>
          <p:cNvPicPr>
            <a:picLocks noChangeAspect="1"/>
          </p:cNvPicPr>
          <p:nvPr/>
        </p:nvPicPr>
        <p:blipFill>
          <a:blip r:embed="rId5"/>
          <a:stretch>
            <a:fillRect/>
          </a:stretch>
        </p:blipFill>
        <p:spPr>
          <a:xfrm>
            <a:off x="-93225" y="4287584"/>
            <a:ext cx="12219602" cy="858886"/>
          </a:xfrm>
          <a:prstGeom prst="rect">
            <a:avLst/>
          </a:prstGeom>
        </p:spPr>
      </p:pic>
    </p:spTree>
    <p:extLst>
      <p:ext uri="{BB962C8B-B14F-4D97-AF65-F5344CB8AC3E}">
        <p14:creationId xmlns:p14="http://schemas.microsoft.com/office/powerpoint/2010/main" val="291677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8" y="270813"/>
            <a:ext cx="9179005" cy="1068591"/>
            <a:chOff x="1518360" y="439524"/>
            <a:chExt cx="6096139"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～に限る</a:t>
              </a:r>
              <a:endParaRPr kumimoji="0" lang="ja-JP" altLang="en-US" sz="2800" b="0"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0" y="439524"/>
              <a:ext cx="590152"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3</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a:t>
              </a:r>
              <a:r>
                <a:rPr lang="en-US" sz="1600" dirty="0">
                  <a:solidFill>
                    <a:srgbClr val="FFFF00"/>
                  </a:solidFill>
                  <a:latin typeface="Snap ITC" panose="04040A07060A02020202" pitchFamily="82" charset="0"/>
                </a:rPr>
                <a:t>3</a:t>
              </a:r>
              <a:endPar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endParaRPr>
            </a:p>
          </p:txBody>
        </p:sp>
      </p:gr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8" name="Google Shape;1514;p52">
            <a:extLst>
              <a:ext uri="{FF2B5EF4-FFF2-40B4-BE49-F238E27FC236}">
                <a16:creationId xmlns:a16="http://schemas.microsoft.com/office/drawing/2014/main" id="{272D2856-7886-AF9E-F55A-F4514F44A1B4}"/>
              </a:ext>
            </a:extLst>
          </p:cNvPr>
          <p:cNvSpPr/>
          <p:nvPr/>
        </p:nvSpPr>
        <p:spPr>
          <a:xfrm>
            <a:off x="1041582" y="1481087"/>
            <a:ext cx="10365481" cy="2538342"/>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lnSpc>
                <a:spcPct val="150000"/>
              </a:lnSpc>
              <a:defRPr/>
            </a:pPr>
            <a:r>
              <a:rPr kumimoji="0" lang="ja-JP" altLang="en-US" sz="2800" b="0" i="0" u="none" strike="noStrike" kern="0" cap="none" spc="0" normalizeH="0" baseline="0" noProof="0" dirty="0">
                <a:ln>
                  <a:noFill/>
                </a:ln>
                <a:solidFill>
                  <a:srgbClr val="FF0000"/>
                </a:solidFill>
                <a:effectLst/>
                <a:uLnTx/>
                <a:uFillTx/>
                <a:latin typeface="HGSoeiPresenceEB" panose="02020809000000000000" pitchFamily="17" charset="-128"/>
                <a:ea typeface="HGSoeiPresenceEB" panose="02020809000000000000" pitchFamily="17" charset="-128"/>
                <a:cs typeface="Arial"/>
                <a:sym typeface="Arial"/>
              </a:rPr>
              <a:t>接続</a:t>
            </a:r>
            <a:r>
              <a:rPr kumimoji="0" lang="ja-JP" altLang="en-US" sz="2800" b="0" i="0" u="none" strike="noStrike" kern="0" cap="none" spc="0" normalizeH="0" baseline="0" noProof="0" dirty="0">
                <a:ln>
                  <a:noFill/>
                </a:ln>
                <a:solidFill>
                  <a:srgbClr val="000000"/>
                </a:solidFill>
                <a:effectLst/>
                <a:uLnTx/>
                <a:uFillTx/>
                <a:latin typeface="HGSoeiPresenceEB" panose="02020809000000000000" pitchFamily="17" charset="-128"/>
                <a:ea typeface="HGSoeiPresenceEB" panose="02020809000000000000" pitchFamily="17" charset="-128"/>
                <a:cs typeface="Arial"/>
                <a:sym typeface="Arial"/>
              </a:rPr>
              <a:t>： </a:t>
            </a:r>
            <a:r>
              <a:rPr lang="ja-JP" altLang="en-US" sz="2800" dirty="0">
                <a:solidFill>
                  <a:srgbClr val="00B050"/>
                </a:solidFill>
                <a:latin typeface="HGSoeiPresenceEB" panose="02020809000000000000" pitchFamily="17" charset="-128"/>
                <a:ea typeface="HGSoeiPresenceEB" panose="02020809000000000000" pitchFamily="17" charset="-128"/>
              </a:rPr>
              <a:t>① ～</a:t>
            </a:r>
            <a:r>
              <a:rPr lang="en-US" altLang="ja-JP" sz="2800" kern="0" dirty="0">
                <a:solidFill>
                  <a:srgbClr val="00B050"/>
                </a:solidFill>
                <a:latin typeface="HGSoeiPresenceEB" panose="02020809000000000000" pitchFamily="17" charset="-128"/>
                <a:ea typeface="HGSoeiPresenceEB" panose="02020809000000000000" pitchFamily="17" charset="-128"/>
                <a:cs typeface="Arial"/>
                <a:sym typeface="Arial"/>
              </a:rPr>
              <a:t>N</a:t>
            </a:r>
            <a:r>
              <a:rPr lang="ja-JP" altLang="en-US" sz="2800" kern="0" dirty="0">
                <a:solidFill>
                  <a:srgbClr val="00B050"/>
                </a:solidFill>
                <a:latin typeface="HGSoeiPresenceEB" panose="02020809000000000000" pitchFamily="17" charset="-128"/>
                <a:ea typeface="HGSoeiPresenceEB" panose="02020809000000000000" pitchFamily="17" charset="-128"/>
                <a:cs typeface="Arial"/>
                <a:sym typeface="Arial"/>
              </a:rPr>
              <a:t>＋</a:t>
            </a:r>
            <a:r>
              <a:rPr lang="ja-JP" altLang="en-US" sz="2800" kern="0" dirty="0">
                <a:solidFill>
                  <a:srgbClr val="FF0000"/>
                </a:solidFill>
                <a:latin typeface="HGSoeiPresenceEB" panose="02020809000000000000" pitchFamily="17" charset="-128"/>
                <a:ea typeface="HGSoeiPresenceEB" panose="02020809000000000000" pitchFamily="17" charset="-128"/>
                <a:cs typeface="Arial"/>
                <a:sym typeface="Arial"/>
              </a:rPr>
              <a:t>に限り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chỉ</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trong</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giới</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hạn</a:t>
            </a:r>
            <a:endPar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endParaRPr>
          </a:p>
          <a:p>
            <a:pPr lvl="0" defTabSz="685800">
              <a:lnSpc>
                <a:spcPct val="150000"/>
              </a:lnSpc>
              <a:defRPr/>
            </a:pP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lang="ja-JP" altLang="en-US" sz="2800" dirty="0">
                <a:solidFill>
                  <a:srgbClr val="00B050"/>
                </a:solidFill>
                <a:latin typeface="HGSoeiPresenceEB" panose="02020809000000000000" pitchFamily="17" charset="-128"/>
                <a:ea typeface="HGSoeiPresenceEB" panose="02020809000000000000" pitchFamily="17" charset="-128"/>
              </a:rPr>
              <a:t>②</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lang="ja-JP" altLang="en-US" sz="2800" kern="0" dirty="0">
                <a:solidFill>
                  <a:srgbClr val="00B050"/>
                </a:solidFill>
                <a:latin typeface="SVN-Comic Sans MS" panose="02040603050506020204" pitchFamily="18" charset="0"/>
                <a:ea typeface="HGSoeiPresenceEB" panose="02020809000000000000" pitchFamily="17" charset="-128"/>
                <a:cs typeface="Arial"/>
                <a:sym typeface="Arial"/>
              </a:rPr>
              <a:t>～</a:t>
            </a:r>
            <a:r>
              <a:rPr lang="en-US" altLang="ja-JP" sz="2800" kern="0" dirty="0">
                <a:solidFill>
                  <a:srgbClr val="00B050"/>
                </a:solidFill>
                <a:latin typeface="SVN-Comic Sans MS" panose="02040603050506020204" pitchFamily="18" charset="0"/>
                <a:ea typeface="HGSoeiPresenceEB" panose="02020809000000000000" pitchFamily="17" charset="-128"/>
                <a:cs typeface="Arial"/>
                <a:sym typeface="Arial"/>
              </a:rPr>
              <a:t>N</a:t>
            </a:r>
            <a:r>
              <a:rPr lang="ja-JP" altLang="en-US" sz="2800" kern="0" dirty="0">
                <a:solidFill>
                  <a:srgbClr val="00B050"/>
                </a:solidFill>
                <a:latin typeface="SVN-Comic Sans MS" panose="02040603050506020204" pitchFamily="18" charset="0"/>
                <a:ea typeface="HGSoeiPresenceEB" panose="02020809000000000000" pitchFamily="17" charset="-128"/>
                <a:cs typeface="Arial"/>
                <a:sym typeface="Arial"/>
              </a:rPr>
              <a:t>＋</a:t>
            </a:r>
            <a:r>
              <a:rPr lang="ja-JP" altLang="en-US" sz="2800" kern="0" dirty="0">
                <a:solidFill>
                  <a:srgbClr val="FF0000"/>
                </a:solidFill>
                <a:latin typeface="SVN-Comic Sans MS" panose="02040603050506020204" pitchFamily="18" charset="0"/>
                <a:ea typeface="HGSoeiPresenceEB" panose="02020809000000000000" pitchFamily="17" charset="-128"/>
                <a:cs typeface="Arial"/>
                <a:sym typeface="Arial"/>
              </a:rPr>
              <a:t>に限って      </a:t>
            </a:r>
            <a:r>
              <a:rPr lang="en-US" altLang="ja-JP" sz="2800" dirty="0" err="1">
                <a:solidFill>
                  <a:srgbClr val="7030A0"/>
                </a:solidFill>
                <a:latin typeface="SVN-Comic Sans MS" panose="02040603050506020204" pitchFamily="18" charset="0"/>
                <a:ea typeface="HGSoeiPresenceEB" panose="02020809000000000000" pitchFamily="17" charset="-128"/>
              </a:rPr>
              <a:t>Đúng</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vào</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N~</a:t>
            </a:r>
          </a:p>
          <a:p>
            <a:pPr lvl="0" defTabSz="685800">
              <a:lnSpc>
                <a:spcPct val="150000"/>
              </a:lnSpc>
              <a:defRPr/>
            </a:pP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ja-JP" altLang="en-US"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ja-JP" altLang="en-US" sz="2800" dirty="0">
                <a:solidFill>
                  <a:srgbClr val="7030A0"/>
                </a:solidFill>
                <a:latin typeface="SVN-Comic Sans MS" panose="02040603050506020204" pitchFamily="18" charset="0"/>
                <a:ea typeface="HGSoeiPresenceEB" panose="02020809000000000000" pitchFamily="17" charset="-128"/>
              </a:rPr>
              <a:t>   </a:t>
            </a:r>
            <a:r>
              <a:rPr lang="ja-JP" altLang="en-US" sz="2800" dirty="0">
                <a:solidFill>
                  <a:srgbClr val="00B050"/>
                </a:solidFill>
                <a:latin typeface="HGSoeiPresenceEB" panose="02020809000000000000" pitchFamily="17" charset="-128"/>
                <a:ea typeface="HGSoeiPresenceEB" panose="02020809000000000000" pitchFamily="17" charset="-128"/>
              </a:rPr>
              <a:t>③</a:t>
            </a:r>
            <a:r>
              <a:rPr lang="en-US" altLang="ja-JP" sz="2800" dirty="0">
                <a:solidFill>
                  <a:srgbClr val="00B050"/>
                </a:solidFill>
                <a:latin typeface="SVN-Comic Sans MS" panose="02040603050506020204" pitchFamily="18" charset="0"/>
                <a:ea typeface="HGSoeiPresenceEB" panose="02020809000000000000" pitchFamily="17" charset="-128"/>
              </a:rPr>
              <a:t>V-</a:t>
            </a:r>
            <a:r>
              <a:rPr lang="ja-JP" altLang="en-US" sz="2800" dirty="0">
                <a:solidFill>
                  <a:srgbClr val="00B050"/>
                </a:solidFill>
                <a:latin typeface="SVN-Comic Sans MS" panose="02040603050506020204" pitchFamily="18" charset="0"/>
                <a:ea typeface="HGSoeiPresenceEB" panose="02020809000000000000" pitchFamily="17" charset="-128"/>
              </a:rPr>
              <a:t>辞書形・</a:t>
            </a:r>
            <a:r>
              <a:rPr lang="en-US" altLang="ja-JP" sz="2800" dirty="0">
                <a:solidFill>
                  <a:srgbClr val="00B050"/>
                </a:solidFill>
                <a:latin typeface="SVN-Comic Sans MS" panose="02040603050506020204" pitchFamily="18" charset="0"/>
                <a:ea typeface="HGSoeiPresenceEB" panose="02020809000000000000" pitchFamily="17" charset="-128"/>
              </a:rPr>
              <a:t>V</a:t>
            </a:r>
            <a:r>
              <a:rPr lang="ja-JP" altLang="en-US" sz="2800" dirty="0">
                <a:solidFill>
                  <a:srgbClr val="00B050"/>
                </a:solidFill>
                <a:latin typeface="SVN-Comic Sans MS" panose="02040603050506020204" pitchFamily="18" charset="0"/>
                <a:ea typeface="HGSoeiPresenceEB" panose="02020809000000000000" pitchFamily="17" charset="-128"/>
              </a:rPr>
              <a:t>ない</a:t>
            </a:r>
            <a:endParaRPr lang="en-US" altLang="ja-JP" sz="2800" dirty="0">
              <a:solidFill>
                <a:srgbClr val="00B050"/>
              </a:solidFill>
              <a:latin typeface="SVN-Comic Sans MS" panose="02040603050506020204" pitchFamily="18" charset="0"/>
              <a:ea typeface="HGSoeiPresenceEB" panose="02020809000000000000" pitchFamily="17" charset="-128"/>
            </a:endParaRPr>
          </a:p>
          <a:p>
            <a:pPr lvl="0" defTabSz="685800">
              <a:lnSpc>
                <a:spcPct val="150000"/>
              </a:lnSpc>
              <a:defRPr/>
            </a:pPr>
            <a:r>
              <a:rPr lang="en-US" altLang="ja-JP" sz="2800" dirty="0">
                <a:solidFill>
                  <a:srgbClr val="00B050"/>
                </a:solidFill>
                <a:latin typeface="SVN-Comic Sans MS" panose="02040603050506020204" pitchFamily="18" charset="0"/>
                <a:ea typeface="HGSoeiPresenceEB" panose="02020809000000000000" pitchFamily="17" charset="-128"/>
              </a:rPr>
              <a:t>                   A</a:t>
            </a:r>
            <a:r>
              <a:rPr lang="ja-JP" altLang="en-US" sz="2800" dirty="0">
                <a:solidFill>
                  <a:srgbClr val="00B050"/>
                </a:solidFill>
                <a:latin typeface="SVN-Comic Sans MS" panose="02040603050506020204" pitchFamily="18" charset="0"/>
                <a:ea typeface="HGSoeiPresenceEB" panose="02020809000000000000" pitchFamily="17" charset="-128"/>
              </a:rPr>
              <a:t>い／ナ</a:t>
            </a:r>
            <a:r>
              <a:rPr lang="en-US" altLang="ja-JP" sz="2800" dirty="0">
                <a:solidFill>
                  <a:srgbClr val="00B050"/>
                </a:solidFill>
                <a:latin typeface="SVN-Comic Sans MS" panose="02040603050506020204" pitchFamily="18" charset="0"/>
                <a:ea typeface="HGSoeiPresenceEB" panose="02020809000000000000" pitchFamily="17" charset="-128"/>
              </a:rPr>
              <a:t>A</a:t>
            </a:r>
            <a:r>
              <a:rPr lang="ja-JP" altLang="en-US" sz="2800" dirty="0">
                <a:solidFill>
                  <a:srgbClr val="00B050"/>
                </a:solidFill>
                <a:latin typeface="SVN-Comic Sans MS" panose="02040603050506020204" pitchFamily="18" charset="0"/>
                <a:ea typeface="HGSoeiPresenceEB" panose="02020809000000000000" pitchFamily="17" charset="-128"/>
              </a:rPr>
              <a:t>／</a:t>
            </a:r>
            <a:r>
              <a:rPr lang="en-US" altLang="ja-JP" sz="2800" dirty="0">
                <a:solidFill>
                  <a:srgbClr val="00B050"/>
                </a:solidFill>
                <a:latin typeface="SVN-Comic Sans MS" panose="02040603050506020204" pitchFamily="18" charset="0"/>
                <a:ea typeface="HGSoeiPresenceEB" panose="02020809000000000000" pitchFamily="17" charset="-128"/>
              </a:rPr>
              <a:t>N</a:t>
            </a:r>
            <a:r>
              <a:rPr lang="ja-JP" altLang="en-US"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ja-JP" altLang="en-US" sz="2800" kern="0" dirty="0">
                <a:solidFill>
                  <a:srgbClr val="00B050"/>
                </a:solidFill>
                <a:latin typeface="SVN-Comic Sans MS" panose="02040603050506020204" pitchFamily="18" charset="0"/>
                <a:ea typeface="HGSoeiPresenceEB" panose="02020809000000000000" pitchFamily="17" charset="-128"/>
                <a:cs typeface="Arial"/>
                <a:sym typeface="Arial"/>
              </a:rPr>
              <a:t>～</a:t>
            </a:r>
            <a:r>
              <a:rPr lang="ja-JP" altLang="en-US" sz="2800" kern="0" dirty="0">
                <a:solidFill>
                  <a:srgbClr val="FF0000"/>
                </a:solidFill>
                <a:latin typeface="SVN-Comic Sans MS" panose="02040603050506020204" pitchFamily="18" charset="0"/>
                <a:ea typeface="HGSoeiPresenceEB" panose="02020809000000000000" pitchFamily="17" charset="-128"/>
                <a:cs typeface="Arial"/>
                <a:sym typeface="Arial"/>
              </a:rPr>
              <a:t>に限る</a:t>
            </a:r>
            <a:r>
              <a:rPr lang="ja-JP" altLang="en-US" sz="2800" kern="0" dirty="0">
                <a:solidFill>
                  <a:srgbClr val="00B050"/>
                </a:solidFill>
                <a:latin typeface="SVN-Comic Sans MS" panose="02040603050506020204" pitchFamily="18" charset="0"/>
                <a:ea typeface="HGSoeiPresenceEB" panose="02020809000000000000" pitchFamily="17" charset="-128"/>
                <a:cs typeface="Arial"/>
                <a:sym typeface="Arial"/>
              </a:rPr>
              <a:t> </a:t>
            </a:r>
            <a:r>
              <a:rPr lang="ja-JP" altLang="en-US" sz="2800" kern="0" dirty="0">
                <a:solidFill>
                  <a:srgbClr val="FF0000"/>
                </a:solidFill>
                <a:latin typeface="SVN-Comic Sans MS" panose="02040603050506020204" pitchFamily="18" charset="0"/>
                <a:ea typeface="HGSoeiPresenceEB" panose="02020809000000000000" pitchFamily="17" charset="-128"/>
                <a:cs typeface="Arial"/>
                <a:sym typeface="Arial"/>
              </a:rPr>
              <a:t>      </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là</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nhất</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(ý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kiến</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chủ</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 </a:t>
            </a:r>
            <a:r>
              <a:rPr lang="en-US" altLang="ja-JP" sz="2800" kern="0" dirty="0" err="1">
                <a:solidFill>
                  <a:srgbClr val="7030A0"/>
                </a:solidFill>
                <a:latin typeface="SVN-Comic Sans MS" panose="02040603050506020204" pitchFamily="18" charset="0"/>
                <a:ea typeface="HGSoeiPresenceEB" panose="02020809000000000000" pitchFamily="17" charset="-128"/>
                <a:cs typeface="Arial"/>
                <a:sym typeface="Arial"/>
              </a:rPr>
              <a:t>quan</a:t>
            </a:r>
            <a:r>
              <a:rPr lang="en-US" altLang="ja-JP" sz="2800" kern="0" dirty="0">
                <a:solidFill>
                  <a:srgbClr val="7030A0"/>
                </a:solidFill>
                <a:latin typeface="SVN-Comic Sans MS" panose="02040603050506020204" pitchFamily="18" charset="0"/>
                <a:ea typeface="HGSoeiPresenceEB" panose="02020809000000000000" pitchFamily="17" charset="-128"/>
                <a:cs typeface="Arial"/>
                <a:sym typeface="Arial"/>
              </a:rPr>
              <a:t>)</a:t>
            </a:r>
            <a:endPar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endParaRPr>
          </a:p>
        </p:txBody>
      </p:sp>
      <p:sp>
        <p:nvSpPr>
          <p:cNvPr id="7" name="TextBox 6">
            <a:extLst>
              <a:ext uri="{FF2B5EF4-FFF2-40B4-BE49-F238E27FC236}">
                <a16:creationId xmlns:a16="http://schemas.microsoft.com/office/drawing/2014/main" id="{11002FBD-B109-4D90-A5E8-4E83909882F0}"/>
              </a:ext>
            </a:extLst>
          </p:cNvPr>
          <p:cNvSpPr txBox="1"/>
          <p:nvPr/>
        </p:nvSpPr>
        <p:spPr>
          <a:xfrm>
            <a:off x="839755" y="4161112"/>
            <a:ext cx="9834744" cy="2593980"/>
          </a:xfrm>
          <a:prstGeom prst="rect">
            <a:avLst/>
          </a:prstGeom>
          <a:noFill/>
        </p:spPr>
        <p:txBody>
          <a:bodyPr wrap="none" rtlCol="0">
            <a:spAutoFit/>
          </a:bodyPr>
          <a:lstStyle/>
          <a:p>
            <a:pPr>
              <a:lnSpc>
                <a:spcPct val="150000"/>
              </a:lnSpc>
            </a:pPr>
            <a:r>
              <a:rPr lang="ja-JP" altLang="en-US" sz="2800" dirty="0"/>
              <a:t>①この券をご持参のお客様に限り、</a:t>
            </a:r>
            <a:r>
              <a:rPr lang="en-US" altLang="ja-JP" sz="2800" dirty="0"/>
              <a:t>200</a:t>
            </a:r>
            <a:r>
              <a:rPr lang="ja-JP" altLang="en-US" sz="2800" dirty="0"/>
              <a:t>円割引いたします。</a:t>
            </a:r>
            <a:endParaRPr lang="en-US" altLang="ja-JP" sz="2800" dirty="0"/>
          </a:p>
          <a:p>
            <a:pPr>
              <a:lnSpc>
                <a:spcPct val="150000"/>
              </a:lnSpc>
            </a:pPr>
            <a:r>
              <a:rPr lang="ja-JP" altLang="en-US" sz="2800" dirty="0"/>
              <a:t>②参加者は女性に限る。</a:t>
            </a:r>
            <a:endParaRPr lang="en-US" altLang="ja-JP" sz="2800" dirty="0"/>
          </a:p>
          <a:p>
            <a:pPr>
              <a:lnSpc>
                <a:spcPct val="150000"/>
              </a:lnSpc>
            </a:pPr>
            <a:r>
              <a:rPr lang="ja-JP" altLang="en-US" sz="2800" dirty="0"/>
              <a:t>③傘を持っていない日に限って、雨が降る。</a:t>
            </a:r>
            <a:endParaRPr lang="en-US" altLang="ja-JP" sz="2800" dirty="0"/>
          </a:p>
          <a:p>
            <a:pPr>
              <a:lnSpc>
                <a:spcPct val="150000"/>
              </a:lnSpc>
            </a:pPr>
            <a:r>
              <a:rPr lang="ja-JP" altLang="en-US" sz="2800" dirty="0"/>
              <a:t>④遅刻してはいけないときに限って、寝坊してしまう。</a:t>
            </a:r>
            <a:endParaRPr lang="en-US" sz="2800" dirty="0"/>
          </a:p>
        </p:txBody>
      </p:sp>
    </p:spTree>
    <p:extLst>
      <p:ext uri="{BB962C8B-B14F-4D97-AF65-F5344CB8AC3E}">
        <p14:creationId xmlns:p14="http://schemas.microsoft.com/office/powerpoint/2010/main" val="4810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8" y="270813"/>
            <a:ext cx="9179005" cy="1068591"/>
            <a:chOff x="1518360" y="439524"/>
            <a:chExt cx="6096139"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～に限る</a:t>
              </a:r>
              <a:endParaRPr kumimoji="0" lang="ja-JP" altLang="en-US" sz="2800" b="0"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0" y="439524"/>
              <a:ext cx="590152"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3</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.3</a:t>
              </a:r>
            </a:p>
          </p:txBody>
        </p:sp>
      </p:gr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8" name="Google Shape;1514;p52">
            <a:extLst>
              <a:ext uri="{FF2B5EF4-FFF2-40B4-BE49-F238E27FC236}">
                <a16:creationId xmlns:a16="http://schemas.microsoft.com/office/drawing/2014/main" id="{272D2856-7886-AF9E-F55A-F4514F44A1B4}"/>
              </a:ext>
            </a:extLst>
          </p:cNvPr>
          <p:cNvSpPr/>
          <p:nvPr/>
        </p:nvSpPr>
        <p:spPr>
          <a:xfrm>
            <a:off x="1041582" y="1481087"/>
            <a:ext cx="10365481" cy="2538342"/>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marL="0" marR="0" lvl="0" indent="0" algn="l" defTabSz="685800" rtl="0" eaLnBrk="1" fontAlgn="auto" latinLnBrk="0" hangingPunct="1">
              <a:lnSpc>
                <a:spcPct val="150000"/>
              </a:lnSpc>
              <a:spcBef>
                <a:spcPts val="0"/>
              </a:spcBef>
              <a:spcAft>
                <a:spcPts val="0"/>
              </a:spcAft>
              <a:buClr>
                <a:srgbClr val="000000"/>
              </a:buClr>
              <a:buSzTx/>
              <a:buFont typeface="Arial"/>
              <a:buNone/>
              <a:tabLst/>
              <a:defRPr/>
            </a:pPr>
            <a:r>
              <a:rPr kumimoji="0" lang="ja-JP" altLang="en-US" sz="2800" b="0" i="0" u="none" strike="noStrike" kern="0" cap="none" spc="0" normalizeH="0" baseline="0" noProof="0" dirty="0">
                <a:ln>
                  <a:noFill/>
                </a:ln>
                <a:solidFill>
                  <a:srgbClr val="FF0000"/>
                </a:solidFill>
                <a:effectLst/>
                <a:uLnTx/>
                <a:uFillTx/>
                <a:latin typeface="HGSoeiPresenceEB" panose="02020809000000000000" pitchFamily="17" charset="-128"/>
                <a:ea typeface="HGSoeiPresenceEB" panose="02020809000000000000" pitchFamily="17" charset="-128"/>
                <a:cs typeface="Arial"/>
                <a:sym typeface="Arial"/>
              </a:rPr>
              <a:t>接続</a:t>
            </a:r>
            <a:r>
              <a:rPr kumimoji="0" lang="ja-JP" altLang="en-US" sz="2800" b="0" i="0" u="none" strike="noStrike" kern="0" cap="none" spc="0" normalizeH="0" baseline="0" noProof="0" dirty="0">
                <a:ln>
                  <a:noFill/>
                </a:ln>
                <a:solidFill>
                  <a:srgbClr val="000000"/>
                </a:solidFill>
                <a:effectLst/>
                <a:uLnTx/>
                <a:uFillTx/>
                <a:latin typeface="HGSoeiPresenceEB" panose="02020809000000000000" pitchFamily="17" charset="-128"/>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00B050"/>
                </a:solidFill>
                <a:effectLst/>
                <a:uLnTx/>
                <a:uFillTx/>
                <a:latin typeface="HGSoeiPresenceEB" panose="02020809000000000000" pitchFamily="17" charset="-128"/>
                <a:ea typeface="HGSoeiPresenceEB" panose="02020809000000000000" pitchFamily="17" charset="-128"/>
                <a:cs typeface="Arial"/>
                <a:sym typeface="Arial"/>
              </a:rPr>
              <a:t>① ～</a:t>
            </a:r>
            <a:r>
              <a:rPr kumimoji="0" lang="en-US" altLang="ja-JP" sz="2800" b="0" i="0" u="none" strike="noStrike" kern="0" cap="none" spc="0" normalizeH="0" baseline="0" noProof="0" dirty="0">
                <a:ln>
                  <a:noFill/>
                </a:ln>
                <a:solidFill>
                  <a:srgbClr val="00B050"/>
                </a:solidFill>
                <a:effectLst/>
                <a:uLnTx/>
                <a:uFillTx/>
                <a:latin typeface="HGSoeiPresenceEB" panose="02020809000000000000" pitchFamily="17" charset="-128"/>
                <a:ea typeface="HGSoeiPresenceEB" panose="02020809000000000000" pitchFamily="17" charset="-128"/>
                <a:cs typeface="Arial"/>
                <a:sym typeface="Arial"/>
              </a:rPr>
              <a:t>N</a:t>
            </a:r>
            <a:r>
              <a:rPr kumimoji="0" lang="ja-JP" altLang="en-US" sz="2800" b="0" i="0" u="none" strike="noStrike" kern="0" cap="none" spc="0" normalizeH="0" baseline="0" noProof="0" dirty="0">
                <a:ln>
                  <a:noFill/>
                </a:ln>
                <a:solidFill>
                  <a:srgbClr val="00B050"/>
                </a:solidFill>
                <a:effectLst/>
                <a:uLnTx/>
                <a:uFillTx/>
                <a:latin typeface="HGSoeiPresenceEB" panose="02020809000000000000" pitchFamily="17" charset="-128"/>
                <a:ea typeface="HGSoeiPresenceEB" panose="02020809000000000000" pitchFamily="17" charset="-128"/>
                <a:cs typeface="Arial"/>
                <a:sym typeface="Arial"/>
              </a:rPr>
              <a:t>＋</a:t>
            </a:r>
            <a:r>
              <a:rPr kumimoji="0" lang="ja-JP" altLang="en-US" sz="2800" b="0" i="0" u="none" strike="noStrike" kern="0" cap="none" spc="0" normalizeH="0" baseline="0" noProof="0" dirty="0">
                <a:ln>
                  <a:noFill/>
                </a:ln>
                <a:solidFill>
                  <a:srgbClr val="FF0000"/>
                </a:solidFill>
                <a:effectLst/>
                <a:uLnTx/>
                <a:uFillTx/>
                <a:latin typeface="HGSoeiPresenceEB" panose="02020809000000000000" pitchFamily="17" charset="-128"/>
                <a:ea typeface="HGSoeiPresenceEB" panose="02020809000000000000" pitchFamily="17" charset="-128"/>
                <a:cs typeface="Arial"/>
                <a:sym typeface="Arial"/>
              </a:rPr>
              <a:t>に限り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chỉ</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trong</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giới</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hạn</a:t>
            </a:r>
            <a:endPar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endParaRPr>
          </a:p>
          <a:p>
            <a:pPr marL="0" marR="0" lvl="0" indent="0" algn="l" defTabSz="685800" rtl="0" eaLnBrk="1" fontAlgn="auto" latinLnBrk="0" hangingPunct="1">
              <a:lnSpc>
                <a:spcPct val="150000"/>
              </a:lnSpc>
              <a:spcBef>
                <a:spcPts val="0"/>
              </a:spcBef>
              <a:spcAft>
                <a:spcPts val="0"/>
              </a:spcAft>
              <a:buClr>
                <a:srgbClr val="000000"/>
              </a:buClr>
              <a:buSzTx/>
              <a:buFont typeface="Arial"/>
              <a:buNone/>
              <a:tabLst/>
              <a:defRPr/>
            </a:pP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00B050"/>
                </a:solidFill>
                <a:effectLst/>
                <a:uLnTx/>
                <a:uFillTx/>
                <a:latin typeface="HGSoeiPresenceEB" panose="02020809000000000000" pitchFamily="17" charset="-128"/>
                <a:ea typeface="HGSoeiPresenceEB" panose="02020809000000000000" pitchFamily="17" charset="-128"/>
                <a:cs typeface="Arial"/>
                <a:sym typeface="Arial"/>
              </a:rPr>
              <a:t>②</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a:t>
            </a:r>
            <a:r>
              <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N</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a:t>
            </a:r>
            <a:r>
              <a:rPr kumimoji="0" lang="ja-JP" altLang="en-US" sz="2800" b="0" i="0" u="none" strike="noStrike" kern="0" cap="none" spc="0" normalizeH="0" baseline="0" noProof="0" dirty="0">
                <a:ln>
                  <a:noFill/>
                </a:ln>
                <a:solidFill>
                  <a:srgbClr val="FF0000"/>
                </a:solidFill>
                <a:effectLst/>
                <a:uLnTx/>
                <a:uFillTx/>
                <a:latin typeface="SVN-Comic Sans MS" panose="02040603050506020204" pitchFamily="18" charset="0"/>
                <a:ea typeface="HGSoeiPresenceEB" panose="02020809000000000000" pitchFamily="17" charset="-128"/>
                <a:cs typeface="Arial"/>
                <a:sym typeface="Arial"/>
              </a:rPr>
              <a:t>に限って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Đúng</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vào</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N~</a:t>
            </a:r>
          </a:p>
          <a:p>
            <a:pPr marL="0" marR="0" lvl="0" indent="0" algn="l" defTabSz="685800" rtl="0" eaLnBrk="1" fontAlgn="auto" latinLnBrk="0" hangingPunct="1">
              <a:lnSpc>
                <a:spcPct val="150000"/>
              </a:lnSpc>
              <a:spcBef>
                <a:spcPts val="0"/>
              </a:spcBef>
              <a:spcAft>
                <a:spcPts val="0"/>
              </a:spcAft>
              <a:buClr>
                <a:srgbClr val="000000"/>
              </a:buClr>
              <a:buSzTx/>
              <a:buFont typeface="Arial"/>
              <a:buNone/>
              <a:tabLst/>
              <a:defRPr/>
            </a:pP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00B050"/>
                </a:solidFill>
                <a:effectLst/>
                <a:uLnTx/>
                <a:uFillTx/>
                <a:latin typeface="HGSoeiPresenceEB" panose="02020809000000000000" pitchFamily="17" charset="-128"/>
                <a:ea typeface="HGSoeiPresenceEB" panose="02020809000000000000" pitchFamily="17" charset="-128"/>
                <a:cs typeface="Arial"/>
                <a:sym typeface="Arial"/>
              </a:rPr>
              <a:t>③</a:t>
            </a:r>
            <a:r>
              <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V-</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辞書形・</a:t>
            </a:r>
            <a:r>
              <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V</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ない</a:t>
            </a:r>
            <a:endPar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endParaRPr>
          </a:p>
          <a:p>
            <a:pPr marL="0" marR="0" lvl="0" indent="0" algn="l" defTabSz="685800" rtl="0" eaLnBrk="1" fontAlgn="auto" latinLnBrk="0" hangingPunct="1">
              <a:lnSpc>
                <a:spcPct val="150000"/>
              </a:lnSpc>
              <a:spcBef>
                <a:spcPts val="0"/>
              </a:spcBef>
              <a:spcAft>
                <a:spcPts val="0"/>
              </a:spcAft>
              <a:buClr>
                <a:srgbClr val="000000"/>
              </a:buClr>
              <a:buSzTx/>
              <a:buFont typeface="Arial"/>
              <a:buNone/>
              <a:tabLst/>
              <a:defRPr/>
            </a:pPr>
            <a:r>
              <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                   A</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い／ナ</a:t>
            </a:r>
            <a:r>
              <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A</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a:t>
            </a:r>
            <a:r>
              <a:rPr kumimoji="0" lang="en-US" altLang="ja-JP"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N</a:t>
            </a:r>
            <a:r>
              <a:rPr kumimoji="0" lang="ja-JP" altLang="en-US"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a:t>
            </a:r>
            <a:r>
              <a:rPr kumimoji="0" lang="ja-JP" altLang="en-US" sz="2800" b="0" i="0" u="none" strike="noStrike" kern="0" cap="none" spc="0" normalizeH="0" baseline="0" noProof="0" dirty="0">
                <a:ln>
                  <a:noFill/>
                </a:ln>
                <a:solidFill>
                  <a:srgbClr val="FF0000"/>
                </a:solidFill>
                <a:effectLst/>
                <a:uLnTx/>
                <a:uFillTx/>
                <a:latin typeface="SVN-Comic Sans MS" panose="02040603050506020204" pitchFamily="18" charset="0"/>
                <a:ea typeface="HGSoeiPresenceEB" panose="02020809000000000000" pitchFamily="17" charset="-128"/>
                <a:cs typeface="Arial"/>
                <a:sym typeface="Arial"/>
              </a:rPr>
              <a:t>に限る</a:t>
            </a:r>
            <a:r>
              <a:rPr kumimoji="0" lang="ja-JP" altLang="en-US" sz="2800" b="0" i="0" u="none" strike="noStrike" kern="0" cap="none" spc="0" normalizeH="0" baseline="0" noProof="0" dirty="0">
                <a:ln>
                  <a:noFill/>
                </a:ln>
                <a:solidFill>
                  <a:srgbClr val="00B050"/>
                </a:solidFill>
                <a:effectLst/>
                <a:uLnTx/>
                <a:uFillTx/>
                <a:latin typeface="SVN-Comic Sans MS" panose="02040603050506020204" pitchFamily="18" charset="0"/>
                <a:ea typeface="HGSoeiPresenceEB" panose="02020809000000000000" pitchFamily="17" charset="-128"/>
                <a:cs typeface="Arial"/>
                <a:sym typeface="Arial"/>
              </a:rPr>
              <a:t> </a:t>
            </a:r>
            <a:r>
              <a:rPr kumimoji="0" lang="ja-JP" altLang="en-US" sz="2800" b="0" i="0" u="none" strike="noStrike" kern="0" cap="none" spc="0" normalizeH="0" baseline="0" noProof="0" dirty="0">
                <a:ln>
                  <a:noFill/>
                </a:ln>
                <a:solidFill>
                  <a:srgbClr val="FF000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là</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nhất</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(ý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kiến</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chủ</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 </a:t>
            </a:r>
            <a:r>
              <a:rPr kumimoji="0" lang="en-US" altLang="ja-JP" sz="2800" b="0" i="0" u="none" strike="noStrike" kern="0" cap="none" spc="0" normalizeH="0" baseline="0" noProof="0" dirty="0" err="1">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quan</a:t>
            </a:r>
            <a:r>
              <a:rPr kumimoji="0" lang="en-US" altLang="ja-JP" sz="2800" b="0" i="0" u="none" strike="noStrike" kern="0" cap="none" spc="0" normalizeH="0" baseline="0" noProof="0" dirty="0">
                <a:ln>
                  <a:noFill/>
                </a:ln>
                <a:solidFill>
                  <a:srgbClr val="7030A0"/>
                </a:solidFill>
                <a:effectLst/>
                <a:uLnTx/>
                <a:uFillTx/>
                <a:latin typeface="SVN-Comic Sans MS" panose="02040603050506020204" pitchFamily="18" charset="0"/>
                <a:ea typeface="HGSoeiPresenceEB" panose="02020809000000000000" pitchFamily="17" charset="-128"/>
                <a:cs typeface="Arial"/>
                <a:sym typeface="Arial"/>
              </a:rPr>
              <a:t>)</a:t>
            </a:r>
          </a:p>
        </p:txBody>
      </p:sp>
      <p:pic>
        <p:nvPicPr>
          <p:cNvPr id="10" name="Picture 9">
            <a:extLst>
              <a:ext uri="{FF2B5EF4-FFF2-40B4-BE49-F238E27FC236}">
                <a16:creationId xmlns:a16="http://schemas.microsoft.com/office/drawing/2014/main" id="{23027CA8-9776-15BF-EB23-5AAD13845075}"/>
              </a:ext>
            </a:extLst>
          </p:cNvPr>
          <p:cNvPicPr>
            <a:picLocks noChangeAspect="1"/>
          </p:cNvPicPr>
          <p:nvPr/>
        </p:nvPicPr>
        <p:blipFill>
          <a:blip r:embed="rId4"/>
          <a:stretch>
            <a:fillRect/>
          </a:stretch>
        </p:blipFill>
        <p:spPr>
          <a:xfrm>
            <a:off x="303923" y="4335963"/>
            <a:ext cx="9753052" cy="1689040"/>
          </a:xfrm>
          <a:prstGeom prst="rect">
            <a:avLst/>
          </a:prstGeom>
        </p:spPr>
      </p:pic>
    </p:spTree>
    <p:extLst>
      <p:ext uri="{BB962C8B-B14F-4D97-AF65-F5344CB8AC3E}">
        <p14:creationId xmlns:p14="http://schemas.microsoft.com/office/powerpoint/2010/main" val="46119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8" y="270813"/>
            <a:ext cx="9179005" cy="1068591"/>
            <a:chOff x="1518360" y="439524"/>
            <a:chExt cx="6096139"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～に限る</a:t>
              </a:r>
              <a:endParaRPr kumimoji="0" lang="ja-JP" altLang="en-US" sz="2800" b="0"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0" y="439524"/>
              <a:ext cx="590152"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3</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.3</a:t>
              </a:r>
            </a:p>
          </p:txBody>
        </p:sp>
      </p:gr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8" name="Google Shape;1514;p52">
            <a:extLst>
              <a:ext uri="{FF2B5EF4-FFF2-40B4-BE49-F238E27FC236}">
                <a16:creationId xmlns:a16="http://schemas.microsoft.com/office/drawing/2014/main" id="{272D2856-7886-AF9E-F55A-F4514F44A1B4}"/>
              </a:ext>
            </a:extLst>
          </p:cNvPr>
          <p:cNvSpPr/>
          <p:nvPr/>
        </p:nvSpPr>
        <p:spPr>
          <a:xfrm>
            <a:off x="1041582" y="1481086"/>
            <a:ext cx="10365481" cy="2456431"/>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defTabSz="685800">
              <a:lnSpc>
                <a:spcPct val="150000"/>
              </a:lnSpc>
              <a:defRPr/>
            </a:pPr>
            <a:r>
              <a:rPr kumimoji="0" lang="ja-JP" altLang="en-US" sz="2800" b="0" i="0" u="none" strike="noStrike" kern="0" cap="none" spc="0" normalizeH="0" baseline="0" noProof="0" dirty="0">
                <a:ln>
                  <a:noFill/>
                </a:ln>
                <a:solidFill>
                  <a:srgbClr val="FF0000"/>
                </a:solidFill>
                <a:effectLst/>
                <a:uLnTx/>
                <a:uFillTx/>
                <a:latin typeface="HGSoeiPresenceEB" panose="02020809000000000000" pitchFamily="17" charset="-128"/>
                <a:ea typeface="HGSoeiPresenceEB" panose="02020809000000000000" pitchFamily="17" charset="-128"/>
                <a:cs typeface="Arial"/>
                <a:sym typeface="Arial"/>
              </a:rPr>
              <a:t>接続</a:t>
            </a:r>
            <a:r>
              <a:rPr kumimoji="0" lang="ja-JP" altLang="en-US" sz="2800" b="0" i="0" u="none" strike="noStrike" kern="0" cap="none" spc="0" normalizeH="0" baseline="0" noProof="0" dirty="0">
                <a:ln>
                  <a:noFill/>
                </a:ln>
                <a:solidFill>
                  <a:srgbClr val="000000"/>
                </a:solidFill>
                <a:effectLst/>
                <a:uLnTx/>
                <a:uFillTx/>
                <a:latin typeface="HGSoeiPresenceEB" panose="02020809000000000000" pitchFamily="17" charset="-128"/>
                <a:ea typeface="HGSoeiPresenceEB" panose="02020809000000000000" pitchFamily="17" charset="-128"/>
                <a:cs typeface="Arial"/>
                <a:sym typeface="Arial"/>
              </a:rPr>
              <a:t>： </a:t>
            </a:r>
            <a:r>
              <a:rPr lang="ja-JP" altLang="en-US" sz="2800" dirty="0">
                <a:solidFill>
                  <a:srgbClr val="00B050"/>
                </a:solidFill>
                <a:latin typeface="HGSoeiPresenceEB" panose="02020809000000000000" pitchFamily="17" charset="-128"/>
                <a:ea typeface="HGSoeiPresenceEB" panose="02020809000000000000" pitchFamily="17" charset="-128"/>
              </a:rPr>
              <a:t>① ～</a:t>
            </a:r>
            <a:r>
              <a:rPr lang="en-US" altLang="ja-JP" sz="2800" dirty="0">
                <a:solidFill>
                  <a:srgbClr val="00B050"/>
                </a:solidFill>
                <a:latin typeface="HGSoeiPresenceEB" panose="02020809000000000000" pitchFamily="17" charset="-128"/>
                <a:ea typeface="HGSoeiPresenceEB" panose="02020809000000000000" pitchFamily="17" charset="-128"/>
              </a:rPr>
              <a:t>N</a:t>
            </a:r>
            <a:r>
              <a:rPr lang="ja-JP" altLang="en-US" sz="2800" dirty="0">
                <a:solidFill>
                  <a:srgbClr val="00B050"/>
                </a:solidFill>
                <a:latin typeface="HGSoeiPresenceEB" panose="02020809000000000000" pitchFamily="17" charset="-128"/>
                <a:ea typeface="HGSoeiPresenceEB" panose="02020809000000000000" pitchFamily="17" charset="-128"/>
              </a:rPr>
              <a:t>＋</a:t>
            </a:r>
            <a:r>
              <a:rPr lang="ja-JP" altLang="en-US" sz="2800" dirty="0">
                <a:solidFill>
                  <a:srgbClr val="FF0000"/>
                </a:solidFill>
                <a:latin typeface="HGSoeiPresenceEB" panose="02020809000000000000" pitchFamily="17" charset="-128"/>
                <a:ea typeface="HGSoeiPresenceEB" panose="02020809000000000000" pitchFamily="17" charset="-128"/>
              </a:rPr>
              <a:t>に限り     </a:t>
            </a:r>
            <a:r>
              <a:rPr lang="en-US" altLang="ja-JP" sz="2800" dirty="0" err="1">
                <a:solidFill>
                  <a:srgbClr val="7030A0"/>
                </a:solidFill>
                <a:latin typeface="SVN-Comic Sans MS" panose="02040603050506020204" pitchFamily="18" charset="0"/>
                <a:ea typeface="HGSoeiPresenceEB" panose="02020809000000000000" pitchFamily="17" charset="-128"/>
              </a:rPr>
              <a:t>chỉ</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trong</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giới</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hạn</a:t>
            </a:r>
            <a:endParaRPr lang="en-US" altLang="ja-JP" sz="2800" dirty="0">
              <a:solidFill>
                <a:srgbClr val="7030A0"/>
              </a:solidFill>
              <a:latin typeface="SVN-Comic Sans MS" panose="02040603050506020204" pitchFamily="18" charset="0"/>
              <a:ea typeface="HGSoeiPresenceEB" panose="02020809000000000000" pitchFamily="17" charset="-128"/>
            </a:endParaRPr>
          </a:p>
          <a:p>
            <a:pPr lvl="0" defTabSz="685800">
              <a:lnSpc>
                <a:spcPct val="150000"/>
              </a:lnSpc>
              <a:defRPr/>
            </a:pPr>
            <a:r>
              <a:rPr lang="en-US" altLang="ja-JP" sz="2800" dirty="0">
                <a:solidFill>
                  <a:srgbClr val="7030A0"/>
                </a:solidFill>
                <a:latin typeface="SVN-Comic Sans MS" panose="02040603050506020204" pitchFamily="18" charset="0"/>
                <a:ea typeface="HGSoeiPresenceEB" panose="02020809000000000000" pitchFamily="17" charset="-128"/>
              </a:rPr>
              <a:t> 	       </a:t>
            </a:r>
            <a:r>
              <a:rPr lang="ja-JP" altLang="en-US" sz="2800" dirty="0">
                <a:solidFill>
                  <a:srgbClr val="00B050"/>
                </a:solidFill>
                <a:latin typeface="HGSoeiPresenceEB" panose="02020809000000000000" pitchFamily="17" charset="-128"/>
                <a:ea typeface="HGSoeiPresenceEB" panose="02020809000000000000" pitchFamily="17" charset="-128"/>
              </a:rPr>
              <a:t>②</a:t>
            </a:r>
            <a:r>
              <a:rPr lang="en-US" altLang="ja-JP" sz="2800" dirty="0">
                <a:solidFill>
                  <a:srgbClr val="7030A0"/>
                </a:solidFill>
                <a:latin typeface="SVN-Comic Sans MS" panose="02040603050506020204" pitchFamily="18" charset="0"/>
                <a:ea typeface="HGSoeiPresenceEB" panose="02020809000000000000" pitchFamily="17" charset="-128"/>
              </a:rPr>
              <a:t>   </a:t>
            </a:r>
            <a:r>
              <a:rPr lang="ja-JP" altLang="en-US" sz="2800" dirty="0">
                <a:solidFill>
                  <a:srgbClr val="00B050"/>
                </a:solidFill>
                <a:latin typeface="SVN-Comic Sans MS" panose="02040603050506020204" pitchFamily="18" charset="0"/>
                <a:ea typeface="HGSoeiPresenceEB" panose="02020809000000000000" pitchFamily="17" charset="-128"/>
              </a:rPr>
              <a:t>～</a:t>
            </a:r>
            <a:r>
              <a:rPr lang="en-US" altLang="ja-JP" sz="2800" dirty="0">
                <a:solidFill>
                  <a:srgbClr val="00B050"/>
                </a:solidFill>
                <a:latin typeface="SVN-Comic Sans MS" panose="02040603050506020204" pitchFamily="18" charset="0"/>
                <a:ea typeface="HGSoeiPresenceEB" panose="02020809000000000000" pitchFamily="17" charset="-128"/>
              </a:rPr>
              <a:t>N</a:t>
            </a:r>
            <a:r>
              <a:rPr lang="ja-JP" altLang="en-US" sz="2800" dirty="0">
                <a:solidFill>
                  <a:srgbClr val="00B050"/>
                </a:solidFill>
                <a:latin typeface="SVN-Comic Sans MS" panose="02040603050506020204" pitchFamily="18" charset="0"/>
                <a:ea typeface="HGSoeiPresenceEB" panose="02020809000000000000" pitchFamily="17" charset="-128"/>
              </a:rPr>
              <a:t>＋</a:t>
            </a:r>
            <a:r>
              <a:rPr lang="ja-JP" altLang="en-US" sz="2800" dirty="0">
                <a:solidFill>
                  <a:srgbClr val="FF0000"/>
                </a:solidFill>
                <a:latin typeface="SVN-Comic Sans MS" panose="02040603050506020204" pitchFamily="18" charset="0"/>
                <a:ea typeface="HGSoeiPresenceEB" panose="02020809000000000000" pitchFamily="17" charset="-128"/>
              </a:rPr>
              <a:t>に限って      </a:t>
            </a:r>
            <a:r>
              <a:rPr lang="en-US" altLang="ja-JP" sz="2800" dirty="0" err="1">
                <a:solidFill>
                  <a:srgbClr val="7030A0"/>
                </a:solidFill>
                <a:latin typeface="SVN-Comic Sans MS" panose="02040603050506020204" pitchFamily="18" charset="0"/>
                <a:ea typeface="HGSoeiPresenceEB" panose="02020809000000000000" pitchFamily="17" charset="-128"/>
              </a:rPr>
              <a:t>Đúng</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vào</a:t>
            </a:r>
            <a:r>
              <a:rPr lang="en-US" altLang="ja-JP" sz="2800" dirty="0">
                <a:solidFill>
                  <a:srgbClr val="7030A0"/>
                </a:solidFill>
                <a:latin typeface="SVN-Comic Sans MS" panose="02040603050506020204" pitchFamily="18" charset="0"/>
                <a:ea typeface="HGSoeiPresenceEB" panose="02020809000000000000" pitchFamily="17" charset="-128"/>
              </a:rPr>
              <a:t> N~</a:t>
            </a:r>
          </a:p>
          <a:p>
            <a:pPr lvl="0" defTabSz="685800">
              <a:lnSpc>
                <a:spcPct val="150000"/>
              </a:lnSpc>
              <a:defRPr/>
            </a:pPr>
            <a:r>
              <a:rPr lang="en-US" altLang="ja-JP" sz="2800" dirty="0">
                <a:solidFill>
                  <a:srgbClr val="7030A0"/>
                </a:solidFill>
                <a:latin typeface="SVN-Comic Sans MS" panose="02040603050506020204" pitchFamily="18" charset="0"/>
                <a:ea typeface="HGSoeiPresenceEB" panose="02020809000000000000" pitchFamily="17" charset="-128"/>
              </a:rPr>
              <a:t>    </a:t>
            </a:r>
            <a:r>
              <a:rPr lang="ja-JP" altLang="en-US" sz="2800" dirty="0">
                <a:solidFill>
                  <a:srgbClr val="7030A0"/>
                </a:solidFill>
                <a:latin typeface="SVN-Comic Sans MS" panose="02040603050506020204" pitchFamily="18" charset="0"/>
                <a:ea typeface="HGSoeiPresenceEB" panose="02020809000000000000" pitchFamily="17" charset="-128"/>
              </a:rPr>
              <a:t>　　   </a:t>
            </a:r>
            <a:r>
              <a:rPr lang="ja-JP" altLang="en-US" sz="2800" dirty="0">
                <a:solidFill>
                  <a:srgbClr val="00B050"/>
                </a:solidFill>
                <a:latin typeface="HGSoeiPresenceEB" panose="02020809000000000000" pitchFamily="17" charset="-128"/>
                <a:ea typeface="HGSoeiPresenceEB" panose="02020809000000000000" pitchFamily="17" charset="-128"/>
              </a:rPr>
              <a:t>③</a:t>
            </a:r>
            <a:r>
              <a:rPr lang="en-US" altLang="ja-JP" sz="2800" dirty="0">
                <a:solidFill>
                  <a:srgbClr val="00B050"/>
                </a:solidFill>
                <a:latin typeface="SVN-Comic Sans MS" panose="02040603050506020204" pitchFamily="18" charset="0"/>
                <a:ea typeface="HGSoeiPresenceEB" panose="02020809000000000000" pitchFamily="17" charset="-128"/>
              </a:rPr>
              <a:t>V-</a:t>
            </a:r>
            <a:r>
              <a:rPr lang="ja-JP" altLang="en-US" sz="2800" dirty="0">
                <a:solidFill>
                  <a:srgbClr val="00B050"/>
                </a:solidFill>
                <a:latin typeface="SVN-Comic Sans MS" panose="02040603050506020204" pitchFamily="18" charset="0"/>
                <a:ea typeface="HGSoeiPresenceEB" panose="02020809000000000000" pitchFamily="17" charset="-128"/>
              </a:rPr>
              <a:t>辞書形・</a:t>
            </a:r>
            <a:r>
              <a:rPr lang="en-US" altLang="ja-JP" sz="2800" dirty="0">
                <a:solidFill>
                  <a:srgbClr val="00B050"/>
                </a:solidFill>
                <a:latin typeface="SVN-Comic Sans MS" panose="02040603050506020204" pitchFamily="18" charset="0"/>
                <a:ea typeface="HGSoeiPresenceEB" panose="02020809000000000000" pitchFamily="17" charset="-128"/>
              </a:rPr>
              <a:t>V</a:t>
            </a:r>
            <a:r>
              <a:rPr lang="ja-JP" altLang="en-US" sz="2800" dirty="0">
                <a:solidFill>
                  <a:srgbClr val="00B050"/>
                </a:solidFill>
                <a:latin typeface="SVN-Comic Sans MS" panose="02040603050506020204" pitchFamily="18" charset="0"/>
                <a:ea typeface="HGSoeiPresenceEB" panose="02020809000000000000" pitchFamily="17" charset="-128"/>
              </a:rPr>
              <a:t>ない</a:t>
            </a:r>
            <a:endParaRPr lang="en-US" altLang="ja-JP" sz="2800" dirty="0">
              <a:solidFill>
                <a:srgbClr val="00B050"/>
              </a:solidFill>
              <a:latin typeface="SVN-Comic Sans MS" panose="02040603050506020204" pitchFamily="18" charset="0"/>
              <a:ea typeface="HGSoeiPresenceEB" panose="02020809000000000000" pitchFamily="17" charset="-128"/>
            </a:endParaRPr>
          </a:p>
          <a:p>
            <a:pPr lvl="0" defTabSz="685800">
              <a:lnSpc>
                <a:spcPct val="150000"/>
              </a:lnSpc>
              <a:defRPr/>
            </a:pPr>
            <a:r>
              <a:rPr lang="en-US" altLang="ja-JP" sz="2800" dirty="0">
                <a:solidFill>
                  <a:srgbClr val="00B050"/>
                </a:solidFill>
                <a:latin typeface="SVN-Comic Sans MS" panose="02040603050506020204" pitchFamily="18" charset="0"/>
                <a:ea typeface="HGSoeiPresenceEB" panose="02020809000000000000" pitchFamily="17" charset="-128"/>
              </a:rPr>
              <a:t>                   A</a:t>
            </a:r>
            <a:r>
              <a:rPr lang="ja-JP" altLang="en-US" sz="2800" dirty="0">
                <a:solidFill>
                  <a:srgbClr val="00B050"/>
                </a:solidFill>
                <a:latin typeface="SVN-Comic Sans MS" panose="02040603050506020204" pitchFamily="18" charset="0"/>
                <a:ea typeface="HGSoeiPresenceEB" panose="02020809000000000000" pitchFamily="17" charset="-128"/>
              </a:rPr>
              <a:t>い／ナ</a:t>
            </a:r>
            <a:r>
              <a:rPr lang="en-US" altLang="ja-JP" sz="2800" dirty="0">
                <a:solidFill>
                  <a:srgbClr val="00B050"/>
                </a:solidFill>
                <a:latin typeface="SVN-Comic Sans MS" panose="02040603050506020204" pitchFamily="18" charset="0"/>
                <a:ea typeface="HGSoeiPresenceEB" panose="02020809000000000000" pitchFamily="17" charset="-128"/>
              </a:rPr>
              <a:t>A</a:t>
            </a:r>
            <a:r>
              <a:rPr lang="ja-JP" altLang="en-US" sz="2800" dirty="0">
                <a:solidFill>
                  <a:srgbClr val="00B050"/>
                </a:solidFill>
                <a:latin typeface="SVN-Comic Sans MS" panose="02040603050506020204" pitchFamily="18" charset="0"/>
                <a:ea typeface="HGSoeiPresenceEB" panose="02020809000000000000" pitchFamily="17" charset="-128"/>
              </a:rPr>
              <a:t>／</a:t>
            </a:r>
            <a:r>
              <a:rPr lang="en-US" altLang="ja-JP" sz="2800" dirty="0">
                <a:solidFill>
                  <a:srgbClr val="00B050"/>
                </a:solidFill>
                <a:latin typeface="SVN-Comic Sans MS" panose="02040603050506020204" pitchFamily="18" charset="0"/>
                <a:ea typeface="HGSoeiPresenceEB" panose="02020809000000000000" pitchFamily="17" charset="-128"/>
              </a:rPr>
              <a:t>N</a:t>
            </a:r>
            <a:r>
              <a:rPr lang="ja-JP" altLang="en-US" sz="2800" dirty="0">
                <a:solidFill>
                  <a:srgbClr val="7030A0"/>
                </a:solidFill>
                <a:latin typeface="SVN-Comic Sans MS" panose="02040603050506020204" pitchFamily="18" charset="0"/>
                <a:ea typeface="HGSoeiPresenceEB" panose="02020809000000000000" pitchFamily="17" charset="-128"/>
              </a:rPr>
              <a:t>       </a:t>
            </a:r>
            <a:r>
              <a:rPr lang="ja-JP" altLang="en-US" sz="2800" dirty="0">
                <a:solidFill>
                  <a:srgbClr val="00B050"/>
                </a:solidFill>
                <a:latin typeface="SVN-Comic Sans MS" panose="02040603050506020204" pitchFamily="18" charset="0"/>
                <a:ea typeface="HGSoeiPresenceEB" panose="02020809000000000000" pitchFamily="17" charset="-128"/>
              </a:rPr>
              <a:t>～</a:t>
            </a:r>
            <a:r>
              <a:rPr lang="ja-JP" altLang="en-US" sz="2800" dirty="0">
                <a:solidFill>
                  <a:srgbClr val="FF0000"/>
                </a:solidFill>
                <a:latin typeface="SVN-Comic Sans MS" panose="02040603050506020204" pitchFamily="18" charset="0"/>
                <a:ea typeface="HGSoeiPresenceEB" panose="02020809000000000000" pitchFamily="17" charset="-128"/>
              </a:rPr>
              <a:t>に限る</a:t>
            </a:r>
            <a:r>
              <a:rPr lang="ja-JP" altLang="en-US" sz="2800" dirty="0">
                <a:solidFill>
                  <a:srgbClr val="00B050"/>
                </a:solidFill>
                <a:latin typeface="SVN-Comic Sans MS" panose="02040603050506020204" pitchFamily="18" charset="0"/>
                <a:ea typeface="HGSoeiPresenceEB" panose="02020809000000000000" pitchFamily="17" charset="-128"/>
              </a:rPr>
              <a:t> </a:t>
            </a:r>
            <a:r>
              <a:rPr lang="ja-JP" altLang="en-US" sz="2800" dirty="0">
                <a:solidFill>
                  <a:srgbClr val="FF0000"/>
                </a:solidFill>
                <a:latin typeface="SVN-Comic Sans MS" panose="02040603050506020204" pitchFamily="18" charset="0"/>
                <a:ea typeface="HGSoeiPresenceEB" panose="02020809000000000000" pitchFamily="17" charset="-128"/>
              </a:rPr>
              <a:t>      </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là</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nhất</a:t>
            </a:r>
            <a:r>
              <a:rPr lang="en-US" altLang="ja-JP" sz="2800" dirty="0">
                <a:solidFill>
                  <a:srgbClr val="7030A0"/>
                </a:solidFill>
                <a:latin typeface="SVN-Comic Sans MS" panose="02040603050506020204" pitchFamily="18" charset="0"/>
                <a:ea typeface="HGSoeiPresenceEB" panose="02020809000000000000" pitchFamily="17" charset="-128"/>
              </a:rPr>
              <a:t> (ý </a:t>
            </a:r>
            <a:r>
              <a:rPr lang="en-US" altLang="ja-JP" sz="2800" dirty="0" err="1">
                <a:solidFill>
                  <a:srgbClr val="7030A0"/>
                </a:solidFill>
                <a:latin typeface="SVN-Comic Sans MS" panose="02040603050506020204" pitchFamily="18" charset="0"/>
                <a:ea typeface="HGSoeiPresenceEB" panose="02020809000000000000" pitchFamily="17" charset="-128"/>
              </a:rPr>
              <a:t>kiến</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chủ</a:t>
            </a:r>
            <a:r>
              <a:rPr lang="en-US" altLang="ja-JP" sz="2800" dirty="0">
                <a:solidFill>
                  <a:srgbClr val="7030A0"/>
                </a:solidFill>
                <a:latin typeface="SVN-Comic Sans MS" panose="02040603050506020204" pitchFamily="18" charset="0"/>
                <a:ea typeface="HGSoeiPresenceEB" panose="02020809000000000000" pitchFamily="17" charset="-128"/>
              </a:rPr>
              <a:t> </a:t>
            </a:r>
            <a:r>
              <a:rPr lang="en-US" altLang="ja-JP" sz="2800" dirty="0" err="1">
                <a:solidFill>
                  <a:srgbClr val="7030A0"/>
                </a:solidFill>
                <a:latin typeface="SVN-Comic Sans MS" panose="02040603050506020204" pitchFamily="18" charset="0"/>
                <a:ea typeface="HGSoeiPresenceEB" panose="02020809000000000000" pitchFamily="17" charset="-128"/>
              </a:rPr>
              <a:t>quan</a:t>
            </a:r>
            <a:r>
              <a:rPr lang="en-US" altLang="ja-JP" sz="2800" dirty="0">
                <a:solidFill>
                  <a:srgbClr val="7030A0"/>
                </a:solidFill>
                <a:latin typeface="SVN-Comic Sans MS" panose="02040603050506020204" pitchFamily="18" charset="0"/>
                <a:ea typeface="HGSoeiPresenceEB" panose="02020809000000000000" pitchFamily="17" charset="-128"/>
              </a:rPr>
              <a:t>)</a:t>
            </a:r>
          </a:p>
        </p:txBody>
      </p:sp>
      <p:pic>
        <p:nvPicPr>
          <p:cNvPr id="12" name="Picture 11">
            <a:extLst>
              <a:ext uri="{FF2B5EF4-FFF2-40B4-BE49-F238E27FC236}">
                <a16:creationId xmlns:a16="http://schemas.microsoft.com/office/drawing/2014/main" id="{C194FEEE-0029-8322-243F-6F4DAA086147}"/>
              </a:ext>
            </a:extLst>
          </p:cNvPr>
          <p:cNvPicPr>
            <a:picLocks noChangeAspect="1"/>
          </p:cNvPicPr>
          <p:nvPr/>
        </p:nvPicPr>
        <p:blipFill>
          <a:blip r:embed="rId4"/>
          <a:stretch>
            <a:fillRect/>
          </a:stretch>
        </p:blipFill>
        <p:spPr>
          <a:xfrm>
            <a:off x="509422" y="4036400"/>
            <a:ext cx="9587650" cy="2784397"/>
          </a:xfrm>
          <a:prstGeom prst="rect">
            <a:avLst/>
          </a:prstGeom>
        </p:spPr>
      </p:pic>
    </p:spTree>
    <p:extLst>
      <p:ext uri="{BB962C8B-B14F-4D97-AF65-F5344CB8AC3E}">
        <p14:creationId xmlns:p14="http://schemas.microsoft.com/office/powerpoint/2010/main" val="204703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読解</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8" name="Picture 7">
            <a:extLst>
              <a:ext uri="{FF2B5EF4-FFF2-40B4-BE49-F238E27FC236}">
                <a16:creationId xmlns:a16="http://schemas.microsoft.com/office/drawing/2014/main" id="{5283C193-2244-9C76-A882-AE4349C8BEA2}"/>
              </a:ext>
            </a:extLst>
          </p:cNvPr>
          <p:cNvPicPr>
            <a:picLocks noChangeAspect="1"/>
          </p:cNvPicPr>
          <p:nvPr/>
        </p:nvPicPr>
        <p:blipFill>
          <a:blip r:embed="rId4"/>
          <a:stretch>
            <a:fillRect/>
          </a:stretch>
        </p:blipFill>
        <p:spPr>
          <a:xfrm>
            <a:off x="2325391" y="126578"/>
            <a:ext cx="8369787" cy="689851"/>
          </a:xfrm>
          <a:prstGeom prst="rect">
            <a:avLst/>
          </a:prstGeom>
        </p:spPr>
      </p:pic>
      <p:pic>
        <p:nvPicPr>
          <p:cNvPr id="10" name="Picture 9">
            <a:extLst>
              <a:ext uri="{FF2B5EF4-FFF2-40B4-BE49-F238E27FC236}">
                <a16:creationId xmlns:a16="http://schemas.microsoft.com/office/drawing/2014/main" id="{33066D92-32B8-5689-A81E-DAB9A337F6EB}"/>
              </a:ext>
            </a:extLst>
          </p:cNvPr>
          <p:cNvPicPr>
            <a:picLocks noChangeAspect="1"/>
          </p:cNvPicPr>
          <p:nvPr/>
        </p:nvPicPr>
        <p:blipFill>
          <a:blip r:embed="rId5"/>
          <a:stretch>
            <a:fillRect/>
          </a:stretch>
        </p:blipFill>
        <p:spPr>
          <a:xfrm>
            <a:off x="1349395" y="1450226"/>
            <a:ext cx="8901936" cy="3578974"/>
          </a:xfrm>
          <a:prstGeom prst="rect">
            <a:avLst/>
          </a:prstGeom>
        </p:spPr>
      </p:pic>
    </p:spTree>
    <p:extLst>
      <p:ext uri="{BB962C8B-B14F-4D97-AF65-F5344CB8AC3E}">
        <p14:creationId xmlns:p14="http://schemas.microsoft.com/office/powerpoint/2010/main" val="201443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
        <p:nvSpPr>
          <p:cNvPr id="3" name="Rectangle 2">
            <a:extLst>
              <a:ext uri="{FF2B5EF4-FFF2-40B4-BE49-F238E27FC236}">
                <a16:creationId xmlns:a16="http://schemas.microsoft.com/office/drawing/2014/main" id="{CCE3F614-9990-4509-8122-A952D848E91C}"/>
              </a:ext>
            </a:extLst>
          </p:cNvPr>
          <p:cNvSpPr/>
          <p:nvPr/>
        </p:nvSpPr>
        <p:spPr>
          <a:xfrm>
            <a:off x="931091" y="520404"/>
            <a:ext cx="7164141" cy="461665"/>
          </a:xfrm>
          <a:prstGeom prst="rect">
            <a:avLst/>
          </a:prstGeom>
        </p:spPr>
        <p:txBody>
          <a:bodyPr wrap="none">
            <a:spAutoFit/>
          </a:bodyPr>
          <a:lstStyle/>
          <a:p>
            <a:r>
              <a:rPr lang="vi-VN" sz="2400" dirty="0"/>
              <a:t> </a:t>
            </a:r>
            <a:r>
              <a:rPr lang="en-US" sz="2400" dirty="0"/>
              <a:t>1. </a:t>
            </a:r>
            <a:r>
              <a:rPr lang="vi-VN" sz="2400" dirty="0"/>
              <a:t>Để phòng động đất, tôi mua sẵn nước và đồ ăn.</a:t>
            </a:r>
            <a:endParaRPr lang="en-US" sz="2400" dirty="0"/>
          </a:p>
        </p:txBody>
      </p:sp>
      <p:sp>
        <p:nvSpPr>
          <p:cNvPr id="4" name="Rectangle 3">
            <a:extLst>
              <a:ext uri="{FF2B5EF4-FFF2-40B4-BE49-F238E27FC236}">
                <a16:creationId xmlns:a16="http://schemas.microsoft.com/office/drawing/2014/main" id="{438CC7C3-1F29-4C0A-9332-457EF8BB4890}"/>
              </a:ext>
            </a:extLst>
          </p:cNvPr>
          <p:cNvSpPr/>
          <p:nvPr/>
        </p:nvSpPr>
        <p:spPr>
          <a:xfrm>
            <a:off x="931091" y="1210870"/>
            <a:ext cx="7404591" cy="461665"/>
          </a:xfrm>
          <a:prstGeom prst="rect">
            <a:avLst/>
          </a:prstGeom>
        </p:spPr>
        <p:txBody>
          <a:bodyPr wrap="none">
            <a:spAutoFit/>
          </a:bodyPr>
          <a:lstStyle/>
          <a:p>
            <a:r>
              <a:rPr lang="en-US" sz="2400" dirty="0"/>
              <a:t>2. </a:t>
            </a:r>
            <a:r>
              <a:rPr lang="vi-VN" sz="2400" dirty="0"/>
              <a:t>Tôi đã đóng chặt cửa sổ để chuẩn bị cho cơn bão.</a:t>
            </a:r>
            <a:endParaRPr lang="en-US" sz="2400" dirty="0"/>
          </a:p>
        </p:txBody>
      </p:sp>
      <p:sp>
        <p:nvSpPr>
          <p:cNvPr id="5" name="Rectangle 4">
            <a:extLst>
              <a:ext uri="{FF2B5EF4-FFF2-40B4-BE49-F238E27FC236}">
                <a16:creationId xmlns:a16="http://schemas.microsoft.com/office/drawing/2014/main" id="{BF744219-3FC0-4288-A303-7C2B69332D9C}"/>
              </a:ext>
            </a:extLst>
          </p:cNvPr>
          <p:cNvSpPr/>
          <p:nvPr/>
        </p:nvSpPr>
        <p:spPr>
          <a:xfrm>
            <a:off x="931091" y="1952045"/>
            <a:ext cx="6942926" cy="461665"/>
          </a:xfrm>
          <a:prstGeom prst="rect">
            <a:avLst/>
          </a:prstGeom>
        </p:spPr>
        <p:txBody>
          <a:bodyPr wrap="none">
            <a:spAutoFit/>
          </a:bodyPr>
          <a:lstStyle/>
          <a:p>
            <a:r>
              <a:rPr lang="en-US" sz="2400" dirty="0"/>
              <a:t>3. </a:t>
            </a:r>
            <a:r>
              <a:rPr lang="vi-VN" sz="2400" dirty="0"/>
              <a:t>Trưởng phòng sẽ phát biểu thay cho giám đốc.</a:t>
            </a:r>
            <a:endParaRPr lang="en-US" sz="2400" dirty="0"/>
          </a:p>
        </p:txBody>
      </p:sp>
      <p:sp>
        <p:nvSpPr>
          <p:cNvPr id="6" name="Rectangle 5">
            <a:extLst>
              <a:ext uri="{FF2B5EF4-FFF2-40B4-BE49-F238E27FC236}">
                <a16:creationId xmlns:a16="http://schemas.microsoft.com/office/drawing/2014/main" id="{8EA42910-2EC7-4A39-82D5-98F3952D48E1}"/>
              </a:ext>
            </a:extLst>
          </p:cNvPr>
          <p:cNvSpPr/>
          <p:nvPr/>
        </p:nvSpPr>
        <p:spPr>
          <a:xfrm>
            <a:off x="931091" y="2664337"/>
            <a:ext cx="7730001" cy="461665"/>
          </a:xfrm>
          <a:prstGeom prst="rect">
            <a:avLst/>
          </a:prstGeom>
        </p:spPr>
        <p:txBody>
          <a:bodyPr wrap="none">
            <a:spAutoFit/>
          </a:bodyPr>
          <a:lstStyle/>
          <a:p>
            <a:r>
              <a:rPr lang="en-US" sz="2400" dirty="0"/>
              <a:t>4. </a:t>
            </a:r>
            <a:r>
              <a:rPr lang="vi-VN" sz="2400" dirty="0"/>
              <a:t>Ngày xưa dùng thư tay, bây giờ dùng email thay thế.</a:t>
            </a:r>
            <a:endParaRPr lang="en-US" sz="2400" dirty="0"/>
          </a:p>
        </p:txBody>
      </p:sp>
      <p:sp>
        <p:nvSpPr>
          <p:cNvPr id="8" name="Rectangle 7">
            <a:extLst>
              <a:ext uri="{FF2B5EF4-FFF2-40B4-BE49-F238E27FC236}">
                <a16:creationId xmlns:a16="http://schemas.microsoft.com/office/drawing/2014/main" id="{7CCC6588-A956-4BFC-B438-A8BDB21D6DA0}"/>
              </a:ext>
            </a:extLst>
          </p:cNvPr>
          <p:cNvSpPr/>
          <p:nvPr/>
        </p:nvSpPr>
        <p:spPr>
          <a:xfrm>
            <a:off x="931091" y="3414273"/>
            <a:ext cx="6827510" cy="461665"/>
          </a:xfrm>
          <a:prstGeom prst="rect">
            <a:avLst/>
          </a:prstGeom>
        </p:spPr>
        <p:txBody>
          <a:bodyPr wrap="none">
            <a:spAutoFit/>
          </a:bodyPr>
          <a:lstStyle/>
          <a:p>
            <a:r>
              <a:rPr lang="en-US" sz="2400" dirty="0"/>
              <a:t>5. </a:t>
            </a:r>
            <a:r>
              <a:rPr lang="vi-VN" sz="2400" dirty="0"/>
              <a:t>Tôi muốn đi đến ngọn núi đẹp như núi Phú Sĩ.</a:t>
            </a:r>
            <a:endParaRPr lang="en-US" sz="2400" dirty="0"/>
          </a:p>
        </p:txBody>
      </p:sp>
      <p:sp>
        <p:nvSpPr>
          <p:cNvPr id="9" name="Rectangle 8">
            <a:extLst>
              <a:ext uri="{FF2B5EF4-FFF2-40B4-BE49-F238E27FC236}">
                <a16:creationId xmlns:a16="http://schemas.microsoft.com/office/drawing/2014/main" id="{16F6CC38-00C8-4ABE-80D0-2085A0436E11}"/>
              </a:ext>
            </a:extLst>
          </p:cNvPr>
          <p:cNvSpPr/>
          <p:nvPr/>
        </p:nvSpPr>
        <p:spPr>
          <a:xfrm>
            <a:off x="892619" y="4164209"/>
            <a:ext cx="7781297" cy="461665"/>
          </a:xfrm>
          <a:prstGeom prst="rect">
            <a:avLst/>
          </a:prstGeom>
        </p:spPr>
        <p:txBody>
          <a:bodyPr wrap="none">
            <a:spAutoFit/>
          </a:bodyPr>
          <a:lstStyle/>
          <a:p>
            <a:r>
              <a:rPr lang="en-US" sz="2400" dirty="0"/>
              <a:t>6. </a:t>
            </a:r>
            <a:r>
              <a:rPr lang="vi-VN" sz="2400" dirty="0"/>
              <a:t>Tôi đang làm việc với tư cách là giáo viên tiếng Nhật.</a:t>
            </a:r>
            <a:endParaRPr lang="en-US" sz="2400" dirty="0"/>
          </a:p>
        </p:txBody>
      </p:sp>
      <p:sp>
        <p:nvSpPr>
          <p:cNvPr id="10" name="Rectangle 9">
            <a:extLst>
              <a:ext uri="{FF2B5EF4-FFF2-40B4-BE49-F238E27FC236}">
                <a16:creationId xmlns:a16="http://schemas.microsoft.com/office/drawing/2014/main" id="{017F7865-71A4-4147-82C0-5D36AF9EE99D}"/>
              </a:ext>
            </a:extLst>
          </p:cNvPr>
          <p:cNvSpPr/>
          <p:nvPr/>
        </p:nvSpPr>
        <p:spPr>
          <a:xfrm>
            <a:off x="892619" y="4854675"/>
            <a:ext cx="4921540" cy="461665"/>
          </a:xfrm>
          <a:prstGeom prst="rect">
            <a:avLst/>
          </a:prstGeom>
        </p:spPr>
        <p:txBody>
          <a:bodyPr wrap="none">
            <a:spAutoFit/>
          </a:bodyPr>
          <a:lstStyle/>
          <a:p>
            <a:r>
              <a:rPr lang="en-US" sz="2400" dirty="0"/>
              <a:t>7. </a:t>
            </a:r>
            <a:r>
              <a:rPr lang="en-US" sz="2400" dirty="0" err="1"/>
              <a:t>Mùa</a:t>
            </a:r>
            <a:r>
              <a:rPr lang="en-US" sz="2400" dirty="0"/>
              <a:t> </a:t>
            </a:r>
            <a:r>
              <a:rPr lang="en-US" sz="2400" dirty="0" err="1"/>
              <a:t>hè</a:t>
            </a:r>
            <a:r>
              <a:rPr lang="en-US" sz="2400" dirty="0"/>
              <a:t> </a:t>
            </a:r>
            <a:r>
              <a:rPr lang="en-US" sz="2400" dirty="0" err="1"/>
              <a:t>thì</a:t>
            </a:r>
            <a:r>
              <a:rPr lang="en-US" sz="2400" dirty="0"/>
              <a:t> </a:t>
            </a:r>
            <a:r>
              <a:rPr lang="en-US" sz="2400" dirty="0" err="1"/>
              <a:t>mì</a:t>
            </a:r>
            <a:r>
              <a:rPr lang="en-US" sz="2400" dirty="0"/>
              <a:t> </a:t>
            </a:r>
            <a:r>
              <a:rPr lang="en-US" sz="2400" dirty="0" err="1"/>
              <a:t>lạnh</a:t>
            </a:r>
            <a:r>
              <a:rPr lang="en-US" sz="2400" dirty="0"/>
              <a:t> </a:t>
            </a:r>
            <a:r>
              <a:rPr lang="en-US" sz="2400" dirty="0" err="1"/>
              <a:t>là</a:t>
            </a:r>
            <a:r>
              <a:rPr lang="en-US" sz="2400" dirty="0"/>
              <a:t> </a:t>
            </a:r>
            <a:r>
              <a:rPr lang="en-US" sz="2400" dirty="0" err="1"/>
              <a:t>tuyệt</a:t>
            </a:r>
            <a:r>
              <a:rPr lang="en-US" sz="2400" dirty="0"/>
              <a:t> </a:t>
            </a:r>
            <a:r>
              <a:rPr lang="en-US" sz="2400" dirty="0" err="1"/>
              <a:t>nhất</a:t>
            </a:r>
            <a:r>
              <a:rPr lang="en-US" sz="2400" dirty="0"/>
              <a:t>.</a:t>
            </a:r>
          </a:p>
        </p:txBody>
      </p:sp>
      <p:sp>
        <p:nvSpPr>
          <p:cNvPr id="11" name="Rectangle 10">
            <a:extLst>
              <a:ext uri="{FF2B5EF4-FFF2-40B4-BE49-F238E27FC236}">
                <a16:creationId xmlns:a16="http://schemas.microsoft.com/office/drawing/2014/main" id="{FA4AB089-8C18-477B-BEC9-E8AC53802214}"/>
              </a:ext>
            </a:extLst>
          </p:cNvPr>
          <p:cNvSpPr/>
          <p:nvPr/>
        </p:nvSpPr>
        <p:spPr>
          <a:xfrm>
            <a:off x="969716" y="5483071"/>
            <a:ext cx="6442789" cy="461665"/>
          </a:xfrm>
          <a:prstGeom prst="rect">
            <a:avLst/>
          </a:prstGeom>
        </p:spPr>
        <p:txBody>
          <a:bodyPr wrap="none">
            <a:spAutoFit/>
          </a:bodyPr>
          <a:lstStyle/>
          <a:p>
            <a:r>
              <a:rPr lang="en-US" sz="2400" dirty="0"/>
              <a:t>8. </a:t>
            </a:r>
            <a:r>
              <a:rPr lang="vi-VN" sz="2400" dirty="0"/>
              <a:t>Ngày mưa thì đọc sách ở nhà là tuyệt nhất.</a:t>
            </a:r>
            <a:endParaRPr lang="en-US" sz="2400" dirty="0"/>
          </a:p>
        </p:txBody>
      </p:sp>
    </p:spTree>
    <p:extLst>
      <p:ext uri="{BB962C8B-B14F-4D97-AF65-F5344CB8AC3E}">
        <p14:creationId xmlns:p14="http://schemas.microsoft.com/office/powerpoint/2010/main" val="20396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8" grpId="0"/>
      <p:bldP spid="9" grpId="0"/>
      <p:bldP spid="10" grpId="0"/>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600" b="1" i="0" u="none" strike="noStrike" kern="0" cap="none" spc="0" normalizeH="0" baseline="0" noProof="0" dirty="0">
                <a:ln w="22225">
                  <a:solidFill>
                    <a:srgbClr val="ED7D31"/>
                  </a:solidFill>
                  <a:prstDash val="solid"/>
                </a:ln>
                <a:solidFill>
                  <a:srgbClr val="A64B31">
                    <a:lumMod val="75000"/>
                  </a:srgbClr>
                </a:solidFill>
                <a:effectLst/>
                <a:uLnTx/>
                <a:uFillTx/>
                <a:latin typeface="HGPSoeiKakupoptai" panose="040B0A00000000000000" pitchFamily="82" charset="-128"/>
                <a:ea typeface="HGPSoeiKakupoptai" panose="040B0A00000000000000" pitchFamily="82" charset="-128"/>
                <a:cs typeface="Arial"/>
                <a:sym typeface="Arial"/>
              </a:rPr>
              <a:t>Part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0" cap="none" spc="0" normalizeH="0" baseline="0" noProof="0" dirty="0">
                <a:ln w="22225">
                  <a:solidFill>
                    <a:srgbClr val="ED7D31"/>
                  </a:solidFill>
                  <a:prstDash val="solid"/>
                </a:ln>
                <a:solidFill>
                  <a:srgbClr val="313752">
                    <a:lumMod val="50000"/>
                  </a:srgbClr>
                </a:solidFill>
                <a:effectLst/>
                <a:uLnTx/>
                <a:uFillTx/>
                <a:latin typeface="UD Digi Kyokasho N-B" panose="02020700000000000000" pitchFamily="17" charset="-128"/>
                <a:ea typeface="UD Digi Kyokasho N-B" panose="02020700000000000000" pitchFamily="17" charset="-128"/>
                <a:cs typeface="Arial"/>
                <a:sym typeface="Arial"/>
              </a:rPr>
              <a:t> </a:t>
            </a:r>
            <a:endParaRPr kumimoji="0" lang="en-US" sz="9600" b="1" i="0" u="none" strike="noStrike" kern="0" cap="none" spc="0" normalizeH="0" baseline="0" noProof="0" dirty="0">
              <a:ln w="22225">
                <a:solidFill>
                  <a:srgbClr val="ED7D31"/>
                </a:solidFill>
                <a:prstDash val="solid"/>
              </a:ln>
              <a:solidFill>
                <a:srgbClr val="1F271D">
                  <a:lumMod val="90000"/>
                  <a:lumOff val="10000"/>
                </a:srgbClr>
              </a:solidFill>
              <a:effectLst/>
              <a:uLnTx/>
              <a:uFillTx/>
              <a:latin typeface="UD Digi Kyokasho N-B" panose="02020700000000000000" pitchFamily="17" charset="-128"/>
              <a:ea typeface="UD Digi Kyokasho N-B" panose="02020700000000000000" pitchFamily="17" charset="-128"/>
              <a:cs typeface="Arial"/>
              <a:sym typeface="Arial"/>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1344118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現在</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砂浜</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人口</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都会</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県庁</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～年代</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都市</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5" y="3250223"/>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商業</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8" name="TextBox 47"/>
          <p:cNvSpPr txBox="1"/>
          <p:nvPr/>
        </p:nvSpPr>
        <p:spPr>
          <a:xfrm>
            <a:off x="6499135" y="2132014"/>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地区</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5" y="998015"/>
            <a:ext cx="4892424"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周辺</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202842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9" y="99801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中華街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3" y="438422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村</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商店街</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訪れる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03153"/>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訪問する</a:t>
            </a: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3" y="546109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a:latin typeface="UD Digi Kyokasho N-B" panose="02020700000000000000" pitchFamily="17" charset="-128"/>
                <a:ea typeface="UD Digi Kyokasho N-B" panose="02020700000000000000" pitchFamily="17" charset="-128"/>
              </a:rPr>
              <a:t>農村</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470693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都市</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64813" y="3274482"/>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名づける</a:t>
            </a:r>
          </a:p>
        </p:txBody>
      </p:sp>
      <p:sp>
        <p:nvSpPr>
          <p:cNvPr id="48" name="TextBox 47"/>
          <p:cNvSpPr txBox="1"/>
          <p:nvPr/>
        </p:nvSpPr>
        <p:spPr>
          <a:xfrm>
            <a:off x="6464813" y="2156273"/>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伸びる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64813" y="1022274"/>
            <a:ext cx="4926746"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延びる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416322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8" y="998015"/>
            <a:ext cx="5731221"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埋めるー掘る</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99134" y="4327093"/>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地方</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埋め立てる</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地名</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5215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風景</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99133" y="5445302"/>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名産品</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浜</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4" y="3250223"/>
            <a:ext cx="5573803" cy="1015663"/>
          </a:xfrm>
          <a:prstGeom prst="rect">
            <a:avLst/>
          </a:prstGeom>
          <a:solidFill>
            <a:schemeClr val="accent3">
              <a:lumMod val="40000"/>
              <a:lumOff val="60000"/>
            </a:schemeClr>
          </a:solidFill>
        </p:spPr>
        <p:txBody>
          <a:bodyPr wrap="square" rtlCol="0">
            <a:spAutoFit/>
          </a:bodyPr>
          <a:lstStyle/>
          <a:p>
            <a:pPr lvl="0" algn="ctr">
              <a:defRPr/>
            </a:pPr>
            <a:r>
              <a:rPr lang="ja-JP" altLang="en-US" sz="6000" dirty="0">
                <a:latin typeface="UD Digi Kyokasho N-B" panose="02020700000000000000" pitchFamily="17" charset="-128"/>
                <a:ea typeface="UD Digi Kyokasho N-B" panose="02020700000000000000" pitchFamily="17" charset="-128"/>
              </a:rPr>
              <a:t>纏まるー纏める</a:t>
            </a:r>
          </a:p>
        </p:txBody>
      </p:sp>
      <p:sp>
        <p:nvSpPr>
          <p:cNvPr id="48" name="TextBox 47"/>
          <p:cNvSpPr txBox="1"/>
          <p:nvPr/>
        </p:nvSpPr>
        <p:spPr>
          <a:xfrm>
            <a:off x="6499134" y="2132014"/>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景色</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4" y="998015"/>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光景</a:t>
            </a:r>
          </a:p>
        </p:txBody>
      </p:sp>
    </p:spTree>
    <p:extLst>
      <p:ext uri="{BB962C8B-B14F-4D97-AF65-F5344CB8AC3E}">
        <p14:creationId xmlns:p14="http://schemas.microsoft.com/office/powerpoint/2010/main" val="150723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8" y="998015"/>
            <a:ext cx="5731221"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頑固</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99134" y="4279635"/>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企業</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職人</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生物</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1" name="TextBox 10"/>
          <p:cNvSpPr txBox="1"/>
          <p:nvPr/>
        </p:nvSpPr>
        <p:spPr>
          <a:xfrm>
            <a:off x="364779" y="530315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化石</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99133" y="5380023"/>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発展</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6" name="TextBox 45"/>
          <p:cNvSpPr txBox="1"/>
          <p:nvPr/>
        </p:nvSpPr>
        <p:spPr>
          <a:xfrm>
            <a:off x="364779" y="3177261"/>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海洋</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4" y="3177260"/>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6000" dirty="0">
                <a:latin typeface="UD Digi Kyokasho N-B" panose="02020700000000000000" pitchFamily="17" charset="-128"/>
                <a:ea typeface="UD Digi Kyokasho N-B" panose="02020700000000000000" pitchFamily="17" charset="-128"/>
              </a:rPr>
              <a:t>盛ん</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8" name="TextBox 47"/>
          <p:cNvSpPr txBox="1"/>
          <p:nvPr/>
        </p:nvSpPr>
        <p:spPr>
          <a:xfrm>
            <a:off x="6499134" y="2074885"/>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産業</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4" y="998015"/>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辺り</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Tree>
    <p:extLst>
      <p:ext uri="{BB962C8B-B14F-4D97-AF65-F5344CB8AC3E}">
        <p14:creationId xmlns:p14="http://schemas.microsoft.com/office/powerpoint/2010/main" val="200878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1000"/>
                                        <p:tgtEl>
                                          <p:spTgt spid="46"/>
                                        </p:tgtEl>
                                      </p:cBhvr>
                                    </p:animEffect>
                                    <p:anim calcmode="lin" valueType="num">
                                      <p:cBhvr>
                                        <p:cTn id="35" dur="1000" fill="hold"/>
                                        <p:tgtEl>
                                          <p:spTgt spid="46"/>
                                        </p:tgtEl>
                                        <p:attrNameLst>
                                          <p:attrName>ppt_x</p:attrName>
                                        </p:attrNameLst>
                                      </p:cBhvr>
                                      <p:tavLst>
                                        <p:tav tm="0">
                                          <p:val>
                                            <p:strVal val="#ppt_x"/>
                                          </p:val>
                                        </p:tav>
                                        <p:tav tm="100000">
                                          <p:val>
                                            <p:strVal val="#ppt_x"/>
                                          </p:val>
                                        </p:tav>
                                      </p:tavLst>
                                    </p:anim>
                                    <p:anim calcmode="lin" valueType="num">
                                      <p:cBhvr>
                                        <p:cTn id="36"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circle(in)">
                                      <p:cBhvr>
                                        <p:cTn id="41" dur="2000"/>
                                        <p:tgtEl>
                                          <p:spTgt spid="6"/>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circle(in)">
                                      <p:cBhvr>
                                        <p:cTn id="44" dur="2000"/>
                                        <p:tgtEl>
                                          <p:spTgt spid="22"/>
                                        </p:tgtEl>
                                      </p:cBhvr>
                                    </p:animEffect>
                                  </p:childTnLst>
                                </p:cTn>
                              </p:par>
                              <p:par>
                                <p:cTn id="45" presetID="6" presetClass="entr" presetSubtype="16"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circle(in)">
                                      <p:cBhvr>
                                        <p:cTn id="47" dur="2000"/>
                                        <p:tgtEl>
                                          <p:spTgt spid="47"/>
                                        </p:tgtEl>
                                      </p:cBhvr>
                                    </p:animEffect>
                                  </p:childTnLst>
                                </p:cTn>
                              </p:par>
                              <p:par>
                                <p:cTn id="48" presetID="6" presetClass="entr" presetSubtype="16"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circle(in)">
                                      <p:cBhvr>
                                        <p:cTn id="50" dur="2000"/>
                                        <p:tgtEl>
                                          <p:spTgt spid="48"/>
                                        </p:tgtEl>
                                      </p:cBhvr>
                                    </p:animEffect>
                                  </p:childTnLst>
                                </p:cTn>
                              </p:par>
                              <p:par>
                                <p:cTn id="51" presetID="6" presetClass="entr" presetSubtype="16"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animEffect transition="in" filter="circle(in)">
                                      <p:cBhvr>
                                        <p:cTn id="5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1651187" y="54411"/>
            <a:ext cx="10002748"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～を中心に（して）／</a:t>
              </a:r>
              <a:endParaRPr kumimoji="0" lang="en-US" altLang="ja-JP"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～を中心として</a:t>
              </a: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5289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4</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5689300" y="300147"/>
            <a:ext cx="5885364"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tập trung vào ~, chú trọng ~, chủ yếu ~.</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1849394" y="1525258"/>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Ｎ</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lang="ja-JP" altLang="en-US" sz="2800" b="1" dirty="0">
                <a:solidFill>
                  <a:srgbClr val="FF0000"/>
                </a:solidFill>
                <a:latin typeface="EPSON 太明朝体Ｂ" panose="02020709000000000000" pitchFamily="17" charset="-128"/>
                <a:ea typeface="EPSON 太明朝体Ｂ" panose="02020709000000000000" pitchFamily="17" charset="-128"/>
              </a:rPr>
              <a:t>～を中心に（して）／</a:t>
            </a:r>
            <a:endParaRPr lang="en-US" altLang="ja-JP" sz="2800" b="1" dirty="0">
              <a:solidFill>
                <a:srgbClr val="FF0000"/>
              </a:solidFill>
              <a:latin typeface="EPSON 太明朝体Ｂ" panose="02020709000000000000" pitchFamily="17" charset="-128"/>
              <a:ea typeface="EPSON 太明朝体Ｂ" panose="02020709000000000000" pitchFamily="17" charset="-128"/>
            </a:endParaRPr>
          </a:p>
          <a:p>
            <a:pPr lvl="0">
              <a:defRPr/>
            </a:pPr>
            <a:r>
              <a:rPr lang="ja-JP" altLang="en-US" sz="2800" b="1" dirty="0">
                <a:solidFill>
                  <a:srgbClr val="FF0000"/>
                </a:solidFill>
                <a:latin typeface="EPSON 太明朝体Ｂ" panose="02020709000000000000" pitchFamily="17" charset="-128"/>
                <a:ea typeface="EPSON 太明朝体Ｂ" panose="02020709000000000000" pitchFamily="17" charset="-128"/>
              </a:rPr>
              <a:t>               ～を中心として</a:t>
            </a: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8" name="Picture 7">
            <a:extLst>
              <a:ext uri="{FF2B5EF4-FFF2-40B4-BE49-F238E27FC236}">
                <a16:creationId xmlns:a16="http://schemas.microsoft.com/office/drawing/2014/main" id="{68C654E2-5306-4164-6F20-26A202E7E7F4}"/>
              </a:ext>
            </a:extLst>
          </p:cNvPr>
          <p:cNvPicPr>
            <a:picLocks noChangeAspect="1"/>
          </p:cNvPicPr>
          <p:nvPr/>
        </p:nvPicPr>
        <p:blipFill>
          <a:blip r:embed="rId4"/>
          <a:stretch>
            <a:fillRect/>
          </a:stretch>
        </p:blipFill>
        <p:spPr>
          <a:xfrm>
            <a:off x="756319" y="3013668"/>
            <a:ext cx="11124143" cy="727551"/>
          </a:xfrm>
          <a:prstGeom prst="rect">
            <a:avLst/>
          </a:prstGeom>
        </p:spPr>
      </p:pic>
      <p:pic>
        <p:nvPicPr>
          <p:cNvPr id="11" name="Picture 10">
            <a:extLst>
              <a:ext uri="{FF2B5EF4-FFF2-40B4-BE49-F238E27FC236}">
                <a16:creationId xmlns:a16="http://schemas.microsoft.com/office/drawing/2014/main" id="{EAEF8C22-3BAB-B4E9-4A1B-32FCB2122623}"/>
              </a:ext>
            </a:extLst>
          </p:cNvPr>
          <p:cNvPicPr>
            <a:picLocks noChangeAspect="1"/>
          </p:cNvPicPr>
          <p:nvPr/>
        </p:nvPicPr>
        <p:blipFill>
          <a:blip r:embed="rId5"/>
          <a:stretch>
            <a:fillRect/>
          </a:stretch>
        </p:blipFill>
        <p:spPr>
          <a:xfrm>
            <a:off x="756319" y="4269489"/>
            <a:ext cx="11124143" cy="667448"/>
          </a:xfrm>
          <a:prstGeom prst="rect">
            <a:avLst/>
          </a:prstGeom>
        </p:spPr>
      </p:pic>
    </p:spTree>
    <p:extLst>
      <p:ext uri="{BB962C8B-B14F-4D97-AF65-F5344CB8AC3E}">
        <p14:creationId xmlns:p14="http://schemas.microsoft.com/office/powerpoint/2010/main" val="21714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9" y="2708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～を中心に（して）／</a:t>
              </a:r>
              <a:endParaRPr kumimoji="0" lang="en-US" altLang="ja-JP"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～を中心として</a:t>
              </a: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5289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4</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807896" y="508714"/>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tập trung vào ~, chú trọng ~, chủ yếu ~.</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1849394" y="1525258"/>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Ｎ</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rPr>
              <a:t>～を中心に（して）／</a:t>
            </a:r>
            <a:endParaRPr kumimoji="0" lang="en-US" altLang="ja-JP"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rPr>
              <a:t>               ～を中心として</a:t>
            </a: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7" name="Picture 6">
            <a:extLst>
              <a:ext uri="{FF2B5EF4-FFF2-40B4-BE49-F238E27FC236}">
                <a16:creationId xmlns:a16="http://schemas.microsoft.com/office/drawing/2014/main" id="{ADC26B47-4A44-5A70-53E7-CEA6B1A648A7}"/>
              </a:ext>
            </a:extLst>
          </p:cNvPr>
          <p:cNvPicPr>
            <a:picLocks noChangeAspect="1"/>
          </p:cNvPicPr>
          <p:nvPr/>
        </p:nvPicPr>
        <p:blipFill>
          <a:blip r:embed="rId4"/>
          <a:stretch>
            <a:fillRect/>
          </a:stretch>
        </p:blipFill>
        <p:spPr>
          <a:xfrm>
            <a:off x="299110" y="3026379"/>
            <a:ext cx="10843736" cy="727552"/>
          </a:xfrm>
          <a:prstGeom prst="rect">
            <a:avLst/>
          </a:prstGeom>
        </p:spPr>
      </p:pic>
      <p:pic>
        <p:nvPicPr>
          <p:cNvPr id="9" name="Picture 8">
            <a:extLst>
              <a:ext uri="{FF2B5EF4-FFF2-40B4-BE49-F238E27FC236}">
                <a16:creationId xmlns:a16="http://schemas.microsoft.com/office/drawing/2014/main" id="{38D66F07-C16C-9400-D93D-572C9391D5A5}"/>
              </a:ext>
            </a:extLst>
          </p:cNvPr>
          <p:cNvPicPr>
            <a:picLocks noChangeAspect="1"/>
          </p:cNvPicPr>
          <p:nvPr/>
        </p:nvPicPr>
        <p:blipFill>
          <a:blip r:embed="rId5"/>
          <a:stretch>
            <a:fillRect/>
          </a:stretch>
        </p:blipFill>
        <p:spPr>
          <a:xfrm>
            <a:off x="299110" y="3915875"/>
            <a:ext cx="9373513" cy="658859"/>
          </a:xfrm>
          <a:prstGeom prst="rect">
            <a:avLst/>
          </a:prstGeom>
        </p:spPr>
      </p:pic>
      <p:pic>
        <p:nvPicPr>
          <p:cNvPr id="10" name="Picture 9">
            <a:extLst>
              <a:ext uri="{FF2B5EF4-FFF2-40B4-BE49-F238E27FC236}">
                <a16:creationId xmlns:a16="http://schemas.microsoft.com/office/drawing/2014/main" id="{4F56DD27-9FE2-5C5B-2D93-375FE49ED991}"/>
              </a:ext>
            </a:extLst>
          </p:cNvPr>
          <p:cNvPicPr>
            <a:picLocks noChangeAspect="1"/>
          </p:cNvPicPr>
          <p:nvPr/>
        </p:nvPicPr>
        <p:blipFill>
          <a:blip r:embed="rId6"/>
          <a:stretch>
            <a:fillRect/>
          </a:stretch>
        </p:blipFill>
        <p:spPr>
          <a:xfrm>
            <a:off x="299110" y="4912235"/>
            <a:ext cx="10707842" cy="658859"/>
          </a:xfrm>
          <a:prstGeom prst="rect">
            <a:avLst/>
          </a:prstGeom>
        </p:spPr>
      </p:pic>
    </p:spTree>
    <p:extLst>
      <p:ext uri="{BB962C8B-B14F-4D97-AF65-F5344CB8AC3E}">
        <p14:creationId xmlns:p14="http://schemas.microsoft.com/office/powerpoint/2010/main" val="4182506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1416190" y="2155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～をはじめ（として）／</a:t>
              </a:r>
              <a:endParaRPr kumimoji="0" lang="en-US" altLang="ja-JP"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～をはじめとする</a:t>
              </a: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620636"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4</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.2</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096000" y="508714"/>
            <a:ext cx="5133121"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Tiêu biểu như là ~; Trước tiên ~</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1849394" y="1525258"/>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Ｎ</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rPr>
              <a:t>をはじめ（として）</a:t>
            </a:r>
            <a:endParaRPr kumimoji="0" lang="en-US" altLang="ja-JP"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endParaRPr>
          </a:p>
          <a:p>
            <a:pPr lvl="0">
              <a:defRPr/>
            </a:pPr>
            <a:r>
              <a:rPr lang="ja-JP" altLang="en-US" sz="2800" b="1" dirty="0">
                <a:solidFill>
                  <a:srgbClr val="FF0000"/>
                </a:solidFill>
                <a:latin typeface="EPSON 太明朝体Ｂ" panose="02020709000000000000" pitchFamily="17" charset="-128"/>
                <a:ea typeface="EPSON 太明朝体Ｂ" panose="02020709000000000000" pitchFamily="17" charset="-128"/>
              </a:rPr>
              <a:t>　　　　　　</a:t>
            </a:r>
            <a:r>
              <a:rPr lang="ja-JP" altLang="en-US" sz="2800" b="1" dirty="0">
                <a:solidFill>
                  <a:srgbClr val="00B050"/>
                </a:solidFill>
                <a:latin typeface="EPSON 太明朝体Ｂ" panose="02020709000000000000" pitchFamily="17" charset="-128"/>
                <a:ea typeface="EPSON 太明朝体Ｂ" panose="02020709000000000000" pitchFamily="17" charset="-128"/>
              </a:rPr>
              <a:t>Ｎ</a:t>
            </a:r>
            <a:r>
              <a:rPr lang="ja-JP" altLang="en-US" sz="2800" dirty="0">
                <a:latin typeface="HGPSoeiPresenceEB" panose="02020800000000000000" pitchFamily="18" charset="-128"/>
                <a:ea typeface="HGPSoeiPresenceEB" panose="02020800000000000000" pitchFamily="18" charset="-128"/>
              </a:rPr>
              <a:t>＋</a:t>
            </a:r>
            <a:r>
              <a:rPr lang="ja-JP" altLang="en-US" sz="2800" b="1" dirty="0">
                <a:solidFill>
                  <a:srgbClr val="FF0000"/>
                </a:solidFill>
                <a:latin typeface="EPSON 太明朝体Ｂ" panose="02020709000000000000" pitchFamily="17" charset="-128"/>
                <a:ea typeface="EPSON 太明朝体Ｂ" panose="02020709000000000000" pitchFamily="17" charset="-128"/>
              </a:rPr>
              <a:t>をはじめとする</a:t>
            </a:r>
            <a:r>
              <a:rPr lang="ja-JP" altLang="en-US" sz="2800" b="1" dirty="0">
                <a:solidFill>
                  <a:srgbClr val="00B050"/>
                </a:solidFill>
                <a:latin typeface="EPSON 太明朝体Ｂ" panose="02020709000000000000" pitchFamily="17" charset="-128"/>
                <a:ea typeface="EPSON 太明朝体Ｂ" panose="02020709000000000000" pitchFamily="17" charset="-128"/>
              </a:rPr>
              <a:t>＋Ｎ</a:t>
            </a:r>
            <a:endParaRPr kumimoji="0" lang="ja-JP" altLang="en-US" sz="2800" b="1" i="0" u="none" strike="noStrike" kern="0" cap="none" spc="0" normalizeH="0" baseline="0" noProof="0" dirty="0">
              <a:ln>
                <a:noFill/>
              </a:ln>
              <a:solidFill>
                <a:srgbClr val="00B050"/>
              </a:solidFill>
              <a:effectLst/>
              <a:uLnTx/>
              <a:uFillTx/>
              <a:latin typeface="EPSON 太明朝体Ｂ" panose="02020709000000000000" pitchFamily="17" charset="-128"/>
              <a:ea typeface="EPSON 太明朝体Ｂ" panose="02020709000000000000" pitchFamily="17" charset="-128"/>
              <a:sym typeface="Arial"/>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9" name="Picture 8">
            <a:extLst>
              <a:ext uri="{FF2B5EF4-FFF2-40B4-BE49-F238E27FC236}">
                <a16:creationId xmlns:a16="http://schemas.microsoft.com/office/drawing/2014/main" id="{1987F2D3-3393-968A-EBCD-1914611F9AE1}"/>
              </a:ext>
            </a:extLst>
          </p:cNvPr>
          <p:cNvPicPr>
            <a:picLocks noChangeAspect="1"/>
          </p:cNvPicPr>
          <p:nvPr/>
        </p:nvPicPr>
        <p:blipFill>
          <a:blip r:embed="rId4"/>
          <a:stretch>
            <a:fillRect/>
          </a:stretch>
        </p:blipFill>
        <p:spPr>
          <a:xfrm>
            <a:off x="197763" y="3181564"/>
            <a:ext cx="11941984" cy="694730"/>
          </a:xfrm>
          <a:prstGeom prst="rect">
            <a:avLst/>
          </a:prstGeom>
        </p:spPr>
      </p:pic>
      <p:grpSp>
        <p:nvGrpSpPr>
          <p:cNvPr id="15" name="Group 14">
            <a:extLst>
              <a:ext uri="{FF2B5EF4-FFF2-40B4-BE49-F238E27FC236}">
                <a16:creationId xmlns:a16="http://schemas.microsoft.com/office/drawing/2014/main" id="{35814707-9EB1-1A87-D4B7-59168F8B2D68}"/>
              </a:ext>
            </a:extLst>
          </p:cNvPr>
          <p:cNvGrpSpPr/>
          <p:nvPr/>
        </p:nvGrpSpPr>
        <p:grpSpPr>
          <a:xfrm>
            <a:off x="197763" y="4124892"/>
            <a:ext cx="10095768" cy="1237378"/>
            <a:chOff x="197763" y="4254585"/>
            <a:chExt cx="10095768" cy="1237378"/>
          </a:xfrm>
        </p:grpSpPr>
        <p:pic>
          <p:nvPicPr>
            <p:cNvPr id="12" name="Picture 11">
              <a:extLst>
                <a:ext uri="{FF2B5EF4-FFF2-40B4-BE49-F238E27FC236}">
                  <a16:creationId xmlns:a16="http://schemas.microsoft.com/office/drawing/2014/main" id="{DA5A24E9-5B69-C513-FC7F-0C920F147FF3}"/>
                </a:ext>
              </a:extLst>
            </p:cNvPr>
            <p:cNvPicPr>
              <a:picLocks noChangeAspect="1"/>
            </p:cNvPicPr>
            <p:nvPr/>
          </p:nvPicPr>
          <p:blipFill>
            <a:blip r:embed="rId5"/>
            <a:stretch>
              <a:fillRect/>
            </a:stretch>
          </p:blipFill>
          <p:spPr>
            <a:xfrm>
              <a:off x="197763" y="4254585"/>
              <a:ext cx="8268893" cy="631578"/>
            </a:xfrm>
            <a:prstGeom prst="rect">
              <a:avLst/>
            </a:prstGeom>
          </p:spPr>
        </p:pic>
        <p:pic>
          <p:nvPicPr>
            <p:cNvPr id="14" name="Picture 13">
              <a:extLst>
                <a:ext uri="{FF2B5EF4-FFF2-40B4-BE49-F238E27FC236}">
                  <a16:creationId xmlns:a16="http://schemas.microsoft.com/office/drawing/2014/main" id="{6FE69254-D1B5-2DEF-156F-B3FDB43DE6F0}"/>
                </a:ext>
              </a:extLst>
            </p:cNvPr>
            <p:cNvPicPr>
              <a:picLocks noChangeAspect="1"/>
            </p:cNvPicPr>
            <p:nvPr/>
          </p:nvPicPr>
          <p:blipFill>
            <a:blip r:embed="rId6"/>
            <a:stretch>
              <a:fillRect/>
            </a:stretch>
          </p:blipFill>
          <p:spPr>
            <a:xfrm>
              <a:off x="3663673" y="4782857"/>
              <a:ext cx="6629858" cy="709106"/>
            </a:xfrm>
            <a:prstGeom prst="rect">
              <a:avLst/>
            </a:prstGeom>
          </p:spPr>
        </p:pic>
      </p:grpSp>
      <p:sp>
        <p:nvSpPr>
          <p:cNvPr id="7" name="Rectangle: Rounded Corners 6">
            <a:extLst>
              <a:ext uri="{FF2B5EF4-FFF2-40B4-BE49-F238E27FC236}">
                <a16:creationId xmlns:a16="http://schemas.microsoft.com/office/drawing/2014/main" id="{30610094-7A20-F6C2-1D6F-7854326750A2}"/>
              </a:ext>
            </a:extLst>
          </p:cNvPr>
          <p:cNvSpPr/>
          <p:nvPr/>
        </p:nvSpPr>
        <p:spPr>
          <a:xfrm>
            <a:off x="150312" y="5441059"/>
            <a:ext cx="11710761" cy="709107"/>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800" dirty="0">
                <a:solidFill>
                  <a:schemeClr val="tx1"/>
                </a:solidFill>
                <a:latin typeface="UD Digi Kyokasho NP-R" panose="02020400000000000000" pitchFamily="18" charset="-128"/>
                <a:ea typeface="UD Digi Kyokasho NP-R" panose="02020400000000000000" pitchFamily="18" charset="-128"/>
              </a:rPr>
              <a:t>③　大学で日本をはじめアジア諸国</a:t>
            </a:r>
            <a:r>
              <a:rPr lang="en-US" altLang="ja-JP" sz="2800" dirty="0">
                <a:solidFill>
                  <a:schemeClr val="tx1"/>
                </a:solidFill>
                <a:latin typeface="UD Digi Kyokasho NP-R" panose="02020400000000000000" pitchFamily="18" charset="-128"/>
                <a:ea typeface="UD Digi Kyokasho NP-R" panose="02020400000000000000" pitchFamily="18" charset="-128"/>
              </a:rPr>
              <a:t>(</a:t>
            </a:r>
            <a:r>
              <a:rPr lang="ja-JP" altLang="en-US" sz="2000" dirty="0">
                <a:solidFill>
                  <a:schemeClr val="tx1"/>
                </a:solidFill>
                <a:latin typeface="UD Digi Kyokasho NP-R" panose="02020400000000000000" pitchFamily="18" charset="-128"/>
                <a:ea typeface="UD Digi Kyokasho NP-R" panose="02020400000000000000" pitchFamily="18" charset="-128"/>
              </a:rPr>
              <a:t>しょこく</a:t>
            </a:r>
            <a:r>
              <a:rPr lang="ja-JP" altLang="en-US" sz="2800" dirty="0">
                <a:solidFill>
                  <a:schemeClr val="tx1"/>
                </a:solidFill>
                <a:latin typeface="UD Digi Kyokasho NP-R" panose="02020400000000000000" pitchFamily="18" charset="-128"/>
                <a:ea typeface="UD Digi Kyokasho NP-R" panose="02020400000000000000" pitchFamily="18" charset="-128"/>
              </a:rPr>
              <a:t>）について研究していた。</a:t>
            </a:r>
            <a:endParaRPr lang="en-US" sz="2800" dirty="0">
              <a:solidFill>
                <a:schemeClr val="tx1"/>
              </a:solidFill>
              <a:latin typeface="UD Digi Kyokasho NP-R" panose="02020400000000000000" pitchFamily="18" charset="-128"/>
              <a:ea typeface="UD Digi Kyokasho NP-R" panose="02020400000000000000" pitchFamily="18" charset="-128"/>
            </a:endParaRPr>
          </a:p>
        </p:txBody>
      </p:sp>
    </p:spTree>
    <p:extLst>
      <p:ext uri="{BB962C8B-B14F-4D97-AF65-F5344CB8AC3E}">
        <p14:creationId xmlns:p14="http://schemas.microsoft.com/office/powerpoint/2010/main" val="57313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8" y="270813"/>
            <a:ext cx="9882375" cy="1068591"/>
            <a:chOff x="1518360" y="439524"/>
            <a:chExt cx="6096139"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　～を通して</a:t>
              </a:r>
              <a:r>
                <a:rPr kumimoji="0" lang="en-US" altLang="ja-JP"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a:t>
              </a:r>
              <a:r>
                <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rPr>
                <a:t>～通じて</a:t>
              </a:r>
            </a:p>
          </p:txBody>
        </p:sp>
        <p:sp>
          <p:nvSpPr>
            <p:cNvPr id="5" name="Oval 4">
              <a:extLst>
                <a:ext uri="{FF2B5EF4-FFF2-40B4-BE49-F238E27FC236}">
                  <a16:creationId xmlns:a16="http://schemas.microsoft.com/office/drawing/2014/main" id="{89657071-37DA-B580-7080-76FA04B3C3D9}"/>
                </a:ext>
              </a:extLst>
            </p:cNvPr>
            <p:cNvSpPr/>
            <p:nvPr/>
          </p:nvSpPr>
          <p:spPr>
            <a:xfrm>
              <a:off x="1518360" y="439524"/>
              <a:ext cx="585815"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4</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a:t>
              </a:r>
              <a:r>
                <a:rPr lang="en-US" sz="1600" dirty="0">
                  <a:solidFill>
                    <a:srgbClr val="FFFF00"/>
                  </a:solidFill>
                  <a:latin typeface="Snap ITC" panose="04040A07060A02020202" pitchFamily="82" charset="0"/>
                </a:rPr>
                <a:t>3</a:t>
              </a:r>
              <a:endPar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endParaRP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733902" y="508714"/>
            <a:ext cx="5515464"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“thông qua~ / qua~</a:t>
            </a:r>
            <a:r>
              <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en-US" altLang="ja-JP" sz="2800" b="0" i="0" u="none" strike="noStrike" kern="0" cap="none" spc="0" normalizeH="0" baseline="0" noProof="0" dirty="0" err="1">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trong</a:t>
            </a:r>
            <a:r>
              <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en-US" altLang="ja-JP" sz="2800" b="0" i="0" u="none" strike="noStrike" kern="0" cap="none" spc="0" normalizeH="0" baseline="0" noProof="0" dirty="0" err="1">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suốt</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(phương tiện/ cách thức/ mối quan hệ,...)</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2749731" y="1525257"/>
            <a:ext cx="7592874" cy="172296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endPar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11" name="Picture 10">
            <a:extLst>
              <a:ext uri="{FF2B5EF4-FFF2-40B4-BE49-F238E27FC236}">
                <a16:creationId xmlns:a16="http://schemas.microsoft.com/office/drawing/2014/main" id="{1A01896B-35DB-BCCB-DE09-E5D7CD105E52}"/>
              </a:ext>
            </a:extLst>
          </p:cNvPr>
          <p:cNvPicPr>
            <a:picLocks noChangeAspect="1"/>
          </p:cNvPicPr>
          <p:nvPr/>
        </p:nvPicPr>
        <p:blipFill>
          <a:blip r:embed="rId4"/>
          <a:stretch>
            <a:fillRect/>
          </a:stretch>
        </p:blipFill>
        <p:spPr>
          <a:xfrm>
            <a:off x="5250777" y="1575428"/>
            <a:ext cx="2590781" cy="1574788"/>
          </a:xfrm>
          <a:prstGeom prst="rect">
            <a:avLst/>
          </a:prstGeom>
        </p:spPr>
      </p:pic>
      <p:pic>
        <p:nvPicPr>
          <p:cNvPr id="16" name="Picture 15">
            <a:extLst>
              <a:ext uri="{FF2B5EF4-FFF2-40B4-BE49-F238E27FC236}">
                <a16:creationId xmlns:a16="http://schemas.microsoft.com/office/drawing/2014/main" id="{26AC37DD-F0CE-C4C0-2521-00DCCED559FF}"/>
              </a:ext>
            </a:extLst>
          </p:cNvPr>
          <p:cNvPicPr>
            <a:picLocks noChangeAspect="1"/>
          </p:cNvPicPr>
          <p:nvPr/>
        </p:nvPicPr>
        <p:blipFill>
          <a:blip r:embed="rId5"/>
          <a:stretch>
            <a:fillRect/>
          </a:stretch>
        </p:blipFill>
        <p:spPr>
          <a:xfrm>
            <a:off x="598285" y="3591856"/>
            <a:ext cx="11110662" cy="727551"/>
          </a:xfrm>
          <a:prstGeom prst="rect">
            <a:avLst/>
          </a:prstGeom>
        </p:spPr>
      </p:pic>
      <p:pic>
        <p:nvPicPr>
          <p:cNvPr id="18" name="Picture 17">
            <a:extLst>
              <a:ext uri="{FF2B5EF4-FFF2-40B4-BE49-F238E27FC236}">
                <a16:creationId xmlns:a16="http://schemas.microsoft.com/office/drawing/2014/main" id="{312B3867-D82D-0952-8959-AD8E95714DBE}"/>
              </a:ext>
            </a:extLst>
          </p:cNvPr>
          <p:cNvPicPr>
            <a:picLocks noChangeAspect="1"/>
          </p:cNvPicPr>
          <p:nvPr/>
        </p:nvPicPr>
        <p:blipFill>
          <a:blip r:embed="rId6"/>
          <a:stretch>
            <a:fillRect/>
          </a:stretch>
        </p:blipFill>
        <p:spPr>
          <a:xfrm>
            <a:off x="537184" y="4546461"/>
            <a:ext cx="9427185" cy="752806"/>
          </a:xfrm>
          <a:prstGeom prst="rect">
            <a:avLst/>
          </a:prstGeom>
        </p:spPr>
      </p:pic>
      <p:sp>
        <p:nvSpPr>
          <p:cNvPr id="7" name="TextBox 6">
            <a:extLst>
              <a:ext uri="{FF2B5EF4-FFF2-40B4-BE49-F238E27FC236}">
                <a16:creationId xmlns:a16="http://schemas.microsoft.com/office/drawing/2014/main" id="{BD2767B5-24CC-4029-A705-E7321CFD967A}"/>
              </a:ext>
            </a:extLst>
          </p:cNvPr>
          <p:cNvSpPr txBox="1"/>
          <p:nvPr/>
        </p:nvSpPr>
        <p:spPr>
          <a:xfrm>
            <a:off x="598285" y="5825900"/>
            <a:ext cx="9788257" cy="461665"/>
          </a:xfrm>
          <a:prstGeom prst="rect">
            <a:avLst/>
          </a:prstGeom>
          <a:noFill/>
        </p:spPr>
        <p:txBody>
          <a:bodyPr wrap="none" rtlCol="0">
            <a:spAutoFit/>
          </a:bodyPr>
          <a:lstStyle/>
          <a:p>
            <a:r>
              <a:rPr lang="ja-JP" altLang="en-US" sz="2400" dirty="0"/>
              <a:t>③子供たちはスポーツを通じて、色々なことを学ぶことができます。</a:t>
            </a:r>
            <a:endParaRPr lang="en-US" sz="2400" dirty="0"/>
          </a:p>
        </p:txBody>
      </p:sp>
    </p:spTree>
    <p:extLst>
      <p:ext uri="{BB962C8B-B14F-4D97-AF65-F5344CB8AC3E}">
        <p14:creationId xmlns:p14="http://schemas.microsoft.com/office/powerpoint/2010/main" val="425062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circle(in)">
                                      <p:cBhvr>
                                        <p:cTn id="7" dur="2000"/>
                                        <p:tgtEl>
                                          <p:spTgt spid="44"/>
                                        </p:tgtEl>
                                      </p:cBhvr>
                                    </p:animEffect>
                                  </p:childTnLst>
                                </p:cTn>
                              </p:par>
                              <p:par>
                                <p:cTn id="8" presetID="6" presetClass="entr" presetSubtype="16"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circle(in)">
                                      <p:cBhvr>
                                        <p:cTn id="10" dur="2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1000"/>
                                        <p:tgtEl>
                                          <p:spTgt spid="16"/>
                                        </p:tgtEl>
                                      </p:cBhvr>
                                    </p:animEffect>
                                    <p:anim calcmode="lin" valueType="num">
                                      <p:cBhvr>
                                        <p:cTn id="16" dur="1000" fill="hold"/>
                                        <p:tgtEl>
                                          <p:spTgt spid="16"/>
                                        </p:tgtEl>
                                        <p:attrNameLst>
                                          <p:attrName>ppt_x</p:attrName>
                                        </p:attrNameLst>
                                      </p:cBhvr>
                                      <p:tavLst>
                                        <p:tav tm="0">
                                          <p:val>
                                            <p:strVal val="#ppt_x"/>
                                          </p:val>
                                        </p:tav>
                                        <p:tav tm="100000">
                                          <p:val>
                                            <p:strVal val="#ppt_x"/>
                                          </p:val>
                                        </p:tav>
                                      </p:tavLst>
                                    </p:anim>
                                    <p:anim calcmode="lin" valueType="num">
                                      <p:cBhvr>
                                        <p:cTn id="1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1110343" y="309358"/>
            <a:ext cx="10881360" cy="1068591"/>
            <a:chOff x="1518360" y="439524"/>
            <a:chExt cx="6096139"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ja-JP" altLang="en-US" sz="2400" b="1" dirty="0">
                  <a:solidFill>
                    <a:srgbClr val="002060"/>
                  </a:solidFill>
                  <a:latin typeface="EPSON 太明朝体Ｂ" panose="02020709000000000000" pitchFamily="17" charset="-128"/>
                  <a:ea typeface="EPSON 太明朝体Ｂ" panose="02020709000000000000" pitchFamily="17" charset="-128"/>
                </a:rPr>
                <a:t>　　～を通して</a:t>
              </a:r>
              <a:r>
                <a:rPr lang="en-US" altLang="ja-JP" sz="2400" b="1" dirty="0">
                  <a:solidFill>
                    <a:srgbClr val="002060"/>
                  </a:solidFill>
                  <a:latin typeface="EPSON 太明朝体Ｂ" panose="02020709000000000000" pitchFamily="17" charset="-128"/>
                  <a:ea typeface="EPSON 太明朝体Ｂ" panose="02020709000000000000" pitchFamily="17" charset="-128"/>
                </a:rPr>
                <a:t>/</a:t>
              </a:r>
              <a:r>
                <a:rPr lang="ja-JP" altLang="en-US" sz="2400" b="1" dirty="0">
                  <a:solidFill>
                    <a:srgbClr val="002060"/>
                  </a:solidFill>
                  <a:latin typeface="EPSON 太明朝体Ｂ" panose="02020709000000000000" pitchFamily="17" charset="-128"/>
                  <a:ea typeface="EPSON 太明朝体Ｂ" panose="02020709000000000000" pitchFamily="17" charset="-128"/>
                </a:rPr>
                <a:t>～通じて</a:t>
              </a:r>
              <a:endParaRPr kumimoji="0" lang="ja-JP" altLang="en-US" sz="2400" b="1" i="0" u="none" strike="noStrike" kern="0" cap="none" spc="0" normalizeH="0" baseline="0" noProof="0" dirty="0">
                <a:ln>
                  <a:noFill/>
                </a:ln>
                <a:solidFill>
                  <a:srgbClr val="002060"/>
                </a:solidFill>
                <a:effectLst/>
                <a:uLnTx/>
                <a:uFillTx/>
                <a:latin typeface="EPSON 太明朝体Ｂ" panose="02020709000000000000" pitchFamily="17" charset="-128"/>
                <a:ea typeface="EPSON 太明朝体Ｂ" panose="02020709000000000000" pitchFamily="17" charset="-128"/>
                <a:cs typeface="+mn-cs"/>
                <a:sym typeface="Arial"/>
              </a:endParaRPr>
            </a:p>
          </p:txBody>
        </p:sp>
        <p:sp>
          <p:nvSpPr>
            <p:cNvPr id="5" name="Oval 4">
              <a:extLst>
                <a:ext uri="{FF2B5EF4-FFF2-40B4-BE49-F238E27FC236}">
                  <a16:creationId xmlns:a16="http://schemas.microsoft.com/office/drawing/2014/main" id="{89657071-37DA-B580-7080-76FA04B3C3D9}"/>
                </a:ext>
              </a:extLst>
            </p:cNvPr>
            <p:cNvSpPr/>
            <p:nvPr/>
          </p:nvSpPr>
          <p:spPr>
            <a:xfrm>
              <a:off x="1518360" y="439524"/>
              <a:ext cx="585815"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4</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a:t>
              </a:r>
              <a:r>
                <a:rPr lang="en-US" sz="1600" dirty="0">
                  <a:solidFill>
                    <a:srgbClr val="FFFF00"/>
                  </a:solidFill>
                  <a:latin typeface="Snap ITC" panose="04040A07060A02020202" pitchFamily="82" charset="0"/>
                </a:rPr>
                <a:t>3</a:t>
              </a:r>
              <a:endPar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endParaRP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017926" y="508714"/>
            <a:ext cx="6231440"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“thông qua~ / qua~</a:t>
            </a:r>
            <a:r>
              <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en-US" altLang="ja-JP" sz="2800" b="0" i="0" u="none" strike="noStrike" kern="0" cap="none" spc="0" normalizeH="0" baseline="0" noProof="0" dirty="0" err="1">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trong</a:t>
            </a:r>
            <a:r>
              <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en-US" altLang="ja-JP" sz="2800" b="0" i="0" u="none" strike="noStrike" kern="0" cap="none" spc="0" normalizeH="0" baseline="0" noProof="0" dirty="0" err="1">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suốt</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(phương tiện/ cách thức/ mối quan</a:t>
            </a:r>
            <a:r>
              <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hệ...)</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2749731" y="1525257"/>
            <a:ext cx="7592874" cy="172296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endPar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11" name="Picture 10">
            <a:extLst>
              <a:ext uri="{FF2B5EF4-FFF2-40B4-BE49-F238E27FC236}">
                <a16:creationId xmlns:a16="http://schemas.microsoft.com/office/drawing/2014/main" id="{1A01896B-35DB-BCCB-DE09-E5D7CD105E52}"/>
              </a:ext>
            </a:extLst>
          </p:cNvPr>
          <p:cNvPicPr>
            <a:picLocks noChangeAspect="1"/>
          </p:cNvPicPr>
          <p:nvPr/>
        </p:nvPicPr>
        <p:blipFill>
          <a:blip r:embed="rId4"/>
          <a:stretch>
            <a:fillRect/>
          </a:stretch>
        </p:blipFill>
        <p:spPr>
          <a:xfrm>
            <a:off x="5250777" y="1575428"/>
            <a:ext cx="2590781" cy="1574788"/>
          </a:xfrm>
          <a:prstGeom prst="rect">
            <a:avLst/>
          </a:prstGeom>
        </p:spPr>
      </p:pic>
      <p:pic>
        <p:nvPicPr>
          <p:cNvPr id="14" name="Picture 13">
            <a:extLst>
              <a:ext uri="{FF2B5EF4-FFF2-40B4-BE49-F238E27FC236}">
                <a16:creationId xmlns:a16="http://schemas.microsoft.com/office/drawing/2014/main" id="{34384A3E-6AAD-4716-9B3A-B1FF240E2754}"/>
              </a:ext>
            </a:extLst>
          </p:cNvPr>
          <p:cNvPicPr>
            <a:picLocks noChangeAspect="1"/>
          </p:cNvPicPr>
          <p:nvPr/>
        </p:nvPicPr>
        <p:blipFill>
          <a:blip r:embed="rId5"/>
          <a:stretch>
            <a:fillRect/>
          </a:stretch>
        </p:blipFill>
        <p:spPr>
          <a:xfrm>
            <a:off x="261583" y="3461657"/>
            <a:ext cx="11730120" cy="3078116"/>
          </a:xfrm>
          <a:prstGeom prst="rect">
            <a:avLst/>
          </a:prstGeom>
        </p:spPr>
      </p:pic>
    </p:spTree>
    <p:extLst>
      <p:ext uri="{BB962C8B-B14F-4D97-AF65-F5344CB8AC3E}">
        <p14:creationId xmlns:p14="http://schemas.microsoft.com/office/powerpoint/2010/main" val="72129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9" y="2708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C00000"/>
                  </a:solidFill>
                  <a:effectLst/>
                  <a:uLnTx/>
                  <a:uFillTx/>
                  <a:latin typeface="EPSON 太明朝体Ｂ" panose="02020709000000000000" pitchFamily="17" charset="-128"/>
                  <a:ea typeface="EPSON 太明朝体Ｂ" panose="02020709000000000000" pitchFamily="17" charset="-128"/>
                  <a:cs typeface="+mn-cs"/>
                  <a:sym typeface="Arial"/>
                </a:rPr>
                <a:t>   ～ことから</a:t>
              </a: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620636"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4</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.4</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807896" y="508714"/>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Xuất phát từ việc...</a:t>
            </a:r>
            <a:endParaRPr kumimoji="0" lang="en-US"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endParaRPr>
          </a:p>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Vì là có việc…/bởi…</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1849394" y="1525257"/>
            <a:ext cx="9672046" cy="2363017"/>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lvl="0">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lang="ja-JP" altLang="en-US" sz="2400" dirty="0">
                <a:solidFill>
                  <a:srgbClr val="00B050"/>
                </a:solidFill>
                <a:latin typeface="HGPSoeiPresenceEB" panose="02020800000000000000" pitchFamily="18" charset="-128"/>
                <a:ea typeface="HGPSoeiPresenceEB" panose="02020800000000000000" pitchFamily="18" charset="-128"/>
              </a:rPr>
              <a:t>Ｖ普通形</a:t>
            </a:r>
            <a:endParaRPr lang="en-US" altLang="ja-JP" sz="2800" b="1" dirty="0">
              <a:solidFill>
                <a:srgbClr val="FF0000"/>
              </a:solidFill>
              <a:latin typeface="EPSON 太明朝体Ｂ" panose="02020709000000000000" pitchFamily="17" charset="-128"/>
              <a:ea typeface="EPSON 太明朝体Ｂ" panose="02020709000000000000" pitchFamily="17" charset="-128"/>
            </a:endParaRPr>
          </a:p>
          <a:p>
            <a:pPr lvl="0">
              <a:defRPr/>
            </a:pPr>
            <a:r>
              <a:rPr lang="ja-JP" altLang="en-US" sz="2800" b="1" dirty="0">
                <a:solidFill>
                  <a:srgbClr val="FF0000"/>
                </a:solidFill>
                <a:latin typeface="EPSON 太明朝体Ｂ" panose="02020709000000000000" pitchFamily="17" charset="-128"/>
                <a:ea typeface="EPSON 太明朝体Ｂ" panose="02020709000000000000" pitchFamily="17" charset="-128"/>
              </a:rPr>
              <a:t>　　　　　　</a:t>
            </a:r>
            <a:r>
              <a:rPr lang="ja-JP" altLang="en-US" sz="2800" b="1" dirty="0">
                <a:solidFill>
                  <a:srgbClr val="00B050"/>
                </a:solidFill>
                <a:latin typeface="EPSON 太明朝体Ｂ" panose="02020709000000000000" pitchFamily="17" charset="-128"/>
                <a:ea typeface="EPSON 太明朝体Ｂ" panose="02020709000000000000" pitchFamily="17" charset="-128"/>
              </a:rPr>
              <a:t>Ａい   </a:t>
            </a:r>
            <a:endParaRPr lang="en-US" altLang="ja-JP" sz="2800" b="1" dirty="0">
              <a:solidFill>
                <a:srgbClr val="00B050"/>
              </a:solidFill>
              <a:latin typeface="EPSON 太明朝体Ｂ" panose="02020709000000000000" pitchFamily="17" charset="-128"/>
              <a:ea typeface="EPSON 太明朝体Ｂ" panose="02020709000000000000" pitchFamily="17" charset="-128"/>
            </a:endParaRPr>
          </a:p>
          <a:p>
            <a:pPr lvl="0">
              <a:defRPr/>
            </a:pPr>
            <a:r>
              <a:rPr lang="ja-JP" altLang="en-US" sz="2800" b="1" dirty="0">
                <a:solidFill>
                  <a:srgbClr val="FF0000"/>
                </a:solidFill>
                <a:latin typeface="EPSON 太明朝体Ｂ" panose="02020709000000000000" pitchFamily="17" charset="-128"/>
                <a:ea typeface="EPSON 太明朝体Ｂ" panose="02020709000000000000" pitchFamily="17" charset="-128"/>
              </a:rPr>
              <a:t>　　　　　　</a:t>
            </a:r>
            <a:r>
              <a:rPr lang="ja-JP" altLang="en-US" sz="2800" b="1" dirty="0">
                <a:solidFill>
                  <a:srgbClr val="00B050"/>
                </a:solidFill>
                <a:latin typeface="EPSON 太明朝体Ｂ" panose="02020709000000000000" pitchFamily="17" charset="-128"/>
                <a:ea typeface="EPSON 太明朝体Ｂ" panose="02020709000000000000" pitchFamily="17" charset="-128"/>
              </a:rPr>
              <a:t>Ａな                  </a:t>
            </a:r>
            <a:r>
              <a:rPr lang="ja-JP" altLang="en-US" sz="2400" dirty="0">
                <a:latin typeface="HGPSoeiPresenceEB" panose="02020800000000000000" pitchFamily="18" charset="-128"/>
                <a:ea typeface="HGPSoeiPresenceEB" panose="02020800000000000000" pitchFamily="18" charset="-128"/>
              </a:rPr>
              <a:t>＋</a:t>
            </a:r>
            <a:r>
              <a:rPr lang="ja-JP" altLang="en-US" sz="2800" b="1" dirty="0">
                <a:solidFill>
                  <a:srgbClr val="FF0000"/>
                </a:solidFill>
                <a:latin typeface="EPSON 太明朝体Ｂ" panose="02020709000000000000" pitchFamily="17" charset="-128"/>
                <a:ea typeface="EPSON 太明朝体Ｂ" panose="02020709000000000000" pitchFamily="17" charset="-128"/>
              </a:rPr>
              <a:t>ことから</a:t>
            </a:r>
            <a:endParaRPr lang="en-US" altLang="ja-JP" sz="2800" b="1" dirty="0">
              <a:solidFill>
                <a:srgbClr val="00B050"/>
              </a:solidFill>
              <a:latin typeface="EPSON 太明朝体Ｂ" panose="02020709000000000000" pitchFamily="17" charset="-128"/>
              <a:ea typeface="EPSON 太明朝体Ｂ" panose="02020709000000000000" pitchFamily="17" charset="-128"/>
            </a:endParaRPr>
          </a:p>
          <a:p>
            <a:pPr lvl="0">
              <a:defRPr/>
            </a:pPr>
            <a:r>
              <a:rPr lang="ja-JP" altLang="en-US" sz="2800" b="1" dirty="0">
                <a:solidFill>
                  <a:srgbClr val="FF0000"/>
                </a:solidFill>
                <a:latin typeface="EPSON 太明朝体Ｂ" panose="02020709000000000000" pitchFamily="17" charset="-128"/>
                <a:ea typeface="EPSON 太明朝体Ｂ" panose="02020709000000000000" pitchFamily="17" charset="-128"/>
              </a:rPr>
              <a:t>　　　　　　</a:t>
            </a:r>
            <a:r>
              <a:rPr lang="ja-JP" altLang="en-US" sz="2800" b="1" dirty="0">
                <a:solidFill>
                  <a:srgbClr val="00B050"/>
                </a:solidFill>
                <a:latin typeface="EPSON 太明朝体Ｂ" panose="02020709000000000000" pitchFamily="17" charset="-128"/>
                <a:ea typeface="EPSON 太明朝体Ｂ" panose="02020709000000000000" pitchFamily="17" charset="-128"/>
              </a:rPr>
              <a:t>Ａな＋である ・ だった</a:t>
            </a:r>
          </a:p>
          <a:p>
            <a:pPr lvl="0">
              <a:defRPr/>
            </a:pPr>
            <a:r>
              <a:rPr lang="ja-JP" altLang="en-US" sz="2800" b="1" dirty="0">
                <a:solidFill>
                  <a:srgbClr val="FF0000"/>
                </a:solidFill>
                <a:latin typeface="EPSON 太明朝体Ｂ" panose="02020709000000000000" pitchFamily="17" charset="-128"/>
                <a:ea typeface="EPSON 太明朝体Ｂ" panose="02020709000000000000" pitchFamily="17" charset="-128"/>
              </a:rPr>
              <a:t>　　　　　　</a:t>
            </a:r>
            <a:r>
              <a:rPr lang="ja-JP" altLang="en-US" sz="2800" b="1" dirty="0">
                <a:solidFill>
                  <a:srgbClr val="00B050"/>
                </a:solidFill>
                <a:latin typeface="EPSON 太明朝体Ｂ" panose="02020709000000000000" pitchFamily="17" charset="-128"/>
                <a:ea typeface="EPSON 太明朝体Ｂ" panose="02020709000000000000" pitchFamily="17" charset="-128"/>
              </a:rPr>
              <a:t>Ｎ＋である・だった   </a:t>
            </a:r>
            <a:endParaRPr kumimoji="0" lang="ja-JP" altLang="en-US" sz="2800" b="1" i="0" u="none" strike="noStrike" kern="0" cap="none" spc="0" normalizeH="0" baseline="0" noProof="0" dirty="0">
              <a:ln>
                <a:noFill/>
              </a:ln>
              <a:solidFill>
                <a:srgbClr val="00B050"/>
              </a:solidFill>
              <a:effectLst/>
              <a:uLnTx/>
              <a:uFillTx/>
              <a:latin typeface="EPSON 太明朝体Ｂ" panose="02020709000000000000" pitchFamily="17" charset="-128"/>
              <a:ea typeface="EPSON 太明朝体Ｂ" panose="02020709000000000000" pitchFamily="17" charset="-128"/>
              <a:cs typeface="Arial"/>
              <a:sym typeface="Arial"/>
            </a:endParaRP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sp>
        <p:nvSpPr>
          <p:cNvPr id="8" name="Google Shape;1514;p52">
            <a:extLst>
              <a:ext uri="{FF2B5EF4-FFF2-40B4-BE49-F238E27FC236}">
                <a16:creationId xmlns:a16="http://schemas.microsoft.com/office/drawing/2014/main" id="{D3D7B014-B815-EE6D-FFAC-3082B4D782B7}"/>
              </a:ext>
            </a:extLst>
          </p:cNvPr>
          <p:cNvSpPr/>
          <p:nvPr/>
        </p:nvSpPr>
        <p:spPr>
          <a:xfrm>
            <a:off x="963687" y="3906582"/>
            <a:ext cx="10265434" cy="725018"/>
          </a:xfrm>
          <a:prstGeom prst="roundRect">
            <a:avLst>
              <a:gd name="adj" fmla="val 16667"/>
            </a:avLst>
          </a:prstGeom>
          <a:noFill/>
          <a:ln w="38100">
            <a:noFill/>
          </a:ln>
        </p:spPr>
        <p:txBody>
          <a:bodyPr spcFirstLastPara="1" wrap="square" lIns="68569" tIns="68569" rIns="68569" bIns="68569" anchor="ctr" anchorCtr="0">
            <a:noAutofit/>
          </a:bodyPr>
          <a:lstStyle/>
          <a:p>
            <a:pPr lvl="0" defTabSz="685800">
              <a:defRPr/>
            </a:pPr>
            <a:r>
              <a:rPr kumimoji="0" lang="ja-JP" altLang="en-US" sz="1800" b="0" i="0" u="none" strike="noStrike" kern="0" cap="none" spc="0" normalizeH="0" baseline="0" noProof="0" dirty="0">
                <a:ln>
                  <a:noFill/>
                </a:ln>
                <a:solidFill>
                  <a:srgbClr val="FF0000"/>
                </a:solidFill>
                <a:effectLst/>
                <a:uLnTx/>
                <a:uFillTx/>
                <a:latin typeface="UD Digi Kyokasho N-B" panose="02020700000000000000" pitchFamily="17" charset="-128"/>
                <a:ea typeface="UD Digi Kyokasho N-B" panose="02020700000000000000" pitchFamily="17" charset="-128"/>
                <a:cs typeface="Arial"/>
                <a:sym typeface="Arial"/>
              </a:rPr>
              <a:t>意味</a:t>
            </a:r>
            <a:r>
              <a:rPr kumimoji="0" lang="ja-JP" altLang="en-US" sz="18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a:t>
            </a:r>
            <a:r>
              <a:rPr kumimoji="0" lang="en-US" sz="1800" b="0" i="0" u="none" strike="noStrike" kern="1200" cap="none" spc="0" normalizeH="0" baseline="0" noProof="0" dirty="0">
                <a:ln>
                  <a:noFill/>
                </a:ln>
                <a:solidFill>
                  <a:srgbClr val="313752"/>
                </a:solidFill>
                <a:effectLst/>
                <a:uLnTx/>
                <a:uFillTx/>
                <a:latin typeface="Arial"/>
                <a:ea typeface="+mn-ea"/>
                <a:cs typeface="+mn-cs"/>
              </a:rPr>
              <a:t> </a:t>
            </a:r>
            <a:r>
              <a:rPr lang="en-US" altLang="ja-JP" sz="2400" dirty="0" err="1">
                <a:solidFill>
                  <a:srgbClr val="0070C0"/>
                </a:solidFill>
                <a:latin typeface="SVN-Comic Sans MS" panose="02040603050506020204" pitchFamily="18" charset="0"/>
              </a:rPr>
              <a:t>Thường</a:t>
            </a:r>
            <a:r>
              <a:rPr lang="en-US" altLang="ja-JP" sz="2400" dirty="0">
                <a:solidFill>
                  <a:srgbClr val="0070C0"/>
                </a:solidFill>
                <a:latin typeface="SVN-Comic Sans MS" panose="02040603050506020204" pitchFamily="18" charset="0"/>
              </a:rPr>
              <a:t> </a:t>
            </a:r>
            <a:r>
              <a:rPr lang="en-US" altLang="ja-JP" sz="2400" dirty="0" err="1">
                <a:solidFill>
                  <a:srgbClr val="0070C0"/>
                </a:solidFill>
                <a:latin typeface="SVN-Comic Sans MS" panose="02040603050506020204" pitchFamily="18" charset="0"/>
              </a:rPr>
              <a:t>đi</a:t>
            </a:r>
            <a:r>
              <a:rPr lang="en-US" altLang="ja-JP" sz="2400" dirty="0">
                <a:solidFill>
                  <a:srgbClr val="0070C0"/>
                </a:solidFill>
                <a:latin typeface="SVN-Comic Sans MS" panose="02040603050506020204" pitchFamily="18" charset="0"/>
              </a:rPr>
              <a:t> </a:t>
            </a:r>
            <a:r>
              <a:rPr lang="en-US" altLang="ja-JP" sz="2400" dirty="0" err="1">
                <a:solidFill>
                  <a:srgbClr val="0070C0"/>
                </a:solidFill>
                <a:latin typeface="SVN-Comic Sans MS" panose="02040603050506020204" pitchFamily="18" charset="0"/>
              </a:rPr>
              <a:t>kèm</a:t>
            </a:r>
            <a:r>
              <a:rPr lang="en-US" altLang="ja-JP" sz="2400" dirty="0">
                <a:solidFill>
                  <a:srgbClr val="0070C0"/>
                </a:solidFill>
                <a:latin typeface="SVN-Comic Sans MS" panose="02040603050506020204" pitchFamily="18" charset="0"/>
              </a:rPr>
              <a:t> </a:t>
            </a:r>
            <a:r>
              <a:rPr lang="en-US" altLang="ja-JP" sz="2400" dirty="0" err="1">
                <a:solidFill>
                  <a:srgbClr val="0070C0"/>
                </a:solidFill>
                <a:latin typeface="SVN-Comic Sans MS" panose="02040603050506020204" pitchFamily="18" charset="0"/>
              </a:rPr>
              <a:t>với</a:t>
            </a:r>
            <a:r>
              <a:rPr lang="en-US" altLang="ja-JP" sz="2400" dirty="0">
                <a:solidFill>
                  <a:srgbClr val="0070C0"/>
                </a:solidFill>
                <a:latin typeface="SVN-Comic Sans MS" panose="02040603050506020204" pitchFamily="18" charset="0"/>
              </a:rPr>
              <a:t> </a:t>
            </a:r>
            <a:r>
              <a:rPr lang="ja-JP" altLang="en-US" sz="2400" dirty="0">
                <a:solidFill>
                  <a:srgbClr val="0070C0"/>
                </a:solidFill>
                <a:latin typeface="UD Digi Kyokasho NP-R" panose="02020400000000000000" pitchFamily="18" charset="-128"/>
                <a:ea typeface="UD Digi Kyokasho NP-R" panose="02020400000000000000" pitchFamily="18" charset="-128"/>
              </a:rPr>
              <a:t>と呼ばれている・と言われている・とわかる。</a:t>
            </a:r>
            <a:endParaRPr lang="vi-VN" sz="2400" dirty="0">
              <a:solidFill>
                <a:srgbClr val="0070C0"/>
              </a:solidFill>
              <a:latin typeface="SVN-Comic Sans MS" panose="02040603050506020204" pitchFamily="18" charset="0"/>
              <a:ea typeface="UD Digi Kyokasho NP-R" panose="02020400000000000000" pitchFamily="18" charset="-128"/>
            </a:endParaRPr>
          </a:p>
        </p:txBody>
      </p:sp>
      <p:pic>
        <p:nvPicPr>
          <p:cNvPr id="11" name="Picture 10">
            <a:extLst>
              <a:ext uri="{FF2B5EF4-FFF2-40B4-BE49-F238E27FC236}">
                <a16:creationId xmlns:a16="http://schemas.microsoft.com/office/drawing/2014/main" id="{B75AC243-0DA1-B1FC-197D-E05AF15E82FD}"/>
              </a:ext>
            </a:extLst>
          </p:cNvPr>
          <p:cNvPicPr>
            <a:picLocks noChangeAspect="1"/>
          </p:cNvPicPr>
          <p:nvPr/>
        </p:nvPicPr>
        <p:blipFill>
          <a:blip r:embed="rId4"/>
          <a:stretch>
            <a:fillRect/>
          </a:stretch>
        </p:blipFill>
        <p:spPr>
          <a:xfrm>
            <a:off x="391860" y="4688164"/>
            <a:ext cx="11616156" cy="725017"/>
          </a:xfrm>
          <a:prstGeom prst="rect">
            <a:avLst/>
          </a:prstGeom>
        </p:spPr>
      </p:pic>
      <p:grpSp>
        <p:nvGrpSpPr>
          <p:cNvPr id="19" name="Group 18">
            <a:extLst>
              <a:ext uri="{FF2B5EF4-FFF2-40B4-BE49-F238E27FC236}">
                <a16:creationId xmlns:a16="http://schemas.microsoft.com/office/drawing/2014/main" id="{315918CC-7E11-F650-EAD6-E2DECA7AD3CC}"/>
              </a:ext>
            </a:extLst>
          </p:cNvPr>
          <p:cNvGrpSpPr/>
          <p:nvPr/>
        </p:nvGrpSpPr>
        <p:grpSpPr>
          <a:xfrm>
            <a:off x="451293" y="5445810"/>
            <a:ext cx="10312501" cy="1336950"/>
            <a:chOff x="490483" y="5709175"/>
            <a:chExt cx="8591934" cy="1066136"/>
          </a:xfrm>
        </p:grpSpPr>
        <p:pic>
          <p:nvPicPr>
            <p:cNvPr id="16" name="Picture 15">
              <a:extLst>
                <a:ext uri="{FF2B5EF4-FFF2-40B4-BE49-F238E27FC236}">
                  <a16:creationId xmlns:a16="http://schemas.microsoft.com/office/drawing/2014/main" id="{E96ECD8F-788A-2B2C-9CD1-8780DF959068}"/>
                </a:ext>
              </a:extLst>
            </p:cNvPr>
            <p:cNvPicPr>
              <a:picLocks noChangeAspect="1"/>
            </p:cNvPicPr>
            <p:nvPr/>
          </p:nvPicPr>
          <p:blipFill>
            <a:blip r:embed="rId5"/>
            <a:stretch>
              <a:fillRect/>
            </a:stretch>
          </p:blipFill>
          <p:spPr>
            <a:xfrm>
              <a:off x="490483" y="5709175"/>
              <a:ext cx="5528692" cy="558796"/>
            </a:xfrm>
            <a:prstGeom prst="rect">
              <a:avLst/>
            </a:prstGeom>
          </p:spPr>
        </p:pic>
        <p:pic>
          <p:nvPicPr>
            <p:cNvPr id="18" name="Picture 17">
              <a:extLst>
                <a:ext uri="{FF2B5EF4-FFF2-40B4-BE49-F238E27FC236}">
                  <a16:creationId xmlns:a16="http://schemas.microsoft.com/office/drawing/2014/main" id="{DC40DDE2-22A2-7108-2A94-6C983FFD5233}"/>
                </a:ext>
              </a:extLst>
            </p:cNvPr>
            <p:cNvPicPr>
              <a:picLocks noChangeAspect="1"/>
            </p:cNvPicPr>
            <p:nvPr/>
          </p:nvPicPr>
          <p:blipFill>
            <a:blip r:embed="rId6"/>
            <a:stretch>
              <a:fillRect/>
            </a:stretch>
          </p:blipFill>
          <p:spPr>
            <a:xfrm>
              <a:off x="4010921" y="6246148"/>
              <a:ext cx="5071496" cy="529163"/>
            </a:xfrm>
            <a:prstGeom prst="rect">
              <a:avLst/>
            </a:prstGeom>
          </p:spPr>
        </p:pic>
      </p:grpSp>
    </p:spTree>
    <p:extLst>
      <p:ext uri="{BB962C8B-B14F-4D97-AF65-F5344CB8AC3E}">
        <p14:creationId xmlns:p14="http://schemas.microsoft.com/office/powerpoint/2010/main" val="2470195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1000"/>
                                        <p:tgtEl>
                                          <p:spTgt spid="19"/>
                                        </p:tgtEl>
                                      </p:cBhvr>
                                    </p:animEffect>
                                    <p:anim calcmode="lin" valueType="num">
                                      <p:cBhvr>
                                        <p:cTn id="24" dur="1000" fill="hold"/>
                                        <p:tgtEl>
                                          <p:spTgt spid="19"/>
                                        </p:tgtEl>
                                        <p:attrNameLst>
                                          <p:attrName>ppt_x</p:attrName>
                                        </p:attrNameLst>
                                      </p:cBhvr>
                                      <p:tavLst>
                                        <p:tav tm="0">
                                          <p:val>
                                            <p:strVal val="#ppt_x"/>
                                          </p:val>
                                        </p:tav>
                                        <p:tav tm="100000">
                                          <p:val>
                                            <p:strVal val="#ppt_x"/>
                                          </p:val>
                                        </p:tav>
                                      </p:tavLst>
                                    </p:anim>
                                    <p:anim calcmode="lin" valueType="num">
                                      <p:cBhvr>
                                        <p:cTn id="2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4" name="Picture 3">
            <a:extLst>
              <a:ext uri="{FF2B5EF4-FFF2-40B4-BE49-F238E27FC236}">
                <a16:creationId xmlns:a16="http://schemas.microsoft.com/office/drawing/2014/main" id="{42E66753-5653-4CFE-DEB8-0B05CA2B4B2A}"/>
              </a:ext>
            </a:extLst>
          </p:cNvPr>
          <p:cNvPicPr>
            <a:picLocks noChangeAspect="1"/>
          </p:cNvPicPr>
          <p:nvPr/>
        </p:nvPicPr>
        <p:blipFill>
          <a:blip r:embed="rId4"/>
          <a:stretch>
            <a:fillRect/>
          </a:stretch>
        </p:blipFill>
        <p:spPr>
          <a:xfrm>
            <a:off x="995241" y="1021539"/>
            <a:ext cx="10797033" cy="1590138"/>
          </a:xfrm>
          <a:prstGeom prst="rect">
            <a:avLst/>
          </a:prstGeom>
        </p:spPr>
      </p:pic>
      <p:pic>
        <p:nvPicPr>
          <p:cNvPr id="6" name="Picture 5">
            <a:extLst>
              <a:ext uri="{FF2B5EF4-FFF2-40B4-BE49-F238E27FC236}">
                <a16:creationId xmlns:a16="http://schemas.microsoft.com/office/drawing/2014/main" id="{6032608A-5402-87DB-8557-7DB622967CAC}"/>
              </a:ext>
            </a:extLst>
          </p:cNvPr>
          <p:cNvPicPr>
            <a:picLocks noChangeAspect="1"/>
          </p:cNvPicPr>
          <p:nvPr/>
        </p:nvPicPr>
        <p:blipFill>
          <a:blip r:embed="rId5"/>
          <a:stretch>
            <a:fillRect/>
          </a:stretch>
        </p:blipFill>
        <p:spPr>
          <a:xfrm>
            <a:off x="1196353" y="2889254"/>
            <a:ext cx="10712870" cy="1357070"/>
          </a:xfrm>
          <a:prstGeom prst="rect">
            <a:avLst/>
          </a:prstGeom>
        </p:spPr>
      </p:pic>
      <p:pic>
        <p:nvPicPr>
          <p:cNvPr id="8" name="Picture 7">
            <a:extLst>
              <a:ext uri="{FF2B5EF4-FFF2-40B4-BE49-F238E27FC236}">
                <a16:creationId xmlns:a16="http://schemas.microsoft.com/office/drawing/2014/main" id="{1CF10318-3456-FF72-42E0-D0355FFF5343}"/>
              </a:ext>
            </a:extLst>
          </p:cNvPr>
          <p:cNvPicPr>
            <a:picLocks noChangeAspect="1"/>
          </p:cNvPicPr>
          <p:nvPr/>
        </p:nvPicPr>
        <p:blipFill>
          <a:blip r:embed="rId6"/>
          <a:stretch>
            <a:fillRect/>
          </a:stretch>
        </p:blipFill>
        <p:spPr>
          <a:xfrm>
            <a:off x="1196353" y="4604570"/>
            <a:ext cx="10777640" cy="1526920"/>
          </a:xfrm>
          <a:prstGeom prst="rect">
            <a:avLst/>
          </a:prstGeom>
        </p:spPr>
      </p:pic>
      <p:sp>
        <p:nvSpPr>
          <p:cNvPr id="7" name="Rectangle 6">
            <a:extLst>
              <a:ext uri="{FF2B5EF4-FFF2-40B4-BE49-F238E27FC236}">
                <a16:creationId xmlns:a16="http://schemas.microsoft.com/office/drawing/2014/main" id="{98F9AC42-95D0-4456-97B6-E9113E33D84D}"/>
              </a:ext>
            </a:extLst>
          </p:cNvPr>
          <p:cNvSpPr/>
          <p:nvPr/>
        </p:nvSpPr>
        <p:spPr>
          <a:xfrm>
            <a:off x="4105469" y="130629"/>
            <a:ext cx="4637314" cy="69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t>練習しましょう</a:t>
            </a:r>
            <a:endParaRPr lang="en-US" sz="3200" b="1" dirty="0"/>
          </a:p>
        </p:txBody>
      </p:sp>
    </p:spTree>
    <p:extLst>
      <p:ext uri="{BB962C8B-B14F-4D97-AF65-F5344CB8AC3E}">
        <p14:creationId xmlns:p14="http://schemas.microsoft.com/office/powerpoint/2010/main" val="27560581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5" name="Picture 4">
            <a:extLst>
              <a:ext uri="{FF2B5EF4-FFF2-40B4-BE49-F238E27FC236}">
                <a16:creationId xmlns:a16="http://schemas.microsoft.com/office/drawing/2014/main" id="{5E24182A-FB56-12E5-9CEC-CD7F7DCECFFF}"/>
              </a:ext>
            </a:extLst>
          </p:cNvPr>
          <p:cNvPicPr>
            <a:picLocks noChangeAspect="1"/>
          </p:cNvPicPr>
          <p:nvPr/>
        </p:nvPicPr>
        <p:blipFill>
          <a:blip r:embed="rId4"/>
          <a:stretch>
            <a:fillRect/>
          </a:stretch>
        </p:blipFill>
        <p:spPr>
          <a:xfrm>
            <a:off x="444100" y="3506091"/>
            <a:ext cx="11688002" cy="3076336"/>
          </a:xfrm>
          <a:prstGeom prst="rect">
            <a:avLst/>
          </a:prstGeom>
        </p:spPr>
      </p:pic>
      <p:pic>
        <p:nvPicPr>
          <p:cNvPr id="9" name="Picture 8">
            <a:extLst>
              <a:ext uri="{FF2B5EF4-FFF2-40B4-BE49-F238E27FC236}">
                <a16:creationId xmlns:a16="http://schemas.microsoft.com/office/drawing/2014/main" id="{2FE2EF7F-3C9E-0C01-A349-DC1D3F736F49}"/>
              </a:ext>
            </a:extLst>
          </p:cNvPr>
          <p:cNvPicPr>
            <a:picLocks noChangeAspect="1"/>
          </p:cNvPicPr>
          <p:nvPr/>
        </p:nvPicPr>
        <p:blipFill>
          <a:blip r:embed="rId5"/>
          <a:stretch>
            <a:fillRect/>
          </a:stretch>
        </p:blipFill>
        <p:spPr>
          <a:xfrm>
            <a:off x="513567" y="1206734"/>
            <a:ext cx="11318671" cy="1918509"/>
          </a:xfrm>
          <a:prstGeom prst="rect">
            <a:avLst/>
          </a:prstGeom>
        </p:spPr>
      </p:pic>
      <p:sp>
        <p:nvSpPr>
          <p:cNvPr id="6" name="Rectangle 5">
            <a:extLst>
              <a:ext uri="{FF2B5EF4-FFF2-40B4-BE49-F238E27FC236}">
                <a16:creationId xmlns:a16="http://schemas.microsoft.com/office/drawing/2014/main" id="{A5D59521-5D19-48AF-BB15-494E0288EB3B}"/>
              </a:ext>
            </a:extLst>
          </p:cNvPr>
          <p:cNvSpPr/>
          <p:nvPr/>
        </p:nvSpPr>
        <p:spPr>
          <a:xfrm>
            <a:off x="4105469" y="130629"/>
            <a:ext cx="4637314" cy="69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t>練習しましょう</a:t>
            </a:r>
            <a:endParaRPr lang="en-US" sz="3200" b="1" dirty="0"/>
          </a:p>
        </p:txBody>
      </p:sp>
    </p:spTree>
    <p:extLst>
      <p:ext uri="{BB962C8B-B14F-4D97-AF65-F5344CB8AC3E}">
        <p14:creationId xmlns:p14="http://schemas.microsoft.com/office/powerpoint/2010/main" val="2372130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5" name="Picture 4">
            <a:extLst>
              <a:ext uri="{FF2B5EF4-FFF2-40B4-BE49-F238E27FC236}">
                <a16:creationId xmlns:a16="http://schemas.microsoft.com/office/drawing/2014/main" id="{7DDA7A00-58A9-8A4A-D7BD-233B8E76E62C}"/>
              </a:ext>
            </a:extLst>
          </p:cNvPr>
          <p:cNvPicPr>
            <a:picLocks noChangeAspect="1"/>
          </p:cNvPicPr>
          <p:nvPr/>
        </p:nvPicPr>
        <p:blipFill>
          <a:blip r:embed="rId3"/>
          <a:stretch>
            <a:fillRect/>
          </a:stretch>
        </p:blipFill>
        <p:spPr>
          <a:xfrm>
            <a:off x="551763" y="123046"/>
            <a:ext cx="11172951" cy="6659797"/>
          </a:xfrm>
          <a:prstGeom prst="rect">
            <a:avLst/>
          </a:prstGeom>
        </p:spPr>
      </p:pic>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4">
            <a:alphaModFix/>
          </a:blip>
          <a:stretch>
            <a:fillRect/>
          </a:stretch>
        </p:blipFill>
        <p:spPr>
          <a:xfrm>
            <a:off x="-1437618" y="-1515472"/>
            <a:ext cx="3483083" cy="4529141"/>
          </a:xfrm>
          <a:prstGeom prst="rect">
            <a:avLst/>
          </a:prstGeom>
          <a:noFill/>
          <a:ln>
            <a:noFill/>
          </a:ln>
        </p:spPr>
      </p:pic>
      <p:sp>
        <p:nvSpPr>
          <p:cNvPr id="6" name="Rectangle 5">
            <a:extLst>
              <a:ext uri="{FF2B5EF4-FFF2-40B4-BE49-F238E27FC236}">
                <a16:creationId xmlns:a16="http://schemas.microsoft.com/office/drawing/2014/main" id="{BCA81EF4-5953-487A-9D23-C1ED21861F95}"/>
              </a:ext>
            </a:extLst>
          </p:cNvPr>
          <p:cNvSpPr/>
          <p:nvPr/>
        </p:nvSpPr>
        <p:spPr>
          <a:xfrm>
            <a:off x="467286" y="50687"/>
            <a:ext cx="3736008" cy="69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t>読みましょう（Ｐ</a:t>
            </a:r>
            <a:r>
              <a:rPr lang="en-US" altLang="ja-JP" sz="3200" b="1" dirty="0"/>
              <a:t>.</a:t>
            </a:r>
            <a:r>
              <a:rPr lang="ja-JP" altLang="en-US" sz="3200" b="1" dirty="0"/>
              <a:t>７８</a:t>
            </a:r>
            <a:r>
              <a:rPr lang="en-US" altLang="ja-JP" sz="3200" b="1" dirty="0"/>
              <a:t>)</a:t>
            </a:r>
            <a:endParaRPr lang="en-US" sz="3200" b="1" dirty="0"/>
          </a:p>
        </p:txBody>
      </p:sp>
    </p:spTree>
    <p:extLst>
      <p:ext uri="{BB962C8B-B14F-4D97-AF65-F5344CB8AC3E}">
        <p14:creationId xmlns:p14="http://schemas.microsoft.com/office/powerpoint/2010/main" val="23535364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4" name="Picture 3">
            <a:extLst>
              <a:ext uri="{FF2B5EF4-FFF2-40B4-BE49-F238E27FC236}">
                <a16:creationId xmlns:a16="http://schemas.microsoft.com/office/drawing/2014/main" id="{F5489F9B-E056-6C8D-93B6-FAD555A8DE61}"/>
              </a:ext>
            </a:extLst>
          </p:cNvPr>
          <p:cNvPicPr>
            <a:picLocks noChangeAspect="1"/>
          </p:cNvPicPr>
          <p:nvPr/>
        </p:nvPicPr>
        <p:blipFill>
          <a:blip r:embed="rId3"/>
          <a:stretch>
            <a:fillRect/>
          </a:stretch>
        </p:blipFill>
        <p:spPr>
          <a:xfrm>
            <a:off x="505510" y="169206"/>
            <a:ext cx="11413005" cy="6505248"/>
          </a:xfrm>
          <a:prstGeom prst="rect">
            <a:avLst/>
          </a:prstGeom>
        </p:spPr>
      </p:pic>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4">
            <a:alphaModFix/>
          </a:blip>
          <a:stretch>
            <a:fillRect/>
          </a:stretch>
        </p:blipFill>
        <p:spPr>
          <a:xfrm>
            <a:off x="-1437618" y="-1515472"/>
            <a:ext cx="3483083" cy="4529141"/>
          </a:xfrm>
          <a:prstGeom prst="rect">
            <a:avLst/>
          </a:prstGeom>
          <a:noFill/>
          <a:ln>
            <a:noFill/>
          </a:ln>
        </p:spPr>
      </p:pic>
    </p:spTree>
    <p:extLst>
      <p:ext uri="{BB962C8B-B14F-4D97-AF65-F5344CB8AC3E}">
        <p14:creationId xmlns:p14="http://schemas.microsoft.com/office/powerpoint/2010/main" val="35736489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3" name="Picture 2">
            <a:extLst>
              <a:ext uri="{FF2B5EF4-FFF2-40B4-BE49-F238E27FC236}">
                <a16:creationId xmlns:a16="http://schemas.microsoft.com/office/drawing/2014/main" id="{0D4DB035-BA72-468D-BC52-F227ABB00897}"/>
              </a:ext>
            </a:extLst>
          </p:cNvPr>
          <p:cNvPicPr>
            <a:picLocks noChangeAspect="1"/>
          </p:cNvPicPr>
          <p:nvPr/>
        </p:nvPicPr>
        <p:blipFill>
          <a:blip r:embed="rId4"/>
          <a:stretch>
            <a:fillRect/>
          </a:stretch>
        </p:blipFill>
        <p:spPr>
          <a:xfrm>
            <a:off x="0" y="829040"/>
            <a:ext cx="12192000" cy="5199919"/>
          </a:xfrm>
          <a:prstGeom prst="rect">
            <a:avLst/>
          </a:prstGeom>
        </p:spPr>
      </p:pic>
      <p:sp>
        <p:nvSpPr>
          <p:cNvPr id="6" name="Rectangle 5">
            <a:extLst>
              <a:ext uri="{FF2B5EF4-FFF2-40B4-BE49-F238E27FC236}">
                <a16:creationId xmlns:a16="http://schemas.microsoft.com/office/drawing/2014/main" id="{B56BB799-9DEB-46A4-8EAD-7EAD8C58163C}"/>
              </a:ext>
            </a:extLst>
          </p:cNvPr>
          <p:cNvSpPr/>
          <p:nvPr/>
        </p:nvSpPr>
        <p:spPr>
          <a:xfrm>
            <a:off x="4105469" y="130629"/>
            <a:ext cx="4637314" cy="69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t>読みましょう（Ｐ</a:t>
            </a:r>
            <a:r>
              <a:rPr lang="en-US" altLang="ja-JP" sz="3200" b="1" dirty="0"/>
              <a:t>.83)</a:t>
            </a:r>
            <a:endParaRPr lang="en-US" sz="3200" b="1" dirty="0"/>
          </a:p>
        </p:txBody>
      </p:sp>
    </p:spTree>
    <p:extLst>
      <p:ext uri="{BB962C8B-B14F-4D97-AF65-F5344CB8AC3E}">
        <p14:creationId xmlns:p14="http://schemas.microsoft.com/office/powerpoint/2010/main" val="31346135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4" name="Picture 3">
            <a:extLst>
              <a:ext uri="{FF2B5EF4-FFF2-40B4-BE49-F238E27FC236}">
                <a16:creationId xmlns:a16="http://schemas.microsoft.com/office/drawing/2014/main" id="{D61E1DA9-5245-489F-BB4D-D7CE09928953}"/>
              </a:ext>
            </a:extLst>
          </p:cNvPr>
          <p:cNvPicPr>
            <a:picLocks noChangeAspect="1"/>
          </p:cNvPicPr>
          <p:nvPr/>
        </p:nvPicPr>
        <p:blipFill>
          <a:blip r:embed="rId4"/>
          <a:stretch>
            <a:fillRect/>
          </a:stretch>
        </p:blipFill>
        <p:spPr>
          <a:xfrm>
            <a:off x="137281" y="1509444"/>
            <a:ext cx="11917438" cy="3839111"/>
          </a:xfrm>
          <a:prstGeom prst="rect">
            <a:avLst/>
          </a:prstGeom>
        </p:spPr>
      </p:pic>
    </p:spTree>
    <p:extLst>
      <p:ext uri="{BB962C8B-B14F-4D97-AF65-F5344CB8AC3E}">
        <p14:creationId xmlns:p14="http://schemas.microsoft.com/office/powerpoint/2010/main" val="17538191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Tx/>
              <a:buFontTx/>
              <a:buNone/>
              <a:defRPr/>
            </a:pPr>
            <a:r>
              <a:rPr lang="en-US" altLang="ja-JP" sz="9600" b="1" dirty="0">
                <a:ln w="22225">
                  <a:solidFill>
                    <a:srgbClr val="ED7D31"/>
                  </a:solidFill>
                  <a:prstDash val="solid"/>
                </a:ln>
                <a:solidFill>
                  <a:srgbClr val="A64B31">
                    <a:lumMod val="75000"/>
                  </a:srgbClr>
                </a:solidFill>
                <a:latin typeface="HGPSoeiKakupoptai" panose="040B0A00000000000000" pitchFamily="82" charset="-128"/>
                <a:ea typeface="HGPSoeiKakupoptai" panose="040B0A00000000000000" pitchFamily="82" charset="-128"/>
              </a:rPr>
              <a:t>Part 5</a:t>
            </a: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15288300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8" y="998015"/>
            <a:ext cx="5731221"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特産物</a:t>
            </a: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2" y="4384222"/>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思い浮べる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9" name="TextBox 8"/>
          <p:cNvSpPr txBox="1"/>
          <p:nvPr/>
        </p:nvSpPr>
        <p:spPr>
          <a:xfrm>
            <a:off x="364779" y="209221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空っ風</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湿る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1" name="TextBox 10"/>
          <p:cNvSpPr txBox="1"/>
          <p:nvPr/>
        </p:nvSpPr>
        <p:spPr>
          <a:xfrm>
            <a:off x="364779" y="530315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湿気</a:t>
            </a: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2" y="5461092"/>
            <a:ext cx="5612905" cy="1015663"/>
          </a:xfrm>
          <a:prstGeom prst="rect">
            <a:avLst/>
          </a:prstGeom>
          <a:solidFill>
            <a:schemeClr val="accent3">
              <a:lumMod val="40000"/>
              <a:lumOff val="60000"/>
            </a:schemeClr>
          </a:solidFill>
        </p:spPr>
        <p:txBody>
          <a:bodyPr wrap="square" rtlCol="0">
            <a:spAutoFit/>
          </a:bodyPr>
          <a:lstStyle/>
          <a:p>
            <a:pPr lvl="0" algn="ctr">
              <a:defRPr/>
            </a:pPr>
            <a:r>
              <a:rPr lang="ja-JP" altLang="en-US" sz="6000" dirty="0">
                <a:latin typeface="UD Digi Kyokasho N-B" panose="02020700000000000000" pitchFamily="17" charset="-128"/>
                <a:ea typeface="UD Digi Kyokasho N-B" panose="02020700000000000000" pitchFamily="17" charset="-128"/>
              </a:rPr>
              <a:t>越えるー超える</a:t>
            </a:r>
          </a:p>
        </p:txBody>
      </p:sp>
      <p:sp>
        <p:nvSpPr>
          <p:cNvPr id="46" name="TextBox 45"/>
          <p:cNvSpPr txBox="1"/>
          <p:nvPr/>
        </p:nvSpPr>
        <p:spPr>
          <a:xfrm>
            <a:off x="364779" y="3177261"/>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吹く</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4" y="3250223"/>
            <a:ext cx="5573803" cy="1015663"/>
          </a:xfrm>
          <a:prstGeom prst="rect">
            <a:avLst/>
          </a:prstGeom>
          <a:solidFill>
            <a:schemeClr val="accent3">
              <a:lumMod val="40000"/>
              <a:lumOff val="60000"/>
            </a:schemeClr>
          </a:solidFill>
        </p:spPr>
        <p:txBody>
          <a:bodyPr wrap="square" rtlCol="0">
            <a:spAutoFit/>
          </a:bodyPr>
          <a:lstStyle/>
          <a:p>
            <a:pPr lvl="0" algn="ctr">
              <a:defRPr/>
            </a:pPr>
            <a:r>
              <a:rPr lang="ja-JP" altLang="en-US" sz="6000" dirty="0">
                <a:latin typeface="UD Digi Kyokasho N-B" panose="02020700000000000000" pitchFamily="17" charset="-128"/>
                <a:ea typeface="UD Digi Kyokasho N-B" panose="02020700000000000000" pitchFamily="17" charset="-128"/>
              </a:rPr>
              <a:t>揚げる</a:t>
            </a:r>
          </a:p>
        </p:txBody>
      </p:sp>
      <p:sp>
        <p:nvSpPr>
          <p:cNvPr id="48" name="TextBox 47"/>
          <p:cNvSpPr txBox="1"/>
          <p:nvPr/>
        </p:nvSpPr>
        <p:spPr>
          <a:xfrm>
            <a:off x="6499134" y="2132014"/>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noProof="0" dirty="0">
                <a:latin typeface="UD Digi Kyokasho N-B" panose="02020700000000000000" pitchFamily="17" charset="-128"/>
                <a:ea typeface="UD Digi Kyokasho N-B" panose="02020700000000000000" pitchFamily="17" charset="-128"/>
              </a:rPr>
              <a:t>凧揚げ</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9" name="TextBox 48"/>
          <p:cNvSpPr txBox="1"/>
          <p:nvPr/>
        </p:nvSpPr>
        <p:spPr>
          <a:xfrm>
            <a:off x="6499134" y="998015"/>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風力</a:t>
            </a:r>
          </a:p>
        </p:txBody>
      </p:sp>
    </p:spTree>
    <p:extLst>
      <p:ext uri="{BB962C8B-B14F-4D97-AF65-F5344CB8AC3E}">
        <p14:creationId xmlns:p14="http://schemas.microsoft.com/office/powerpoint/2010/main" val="239254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grpSp>
        <p:nvGrpSpPr>
          <p:cNvPr id="42" name="Group 41">
            <a:extLst>
              <a:ext uri="{FF2B5EF4-FFF2-40B4-BE49-F238E27FC236}">
                <a16:creationId xmlns:a16="http://schemas.microsoft.com/office/drawing/2014/main" id="{3E43E67F-F4CC-A588-AB96-ACAE06704702}"/>
              </a:ext>
            </a:extLst>
          </p:cNvPr>
          <p:cNvGrpSpPr/>
          <p:nvPr/>
        </p:nvGrpSpPr>
        <p:grpSpPr>
          <a:xfrm>
            <a:off x="2109329" y="270813"/>
            <a:ext cx="9179003" cy="1068591"/>
            <a:chOff x="1518361" y="439524"/>
            <a:chExt cx="6096138" cy="719972"/>
          </a:xfrm>
        </p:grpSpPr>
        <p:sp>
          <p:nvSpPr>
            <p:cNvPr id="3" name="Rectangle 2">
              <a:extLst>
                <a:ext uri="{FF2B5EF4-FFF2-40B4-BE49-F238E27FC236}">
                  <a16:creationId xmlns:a16="http://schemas.microsoft.com/office/drawing/2014/main" id="{C748C2B9-EB2B-9A83-6C16-3729F852DB7E}"/>
                </a:ext>
              </a:extLst>
            </p:cNvPr>
            <p:cNvSpPr/>
            <p:nvPr/>
          </p:nvSpPr>
          <p:spPr>
            <a:xfrm>
              <a:off x="1734532" y="556181"/>
              <a:ext cx="5783344" cy="4901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72" b="0" i="0" u="none" strike="noStrike" kern="0" cap="none" spc="0" normalizeH="0" baseline="0" noProof="0" dirty="0">
                <a:ln>
                  <a:noFill/>
                </a:ln>
                <a:solidFill>
                  <a:srgbClr val="F6F3EA"/>
                </a:solidFill>
                <a:effectLst/>
                <a:uLnTx/>
                <a:uFillTx/>
                <a:latin typeface="Arial"/>
                <a:ea typeface="+mn-ea"/>
                <a:cs typeface="+mn-cs"/>
                <a:sym typeface="Arial"/>
              </a:endParaRPr>
            </a:p>
          </p:txBody>
        </p:sp>
        <p:sp>
          <p:nvSpPr>
            <p:cNvPr id="4" name="Rectangle 3">
              <a:extLst>
                <a:ext uri="{FF2B5EF4-FFF2-40B4-BE49-F238E27FC236}">
                  <a16:creationId xmlns:a16="http://schemas.microsoft.com/office/drawing/2014/main" id="{C7D73181-1E48-EC63-1BE3-BAACEFB90B63}"/>
                </a:ext>
              </a:extLst>
            </p:cNvPr>
            <p:cNvSpPr/>
            <p:nvPr/>
          </p:nvSpPr>
          <p:spPr>
            <a:xfrm>
              <a:off x="1831156" y="669302"/>
              <a:ext cx="5783343" cy="49019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1" i="0" u="none" strike="noStrike" kern="0" cap="none" spc="0" normalizeH="0" baseline="0" noProof="0" dirty="0">
                  <a:ln>
                    <a:noFill/>
                  </a:ln>
                  <a:solidFill>
                    <a:srgbClr val="C00000"/>
                  </a:solidFill>
                  <a:effectLst/>
                  <a:uLnTx/>
                  <a:uFillTx/>
                  <a:latin typeface="EPSON 太明朝体Ｂ" panose="02020709000000000000" pitchFamily="17" charset="-128"/>
                  <a:ea typeface="EPSON 太明朝体Ｂ" panose="02020709000000000000" pitchFamily="17" charset="-128"/>
                  <a:cs typeface="+mn-cs"/>
                  <a:sym typeface="Arial"/>
                </a:rPr>
                <a:t>～といえば／～というと</a:t>
              </a:r>
            </a:p>
          </p:txBody>
        </p:sp>
        <p:sp>
          <p:nvSpPr>
            <p:cNvPr id="5" name="Oval 4">
              <a:extLst>
                <a:ext uri="{FF2B5EF4-FFF2-40B4-BE49-F238E27FC236}">
                  <a16:creationId xmlns:a16="http://schemas.microsoft.com/office/drawing/2014/main" id="{89657071-37DA-B580-7080-76FA04B3C3D9}"/>
                </a:ext>
              </a:extLst>
            </p:cNvPr>
            <p:cNvSpPr/>
            <p:nvPr/>
          </p:nvSpPr>
          <p:spPr>
            <a:xfrm>
              <a:off x="1518361" y="439524"/>
              <a:ext cx="528967" cy="346435"/>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1600" b="0" i="0" u="none" strike="noStrike" kern="0" cap="none" spc="0" normalizeH="0" baseline="0" noProof="0" dirty="0">
                  <a:ln>
                    <a:noFill/>
                  </a:ln>
                  <a:solidFill>
                    <a:srgbClr val="FFFF00"/>
                  </a:solidFill>
                  <a:effectLst/>
                  <a:uLnTx/>
                  <a:uFillTx/>
                  <a:latin typeface="Snap ITC" panose="04040A07060A02020202" pitchFamily="82" charset="0"/>
                  <a:ea typeface="ＭＳ Ｐゴシック" panose="020B0600070205080204" pitchFamily="34" charset="-128"/>
                  <a:cs typeface="+mn-cs"/>
                  <a:sym typeface="Arial"/>
                </a:rPr>
                <a:t>5</a:t>
              </a:r>
              <a:r>
                <a:rPr kumimoji="0" lang="en-US" sz="1600" b="0" i="0" u="none" strike="noStrike" kern="0" cap="none" spc="0" normalizeH="0" baseline="0" noProof="0" dirty="0">
                  <a:ln>
                    <a:noFill/>
                  </a:ln>
                  <a:solidFill>
                    <a:srgbClr val="FFFF00"/>
                  </a:solidFill>
                  <a:effectLst/>
                  <a:uLnTx/>
                  <a:uFillTx/>
                  <a:latin typeface="Snap ITC" panose="04040A07060A02020202" pitchFamily="82" charset="0"/>
                  <a:ea typeface="+mn-ea"/>
                  <a:cs typeface="+mn-cs"/>
                  <a:sym typeface="Arial"/>
                </a:rPr>
                <a:t>.1</a:t>
              </a:r>
            </a:p>
          </p:txBody>
        </p:sp>
      </p:grpSp>
      <p:sp>
        <p:nvSpPr>
          <p:cNvPr id="43" name="Google Shape;1514;p52">
            <a:extLst>
              <a:ext uri="{FF2B5EF4-FFF2-40B4-BE49-F238E27FC236}">
                <a16:creationId xmlns:a16="http://schemas.microsoft.com/office/drawing/2014/main" id="{EA4F89EF-63D6-8FA5-0368-7BED7D8C98A4}"/>
              </a:ext>
            </a:extLst>
          </p:cNvPr>
          <p:cNvSpPr/>
          <p:nvPr/>
        </p:nvSpPr>
        <p:spPr>
          <a:xfrm>
            <a:off x="6807896" y="508714"/>
            <a:ext cx="4421225" cy="869235"/>
          </a:xfrm>
          <a:prstGeom prst="roundRect">
            <a:avLst>
              <a:gd name="adj" fmla="val 16667"/>
            </a:avLst>
          </a:prstGeom>
          <a:noFill/>
          <a:ln w="38100">
            <a:noFill/>
          </a:ln>
        </p:spPr>
        <p:txBody>
          <a:bodyPr spcFirstLastPara="1" wrap="square" lIns="68569" tIns="68569" rIns="68569" bIns="68569" anchor="ctr" anchorCtr="0">
            <a:noAutofit/>
          </a:bodyPr>
          <a:lstStyle/>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pt-BR"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a:t>
            </a:r>
            <a:r>
              <a:rPr kumimoji="0" lang="vi-VN" altLang="ja-JP" sz="2800" b="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 Nếu nói về ~, thì…</a:t>
            </a:r>
            <a:endParaRPr lang="en-US" altLang="ja-JP" sz="2800" dirty="0">
              <a:latin typeface="SVN-Comic Sans MS" panose="02040603050506020204" pitchFamily="18" charset="0"/>
              <a:ea typeface="UD Digi Kyokasho N-B" panose="02020700000000000000" pitchFamily="17" charset="-128"/>
            </a:endParaRPr>
          </a:p>
          <a:p>
            <a:pPr marL="0" marR="0" lvl="0" indent="0" algn="l" defTabSz="685800" rtl="0" eaLnBrk="1" fontAlgn="auto" latinLnBrk="0" hangingPunct="1">
              <a:lnSpc>
                <a:spcPct val="100000"/>
              </a:lnSpc>
              <a:spcBef>
                <a:spcPts val="0"/>
              </a:spcBef>
              <a:spcAft>
                <a:spcPts val="0"/>
              </a:spcAft>
              <a:buClr>
                <a:srgbClr val="000000"/>
              </a:buClr>
              <a:buSzTx/>
              <a:buFontTx/>
              <a:buNone/>
              <a:tabLst/>
              <a:defRPr/>
            </a:pPr>
            <a:r>
              <a:rPr kumimoji="0" lang="vi-VN" altLang="ja-JP" sz="2800" i="0" u="none" strike="noStrike" kern="0" cap="none" spc="0" normalizeH="0" baseline="0" noProof="0" dirty="0">
                <a:ln>
                  <a:noFill/>
                </a:ln>
                <a:solidFill>
                  <a:srgbClr val="000000"/>
                </a:solidFill>
                <a:effectLst/>
                <a:uLnTx/>
                <a:uFillTx/>
                <a:latin typeface="SVN-Comic Sans MS" panose="02040603050506020204" pitchFamily="18" charset="0"/>
                <a:ea typeface="UD Digi Kyokasho N-B" panose="02020700000000000000" pitchFamily="17" charset="-128"/>
                <a:cs typeface="Arial"/>
                <a:sym typeface="Arial"/>
              </a:rPr>
              <a:t>Lại nói đến…Nhắc tới…</a:t>
            </a:r>
          </a:p>
        </p:txBody>
      </p:sp>
      <p:sp>
        <p:nvSpPr>
          <p:cNvPr id="44" name="Google Shape;1514;p52">
            <a:extLst>
              <a:ext uri="{FF2B5EF4-FFF2-40B4-BE49-F238E27FC236}">
                <a16:creationId xmlns:a16="http://schemas.microsoft.com/office/drawing/2014/main" id="{122D302F-CA8D-7A92-6FB2-2D32C01F2B01}"/>
              </a:ext>
            </a:extLst>
          </p:cNvPr>
          <p:cNvSpPr/>
          <p:nvPr/>
        </p:nvSpPr>
        <p:spPr>
          <a:xfrm>
            <a:off x="1849394" y="1525258"/>
            <a:ext cx="8493211" cy="960140"/>
          </a:xfrm>
          <a:prstGeom prst="roundRect">
            <a:avLst>
              <a:gd name="adj" fmla="val 16667"/>
            </a:avLst>
          </a:prstGeom>
          <a:noFill/>
          <a:ln w="38100">
            <a:solidFill>
              <a:srgbClr val="ED7D31">
                <a:lumMod val="60000"/>
                <a:lumOff val="40000"/>
              </a:srgbClr>
            </a:solidFill>
          </a:ln>
        </p:spPr>
        <p:txBody>
          <a:bodyPr spcFirstLastPara="1" wrap="square" lIns="68569" tIns="68569" rIns="68569" bIns="68569"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400" b="0" i="0" u="none" strike="noStrike" kern="0" cap="none" spc="0" normalizeH="0" baseline="0" noProof="0" dirty="0">
                <a:ln>
                  <a:noFill/>
                </a:ln>
                <a:solidFill>
                  <a:srgbClr val="FF0000"/>
                </a:solidFill>
                <a:effectLst/>
                <a:uLnTx/>
                <a:uFillTx/>
                <a:latin typeface="HGPSoeiPresenceEB" panose="02020800000000000000" pitchFamily="18" charset="-128"/>
                <a:ea typeface="HGPSoeiPresenceEB" panose="02020800000000000000" pitchFamily="18" charset="-128"/>
                <a:cs typeface="Arial"/>
                <a:sym typeface="Arial"/>
              </a:rPr>
              <a:t>接続</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　　 　　　　</a:t>
            </a:r>
            <a:r>
              <a:rPr kumimoji="0" lang="en-US" altLang="ja-JP"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N</a:t>
            </a:r>
            <a:r>
              <a:rPr kumimoji="0" lang="ja-JP" altLang="en-US" sz="2400" b="0" i="0" u="none" strike="noStrike" kern="0" cap="none" spc="0" normalizeH="0" baseline="0" noProof="0" dirty="0">
                <a:ln>
                  <a:noFill/>
                </a:ln>
                <a:solidFill>
                  <a:srgbClr val="00B050"/>
                </a:solidFill>
                <a:effectLst/>
                <a:uLnTx/>
                <a:uFillTx/>
                <a:latin typeface="HGPSoeiPresenceEB" panose="02020800000000000000" pitchFamily="18" charset="-128"/>
                <a:ea typeface="HGPSoeiPresenceEB" panose="02020800000000000000" pitchFamily="18" charset="-128"/>
                <a:cs typeface="Arial"/>
                <a:sym typeface="Arial"/>
              </a:rPr>
              <a:t>／普通形</a:t>
            </a:r>
            <a:r>
              <a:rPr kumimoji="0" lang="ja-JP" altLang="en-US" sz="2400" b="0" i="0" u="none" strike="noStrike" kern="0" cap="none" spc="0" normalizeH="0" baseline="0" noProof="0" dirty="0">
                <a:ln>
                  <a:noFill/>
                </a:ln>
                <a:solidFill>
                  <a:srgbClr val="000000"/>
                </a:solidFill>
                <a:effectLst/>
                <a:uLnTx/>
                <a:uFillTx/>
                <a:latin typeface="HGPSoeiPresenceEB" panose="02020800000000000000" pitchFamily="18" charset="-128"/>
                <a:ea typeface="HGPSoeiPresenceEB" panose="02020800000000000000" pitchFamily="18" charset="-128"/>
                <a:cs typeface="Arial"/>
                <a:sym typeface="Arial"/>
              </a:rPr>
              <a:t>＋</a:t>
            </a:r>
            <a:r>
              <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rPr>
              <a:t>といえば</a:t>
            </a:r>
            <a:endParaRPr kumimoji="0" lang="en-US" altLang="ja-JP"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2800" b="1" i="0" u="none" strike="noStrike" kern="0" cap="none" spc="0" normalizeH="0" baseline="0" noProof="0" dirty="0">
                <a:ln>
                  <a:noFill/>
                </a:ln>
                <a:solidFill>
                  <a:srgbClr val="FF0000"/>
                </a:solidFill>
                <a:effectLst/>
                <a:uLnTx/>
                <a:uFillTx/>
                <a:latin typeface="EPSON 太明朝体Ｂ" panose="02020709000000000000" pitchFamily="17" charset="-128"/>
                <a:ea typeface="EPSON 太明朝体Ｂ" panose="02020709000000000000" pitchFamily="17" charset="-128"/>
                <a:cs typeface="Arial"/>
                <a:sym typeface="Arial"/>
              </a:rPr>
              <a:t>          （～というと・～といったら）</a:t>
            </a:r>
          </a:p>
        </p:txBody>
      </p:sp>
      <p:sp>
        <p:nvSpPr>
          <p:cNvPr id="6" name="Rectangle: Rounded Corners 5">
            <a:extLst>
              <a:ext uri="{FF2B5EF4-FFF2-40B4-BE49-F238E27FC236}">
                <a16:creationId xmlns:a16="http://schemas.microsoft.com/office/drawing/2014/main" id="{49314221-D0CA-0F5E-692D-85AEDD95608A}"/>
              </a:ext>
            </a:extLst>
          </p:cNvPr>
          <p:cNvSpPr/>
          <p:nvPr/>
        </p:nvSpPr>
        <p:spPr>
          <a:xfrm>
            <a:off x="9561" y="1794743"/>
            <a:ext cx="588724" cy="1182607"/>
          </a:xfrm>
          <a:prstGeom prst="roundRect">
            <a:avLst/>
          </a:prstGeom>
          <a:solidFill>
            <a:schemeClr val="tx1">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rPr>
              <a:t>文法</a:t>
            </a:r>
            <a:endParaRPr kumimoji="0" lang="en-US" sz="3200" b="0" i="0" u="none" strike="noStrike" kern="0" cap="none" spc="0" normalizeH="0" baseline="0" noProof="0" dirty="0">
              <a:ln>
                <a:noFill/>
              </a:ln>
              <a:solidFill>
                <a:srgbClr val="00B050"/>
              </a:solidFill>
              <a:effectLst/>
              <a:uLnTx/>
              <a:uFillTx/>
              <a:latin typeface="HGPSoeiKakupoptai" panose="040B0A00000000000000" pitchFamily="82" charset="-128"/>
              <a:ea typeface="HGPSoeiKakupoptai" panose="040B0A00000000000000" pitchFamily="82" charset="-128"/>
              <a:cs typeface="+mn-cs"/>
              <a:sym typeface="Arial"/>
            </a:endParaRPr>
          </a:p>
        </p:txBody>
      </p:sp>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11" name="Picture 10">
            <a:extLst>
              <a:ext uri="{FF2B5EF4-FFF2-40B4-BE49-F238E27FC236}">
                <a16:creationId xmlns:a16="http://schemas.microsoft.com/office/drawing/2014/main" id="{94A4E8E0-D85E-62CB-1C57-2DA6F46FCD65}"/>
              </a:ext>
            </a:extLst>
          </p:cNvPr>
          <p:cNvPicPr>
            <a:picLocks noChangeAspect="1"/>
          </p:cNvPicPr>
          <p:nvPr/>
        </p:nvPicPr>
        <p:blipFill>
          <a:blip r:embed="rId4"/>
          <a:stretch>
            <a:fillRect/>
          </a:stretch>
        </p:blipFill>
        <p:spPr>
          <a:xfrm>
            <a:off x="789561" y="2812029"/>
            <a:ext cx="7821040" cy="899484"/>
          </a:xfrm>
          <a:prstGeom prst="rect">
            <a:avLst/>
          </a:prstGeom>
        </p:spPr>
      </p:pic>
      <p:pic>
        <p:nvPicPr>
          <p:cNvPr id="13" name="Picture 12">
            <a:extLst>
              <a:ext uri="{FF2B5EF4-FFF2-40B4-BE49-F238E27FC236}">
                <a16:creationId xmlns:a16="http://schemas.microsoft.com/office/drawing/2014/main" id="{5AE98CB4-EA53-618D-12AC-2DF3275EB495}"/>
              </a:ext>
            </a:extLst>
          </p:cNvPr>
          <p:cNvPicPr>
            <a:picLocks noChangeAspect="1"/>
          </p:cNvPicPr>
          <p:nvPr/>
        </p:nvPicPr>
        <p:blipFill>
          <a:blip r:embed="rId5"/>
          <a:stretch>
            <a:fillRect/>
          </a:stretch>
        </p:blipFill>
        <p:spPr>
          <a:xfrm>
            <a:off x="723527" y="4174211"/>
            <a:ext cx="10744943" cy="781218"/>
          </a:xfrm>
          <a:prstGeom prst="rect">
            <a:avLst/>
          </a:prstGeom>
        </p:spPr>
      </p:pic>
      <p:pic>
        <p:nvPicPr>
          <p:cNvPr id="15" name="Picture 14">
            <a:extLst>
              <a:ext uri="{FF2B5EF4-FFF2-40B4-BE49-F238E27FC236}">
                <a16:creationId xmlns:a16="http://schemas.microsoft.com/office/drawing/2014/main" id="{C1DAB5A8-37FB-A9A5-6D66-E83C7CD51E6A}"/>
              </a:ext>
            </a:extLst>
          </p:cNvPr>
          <p:cNvPicPr>
            <a:picLocks noChangeAspect="1"/>
          </p:cNvPicPr>
          <p:nvPr/>
        </p:nvPicPr>
        <p:blipFill>
          <a:blip r:embed="rId6"/>
          <a:stretch>
            <a:fillRect/>
          </a:stretch>
        </p:blipFill>
        <p:spPr>
          <a:xfrm>
            <a:off x="723527" y="5457867"/>
            <a:ext cx="7693432" cy="781218"/>
          </a:xfrm>
          <a:prstGeom prst="rect">
            <a:avLst/>
          </a:prstGeom>
        </p:spPr>
      </p:pic>
    </p:spTree>
    <p:extLst>
      <p:ext uri="{BB962C8B-B14F-4D97-AF65-F5344CB8AC3E}">
        <p14:creationId xmlns:p14="http://schemas.microsoft.com/office/powerpoint/2010/main" val="17508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E3143F2-3BDC-4F99-BEEB-591427017287}"/>
              </a:ext>
            </a:extLst>
          </p:cNvPr>
          <p:cNvSpPr txBox="1"/>
          <p:nvPr/>
        </p:nvSpPr>
        <p:spPr>
          <a:xfrm>
            <a:off x="457201" y="1683402"/>
            <a:ext cx="10802957" cy="6124754"/>
          </a:xfrm>
          <a:prstGeom prst="rect">
            <a:avLst/>
          </a:prstGeom>
          <a:noFill/>
        </p:spPr>
        <p:txBody>
          <a:bodyPr wrap="none" rtlCol="0">
            <a:spAutoFit/>
          </a:bodyPr>
          <a:lstStyle/>
          <a:p>
            <a:pPr>
              <a:lnSpc>
                <a:spcPct val="150000"/>
              </a:lnSpc>
            </a:pPr>
            <a:r>
              <a:rPr lang="ja-JP" altLang="en-US" sz="3600" dirty="0">
                <a:latin typeface="UD Digi Kyokasho N-B" panose="02020700000000000000" pitchFamily="17" charset="-128"/>
                <a:ea typeface="UD Digi Kyokasho N-B" panose="02020700000000000000" pitchFamily="17" charset="-128"/>
              </a:rPr>
              <a:t>①群馬県といえば何が有名ですか。</a:t>
            </a:r>
            <a:endParaRPr lang="en-US" altLang="ja-JP" sz="3600" dirty="0">
              <a:latin typeface="UD Digi Kyokasho N-B" panose="02020700000000000000" pitchFamily="17" charset="-128"/>
              <a:ea typeface="UD Digi Kyokasho N-B" panose="02020700000000000000" pitchFamily="17" charset="-128"/>
            </a:endParaRPr>
          </a:p>
          <a:p>
            <a:pPr>
              <a:lnSpc>
                <a:spcPct val="150000"/>
              </a:lnSpc>
            </a:pPr>
            <a:r>
              <a:rPr lang="ja-JP" altLang="en-US" sz="3600" dirty="0">
                <a:latin typeface="UD Digi Kyokasho N-B" panose="02020700000000000000" pitchFamily="17" charset="-128"/>
                <a:ea typeface="UD Digi Kyokasho N-B" panose="02020700000000000000" pitchFamily="17" charset="-128"/>
              </a:rPr>
              <a:t>②空っ風とはどんな風ですか。</a:t>
            </a:r>
            <a:endParaRPr lang="en-US" altLang="ja-JP" sz="3600" dirty="0">
              <a:latin typeface="UD Digi Kyokasho N-B" panose="02020700000000000000" pitchFamily="17" charset="-128"/>
              <a:ea typeface="UD Digi Kyokasho N-B" panose="02020700000000000000" pitchFamily="17" charset="-128"/>
            </a:endParaRPr>
          </a:p>
          <a:p>
            <a:pPr>
              <a:lnSpc>
                <a:spcPct val="150000"/>
              </a:lnSpc>
            </a:pPr>
            <a:r>
              <a:rPr lang="ja-JP" altLang="en-US" sz="3600" dirty="0">
                <a:latin typeface="UD Digi Kyokasho N-B" panose="02020700000000000000" pitchFamily="17" charset="-128"/>
                <a:ea typeface="UD Digi Kyokasho N-B" panose="02020700000000000000" pitchFamily="17" charset="-128"/>
              </a:rPr>
              <a:t>③空っ風はどのくらい強い風だと言っていますか。</a:t>
            </a:r>
            <a:endParaRPr lang="en-US" altLang="ja-JP" sz="3600" dirty="0">
              <a:latin typeface="UD Digi Kyokasho N-B" panose="02020700000000000000" pitchFamily="17" charset="-128"/>
              <a:ea typeface="UD Digi Kyokasho N-B" panose="02020700000000000000" pitchFamily="17" charset="-128"/>
            </a:endParaRPr>
          </a:p>
          <a:p>
            <a:pPr>
              <a:lnSpc>
                <a:spcPct val="150000"/>
              </a:lnSpc>
            </a:pPr>
            <a:r>
              <a:rPr lang="ja-JP" altLang="en-US" sz="3600" dirty="0">
                <a:latin typeface="UD Digi Kyokasho N-B" panose="02020700000000000000" pitchFamily="17" charset="-128"/>
                <a:ea typeface="UD Digi Kyokasho N-B" panose="02020700000000000000" pitchFamily="17" charset="-128"/>
              </a:rPr>
              <a:t>④この風を利用して何をしていますか。</a:t>
            </a:r>
            <a:endParaRPr lang="en-US" sz="3600" dirty="0">
              <a:latin typeface="UD Digi Kyokasho N-B" panose="02020700000000000000" pitchFamily="17" charset="-128"/>
              <a:ea typeface="UD Digi Kyokasho N-B" panose="02020700000000000000" pitchFamily="17" charset="-128"/>
            </a:endParaRPr>
          </a:p>
          <a:p>
            <a:endParaRPr lang="ja-JP" altLang="en-US" sz="4400" dirty="0">
              <a:latin typeface="UD Digi Kyokasho N-B" panose="02020700000000000000" pitchFamily="17" charset="-128"/>
              <a:ea typeface="UD Digi Kyokasho N-B" panose="02020700000000000000" pitchFamily="17" charset="-128"/>
            </a:endParaRPr>
          </a:p>
          <a:p>
            <a:endParaRPr lang="ja-JP" altLang="en-US" sz="4400" dirty="0">
              <a:latin typeface="UD Digi Kyokasho N-B" panose="02020700000000000000" pitchFamily="17" charset="-128"/>
              <a:ea typeface="UD Digi Kyokasho N-B" panose="02020700000000000000" pitchFamily="17" charset="-128"/>
            </a:endParaRPr>
          </a:p>
          <a:p>
            <a:endParaRPr lang="en-US" altLang="ja-JP" sz="4400" dirty="0">
              <a:latin typeface="UD Digi Kyokasho N-B" panose="02020700000000000000" pitchFamily="17" charset="-128"/>
              <a:ea typeface="UD Digi Kyokasho N-B" panose="02020700000000000000" pitchFamily="17" charset="-128"/>
            </a:endParaRPr>
          </a:p>
          <a:p>
            <a:endParaRPr lang="en-US" altLang="ja-JP" sz="4400" dirty="0">
              <a:latin typeface="UD Digi Kyokasho N-B" panose="02020700000000000000" pitchFamily="17" charset="-128"/>
              <a:ea typeface="UD Digi Kyokasho N-B" panose="02020700000000000000" pitchFamily="17" charset="-128"/>
            </a:endParaRPr>
          </a:p>
        </p:txBody>
      </p:sp>
      <p:pic>
        <p:nvPicPr>
          <p:cNvPr id="7" name="28 Track 28">
            <a:hlinkClick r:id="" action="ppaction://media"/>
            <a:extLst>
              <a:ext uri="{FF2B5EF4-FFF2-40B4-BE49-F238E27FC236}">
                <a16:creationId xmlns:a16="http://schemas.microsoft.com/office/drawing/2014/main" id="{FCB583D2-207F-436A-826F-0A11642B19E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9233375" y="624723"/>
            <a:ext cx="487363" cy="487363"/>
          </a:xfrm>
          <a:prstGeom prst="rect">
            <a:avLst/>
          </a:prstGeom>
        </p:spPr>
      </p:pic>
      <p:sp>
        <p:nvSpPr>
          <p:cNvPr id="5" name="Rectangle 4">
            <a:extLst>
              <a:ext uri="{FF2B5EF4-FFF2-40B4-BE49-F238E27FC236}">
                <a16:creationId xmlns:a16="http://schemas.microsoft.com/office/drawing/2014/main" id="{F3EBEDF0-B066-4F3C-979B-AC063DD06E71}"/>
              </a:ext>
            </a:extLst>
          </p:cNvPr>
          <p:cNvSpPr/>
          <p:nvPr/>
        </p:nvSpPr>
        <p:spPr>
          <a:xfrm>
            <a:off x="3396343" y="169993"/>
            <a:ext cx="4637314" cy="698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3200" b="1" dirty="0"/>
              <a:t>聞きましょう</a:t>
            </a:r>
            <a:endParaRPr lang="en-US" sz="3200" b="1" dirty="0"/>
          </a:p>
        </p:txBody>
      </p:sp>
    </p:spTree>
    <p:extLst>
      <p:ext uri="{BB962C8B-B14F-4D97-AF65-F5344CB8AC3E}">
        <p14:creationId xmlns:p14="http://schemas.microsoft.com/office/powerpoint/2010/main" val="313130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579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31" fill="hold" display="0">
                  <p:stCondLst>
                    <p:cond delay="indefinite"/>
                  </p:stCondLst>
                  <p:endCondLst>
                    <p:cond evt="onStopAudio" delay="0">
                      <p:tgtEl>
                        <p:sldTgt/>
                      </p:tgtEl>
                    </p:cond>
                  </p:endCondLst>
                </p:cTn>
                <p:tgtEl>
                  <p:spTgt spid="7"/>
                </p:tgtEl>
              </p:cMediaNode>
            </p:audi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FFC4BF-FB7A-47C2-B5BF-907EE286678F}"/>
              </a:ext>
            </a:extLst>
          </p:cNvPr>
          <p:cNvPicPr>
            <a:picLocks noChangeAspect="1"/>
          </p:cNvPicPr>
          <p:nvPr/>
        </p:nvPicPr>
        <p:blipFill>
          <a:blip r:embed="rId2"/>
          <a:stretch>
            <a:fillRect/>
          </a:stretch>
        </p:blipFill>
        <p:spPr>
          <a:xfrm>
            <a:off x="0" y="1397000"/>
            <a:ext cx="12192000" cy="4064000"/>
          </a:xfrm>
          <a:prstGeom prst="rect">
            <a:avLst/>
          </a:prstGeom>
        </p:spPr>
      </p:pic>
    </p:spTree>
    <p:extLst>
      <p:ext uri="{BB962C8B-B14F-4D97-AF65-F5344CB8AC3E}">
        <p14:creationId xmlns:p14="http://schemas.microsoft.com/office/powerpoint/2010/main" val="15901171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7" name="Flowchart: Alternate Process 6">
            <a:extLst>
              <a:ext uri="{FF2B5EF4-FFF2-40B4-BE49-F238E27FC236}">
                <a16:creationId xmlns:a16="http://schemas.microsoft.com/office/drawing/2014/main" id="{88E425F9-FCF6-BE23-8C8E-ACC15A319C11}"/>
              </a:ext>
            </a:extLst>
          </p:cNvPr>
          <p:cNvSpPr/>
          <p:nvPr/>
        </p:nvSpPr>
        <p:spPr>
          <a:xfrm>
            <a:off x="245774" y="664296"/>
            <a:ext cx="11700452" cy="4245647"/>
          </a:xfrm>
          <a:prstGeom prst="flowChartAlternateProcess">
            <a:avLst/>
          </a:prstGeom>
          <a:no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Tx/>
              <a:buFontTx/>
              <a:buNone/>
              <a:defRPr/>
            </a:pPr>
            <a:r>
              <a:rPr lang="ja-JP" altLang="en-US" sz="9600" b="1" dirty="0">
                <a:ln w="22225">
                  <a:solidFill>
                    <a:srgbClr val="ED7D31"/>
                  </a:solidFill>
                  <a:prstDash val="solid"/>
                </a:ln>
                <a:solidFill>
                  <a:srgbClr val="A64B31">
                    <a:lumMod val="75000"/>
                  </a:srgbClr>
                </a:solidFill>
                <a:latin typeface="UD Digi Kyokasho N-B" panose="02020700000000000000" pitchFamily="17" charset="-128"/>
                <a:ea typeface="UD Digi Kyokasho N-B" panose="02020700000000000000" pitchFamily="17" charset="-128"/>
              </a:rPr>
              <a:t>知って楽しむ</a:t>
            </a:r>
            <a:endParaRPr lang="en-US" sz="9600" b="1" dirty="0">
              <a:ln w="22225">
                <a:solidFill>
                  <a:srgbClr val="ED7D31"/>
                </a:solidFill>
                <a:prstDash val="solid"/>
              </a:ln>
              <a:solidFill>
                <a:srgbClr val="1F271D">
                  <a:lumMod val="90000"/>
                  <a:lumOff val="10000"/>
                </a:srgbClr>
              </a:solidFill>
              <a:latin typeface="UD Digi Kyokasho N-B" panose="02020700000000000000" pitchFamily="17" charset="-128"/>
              <a:ea typeface="UD Digi Kyokasho N-B" panose="02020700000000000000" pitchFamily="17" charset="-128"/>
            </a:endParaRPr>
          </a:p>
        </p:txBody>
      </p:sp>
      <p:pic>
        <p:nvPicPr>
          <p:cNvPr id="2" name="Google Shape;368;p40">
            <a:extLst>
              <a:ext uri="{FF2B5EF4-FFF2-40B4-BE49-F238E27FC236}">
                <a16:creationId xmlns:a16="http://schemas.microsoft.com/office/drawing/2014/main" id="{D86EED46-F645-F758-804D-C983D8CE15B4}"/>
              </a:ext>
            </a:extLst>
          </p:cNvPr>
          <p:cNvPicPr preferRelativeResize="0"/>
          <p:nvPr/>
        </p:nvPicPr>
        <p:blipFill>
          <a:blip r:embed="rId3">
            <a:alphaModFix/>
          </a:blip>
          <a:stretch>
            <a:fillRect/>
          </a:stretch>
        </p:blipFill>
        <p:spPr>
          <a:xfrm>
            <a:off x="9033328" y="2787120"/>
            <a:ext cx="3955573" cy="5143501"/>
          </a:xfrm>
          <a:prstGeom prst="rect">
            <a:avLst/>
          </a:prstGeom>
          <a:noFill/>
          <a:ln>
            <a:noFill/>
          </a:ln>
        </p:spPr>
      </p:pic>
    </p:spTree>
    <p:extLst>
      <p:ext uri="{BB962C8B-B14F-4D97-AF65-F5344CB8AC3E}">
        <p14:creationId xmlns:p14="http://schemas.microsoft.com/office/powerpoint/2010/main" val="41147589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8" y="998015"/>
            <a:ext cx="5731221"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快適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2" y="4384222"/>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水をまく</a:t>
            </a:r>
          </a:p>
        </p:txBody>
      </p:sp>
      <p:sp>
        <p:nvSpPr>
          <p:cNvPr id="9" name="TextBox 8"/>
          <p:cNvSpPr txBox="1"/>
          <p:nvPr/>
        </p:nvSpPr>
        <p:spPr>
          <a:xfrm>
            <a:off x="364779" y="209221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梅雨</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太陽</a:t>
            </a:r>
          </a:p>
        </p:txBody>
      </p:sp>
      <p:sp>
        <p:nvSpPr>
          <p:cNvPr id="11" name="TextBox 10"/>
          <p:cNvSpPr txBox="1"/>
          <p:nvPr/>
        </p:nvSpPr>
        <p:spPr>
          <a:xfrm>
            <a:off x="364779" y="530315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普及する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2" y="5461092"/>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光景</a:t>
            </a:r>
          </a:p>
        </p:txBody>
      </p:sp>
      <p:sp>
        <p:nvSpPr>
          <p:cNvPr id="46" name="TextBox 45"/>
          <p:cNvSpPr txBox="1"/>
          <p:nvPr/>
        </p:nvSpPr>
        <p:spPr>
          <a:xfrm>
            <a:off x="364779" y="3177261"/>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焼ける</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4" y="3250223"/>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地面</a:t>
            </a:r>
          </a:p>
        </p:txBody>
      </p:sp>
      <p:sp>
        <p:nvSpPr>
          <p:cNvPr id="48" name="TextBox 47"/>
          <p:cNvSpPr txBox="1"/>
          <p:nvPr/>
        </p:nvSpPr>
        <p:spPr>
          <a:xfrm>
            <a:off x="6499134" y="2132014"/>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打ち水</a:t>
            </a:r>
          </a:p>
        </p:txBody>
      </p:sp>
      <p:sp>
        <p:nvSpPr>
          <p:cNvPr id="49" name="TextBox 48"/>
          <p:cNvSpPr txBox="1"/>
          <p:nvPr/>
        </p:nvSpPr>
        <p:spPr>
          <a:xfrm>
            <a:off x="6499134" y="998015"/>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魔除け</a:t>
            </a:r>
          </a:p>
        </p:txBody>
      </p:sp>
    </p:spTree>
    <p:extLst>
      <p:ext uri="{BB962C8B-B14F-4D97-AF65-F5344CB8AC3E}">
        <p14:creationId xmlns:p14="http://schemas.microsoft.com/office/powerpoint/2010/main" val="135859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64778" y="998015"/>
            <a:ext cx="5731221"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蒸発する　</a:t>
            </a:r>
            <a:endParaRPr kumimoji="0" 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6" name="TextBox 5"/>
          <p:cNvSpPr txBox="1"/>
          <p:nvPr/>
        </p:nvSpPr>
        <p:spPr>
          <a:xfrm>
            <a:off x="6464812" y="4384222"/>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平均</a:t>
            </a:r>
          </a:p>
        </p:txBody>
      </p:sp>
      <p:sp>
        <p:nvSpPr>
          <p:cNvPr id="9" name="TextBox 8"/>
          <p:cNvSpPr txBox="1"/>
          <p:nvPr/>
        </p:nvSpPr>
        <p:spPr>
          <a:xfrm>
            <a:off x="364779" y="209221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奪う</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0" name="TextBox 9"/>
          <p:cNvSpPr txBox="1"/>
          <p:nvPr/>
        </p:nvSpPr>
        <p:spPr>
          <a:xfrm>
            <a:off x="364779" y="4244335"/>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作戦</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11" name="TextBox 10"/>
          <p:cNvSpPr txBox="1"/>
          <p:nvPr/>
        </p:nvSpPr>
        <p:spPr>
          <a:xfrm>
            <a:off x="364779" y="5303153"/>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ja-JP" altLang="en-US" sz="6000" dirty="0">
                <a:latin typeface="UD Digi Kyokasho N-B" panose="02020700000000000000" pitchFamily="17" charset="-128"/>
                <a:ea typeface="UD Digi Kyokasho N-B" panose="02020700000000000000" pitchFamily="17" charset="-128"/>
              </a:rPr>
              <a:t>開催する</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13" name="Flowchart: Punched Tape 12"/>
          <p:cNvSpPr/>
          <p:nvPr/>
        </p:nvSpPr>
        <p:spPr>
          <a:xfrm>
            <a:off x="4880885" y="-2521"/>
            <a:ext cx="1834836" cy="869513"/>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rPr>
              <a:t>言葉</a:t>
            </a:r>
            <a:endParaRPr kumimoji="0" lang="en-US" sz="3600" b="0" i="0" u="none" strike="noStrike" kern="0" cap="none" spc="0" normalizeH="0" baseline="0" noProof="0" dirty="0">
              <a:ln>
                <a:noFill/>
              </a:ln>
              <a:solidFill>
                <a:srgbClr val="F6F3EA"/>
              </a:solidFill>
              <a:effectLst/>
              <a:uLnTx/>
              <a:uFillTx/>
              <a:latin typeface="UD Digi Kyokasho N-B" panose="02020700000000000000" pitchFamily="17" charset="-128"/>
              <a:ea typeface="UD Digi Kyokasho N-B" panose="02020700000000000000" pitchFamily="17" charset="-128"/>
              <a:cs typeface="+mn-cs"/>
              <a:sym typeface="Arial" panose="020B0604020202020204"/>
            </a:endParaRPr>
          </a:p>
        </p:txBody>
      </p:sp>
      <p:sp>
        <p:nvSpPr>
          <p:cNvPr id="22" name="TextBox 21"/>
          <p:cNvSpPr txBox="1"/>
          <p:nvPr/>
        </p:nvSpPr>
        <p:spPr>
          <a:xfrm>
            <a:off x="6464812" y="5461092"/>
            <a:ext cx="5612905"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6000" b="0" i="0" u="none" strike="noStrike" kern="0" cap="none" spc="0" normalizeH="0" baseline="0" noProof="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降水量</a:t>
            </a:r>
            <a:endPar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endParaRPr>
          </a:p>
        </p:txBody>
      </p:sp>
      <p:sp>
        <p:nvSpPr>
          <p:cNvPr id="46" name="TextBox 45"/>
          <p:cNvSpPr txBox="1"/>
          <p:nvPr/>
        </p:nvSpPr>
        <p:spPr>
          <a:xfrm>
            <a:off x="364779" y="3177261"/>
            <a:ext cx="5731220"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近年</a:t>
            </a:r>
            <a:endParaRPr kumimoji="0" lang="en-US" altLang="ja-JP"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endParaRPr>
          </a:p>
        </p:txBody>
      </p:sp>
      <p:sp>
        <p:nvSpPr>
          <p:cNvPr id="47" name="TextBox 46"/>
          <p:cNvSpPr txBox="1"/>
          <p:nvPr/>
        </p:nvSpPr>
        <p:spPr>
          <a:xfrm>
            <a:off x="6499134" y="3250223"/>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雨水</a:t>
            </a:r>
          </a:p>
        </p:txBody>
      </p:sp>
      <p:sp>
        <p:nvSpPr>
          <p:cNvPr id="48" name="TextBox 47"/>
          <p:cNvSpPr txBox="1"/>
          <p:nvPr/>
        </p:nvSpPr>
        <p:spPr>
          <a:xfrm>
            <a:off x="6499134" y="2132014"/>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a:sym typeface="Arial"/>
              </a:rPr>
              <a:t>残り湯</a:t>
            </a:r>
          </a:p>
        </p:txBody>
      </p:sp>
      <p:sp>
        <p:nvSpPr>
          <p:cNvPr id="49" name="TextBox 48"/>
          <p:cNvSpPr txBox="1"/>
          <p:nvPr/>
        </p:nvSpPr>
        <p:spPr>
          <a:xfrm>
            <a:off x="6499134" y="998015"/>
            <a:ext cx="5573803" cy="1015663"/>
          </a:xfrm>
          <a:prstGeom prst="rect">
            <a:avLst/>
          </a:prstGeom>
          <a:solidFill>
            <a:schemeClr val="accent3">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ja-JP" altLang="en-US" sz="6000" b="0" i="0" u="none" strike="noStrike" kern="0" cap="none" spc="0" normalizeH="0" baseline="0" noProof="0" dirty="0">
                <a:ln>
                  <a:noFill/>
                </a:ln>
                <a:solidFill>
                  <a:srgbClr val="000000"/>
                </a:solidFill>
                <a:effectLst/>
                <a:uLnTx/>
                <a:uFillTx/>
                <a:latin typeface="UD Digi Kyokasho N-B" panose="02020700000000000000" pitchFamily="17" charset="-128"/>
                <a:ea typeface="UD Digi Kyokasho N-B" panose="02020700000000000000" pitchFamily="17" charset="-128"/>
                <a:cs typeface="Arial" panose="020B0604020202020204"/>
                <a:sym typeface="Arial" panose="020B0604020202020204"/>
              </a:rPr>
              <a:t>水道水</a:t>
            </a:r>
          </a:p>
        </p:txBody>
      </p:sp>
    </p:spTree>
    <p:extLst>
      <p:ext uri="{BB962C8B-B14F-4D97-AF65-F5344CB8AC3E}">
        <p14:creationId xmlns:p14="http://schemas.microsoft.com/office/powerpoint/2010/main" val="215314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circle(in)">
                                      <p:cBhvr>
                                        <p:cTn id="17" dur="2000"/>
                                        <p:tgtEl>
                                          <p:spTgt spid="9"/>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circle(in)">
                                      <p:cBhvr>
                                        <p:cTn id="20" dur="2000"/>
                                        <p:tgtEl>
                                          <p:spTgt spid="10"/>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circle(in)">
                                      <p:cBhvr>
                                        <p:cTn id="23" dur="2000"/>
                                        <p:tgtEl>
                                          <p:spTgt spid="11"/>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circle(in)">
                                      <p:cBhvr>
                                        <p:cTn id="26" dur="2000"/>
                                        <p:tgtEl>
                                          <p:spTgt spid="46"/>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ircle(in)">
                                      <p:cBhvr>
                                        <p:cTn id="31" dur="2000"/>
                                        <p:tgtEl>
                                          <p:spTgt spid="6"/>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ircle(in)">
                                      <p:cBhvr>
                                        <p:cTn id="34" dur="2000"/>
                                        <p:tgtEl>
                                          <p:spTgt spid="22"/>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circle(in)">
                                      <p:cBhvr>
                                        <p:cTn id="37" dur="2000"/>
                                        <p:tgtEl>
                                          <p:spTgt spid="47"/>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2000"/>
                                        <p:tgtEl>
                                          <p:spTgt spid="48"/>
                                        </p:tgtEl>
                                      </p:cBhvr>
                                    </p:animEffect>
                                  </p:childTnLst>
                                </p:cTn>
                              </p:par>
                              <p:par>
                                <p:cTn id="41" presetID="6" presetClass="entr" presetSubtype="16"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circle(in)">
                                      <p:cBhvr>
                                        <p:cTn id="43"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1" grpId="0" animBg="1"/>
      <p:bldP spid="13" grpId="0" bldLvl="0" animBg="1"/>
      <p:bldP spid="22" grpId="0" animBg="1"/>
      <p:bldP spid="46" grpId="0" animBg="1"/>
      <p:bldP spid="47" grpId="0" animBg="1"/>
      <p:bldP spid="48" grpId="0" animBg="1"/>
      <p:bldP spid="4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5" name="Picture 4">
            <a:extLst>
              <a:ext uri="{FF2B5EF4-FFF2-40B4-BE49-F238E27FC236}">
                <a16:creationId xmlns:a16="http://schemas.microsoft.com/office/drawing/2014/main" id="{2B7132A0-6E23-EC63-C0D2-01A1637955E2}"/>
              </a:ext>
            </a:extLst>
          </p:cNvPr>
          <p:cNvPicPr>
            <a:picLocks noChangeAspect="1"/>
          </p:cNvPicPr>
          <p:nvPr/>
        </p:nvPicPr>
        <p:blipFill>
          <a:blip r:embed="rId4"/>
          <a:stretch>
            <a:fillRect/>
          </a:stretch>
        </p:blipFill>
        <p:spPr>
          <a:xfrm>
            <a:off x="207171" y="117013"/>
            <a:ext cx="12018513" cy="6740987"/>
          </a:xfrm>
          <a:prstGeom prst="rect">
            <a:avLst/>
          </a:prstGeom>
        </p:spPr>
      </p:pic>
    </p:spTree>
    <p:extLst>
      <p:ext uri="{BB962C8B-B14F-4D97-AF65-F5344CB8AC3E}">
        <p14:creationId xmlns:p14="http://schemas.microsoft.com/office/powerpoint/2010/main" val="4154596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pic>
        <p:nvPicPr>
          <p:cNvPr id="2" name="Google Shape;338;p36">
            <a:extLst>
              <a:ext uri="{FF2B5EF4-FFF2-40B4-BE49-F238E27FC236}">
                <a16:creationId xmlns:a16="http://schemas.microsoft.com/office/drawing/2014/main" id="{9F273204-DED6-9EA7-6D0D-E936632BF670}"/>
              </a:ext>
            </a:extLst>
          </p:cNvPr>
          <p:cNvPicPr preferRelativeResize="0"/>
          <p:nvPr/>
        </p:nvPicPr>
        <p:blipFill>
          <a:blip r:embed="rId3">
            <a:alphaModFix/>
          </a:blip>
          <a:stretch>
            <a:fillRect/>
          </a:stretch>
        </p:blipFill>
        <p:spPr>
          <a:xfrm>
            <a:off x="-1437618" y="-1515472"/>
            <a:ext cx="3483083" cy="4529141"/>
          </a:xfrm>
          <a:prstGeom prst="rect">
            <a:avLst/>
          </a:prstGeom>
          <a:noFill/>
          <a:ln>
            <a:noFill/>
          </a:ln>
        </p:spPr>
      </p:pic>
      <p:pic>
        <p:nvPicPr>
          <p:cNvPr id="4" name="Picture 3">
            <a:extLst>
              <a:ext uri="{FF2B5EF4-FFF2-40B4-BE49-F238E27FC236}">
                <a16:creationId xmlns:a16="http://schemas.microsoft.com/office/drawing/2014/main" id="{9524269C-6150-DC47-D10E-6471E2B4AC1D}"/>
              </a:ext>
            </a:extLst>
          </p:cNvPr>
          <p:cNvPicPr>
            <a:picLocks noChangeAspect="1"/>
          </p:cNvPicPr>
          <p:nvPr/>
        </p:nvPicPr>
        <p:blipFill>
          <a:blip r:embed="rId4"/>
          <a:stretch>
            <a:fillRect/>
          </a:stretch>
        </p:blipFill>
        <p:spPr>
          <a:xfrm>
            <a:off x="631810" y="0"/>
            <a:ext cx="10203204" cy="6774212"/>
          </a:xfrm>
          <a:prstGeom prst="rect">
            <a:avLst/>
          </a:prstGeom>
        </p:spPr>
      </p:pic>
    </p:spTree>
    <p:extLst>
      <p:ext uri="{BB962C8B-B14F-4D97-AF65-F5344CB8AC3E}">
        <p14:creationId xmlns:p14="http://schemas.microsoft.com/office/powerpoint/2010/main" val="11845282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241C99AE-9675-F239-9C1A-7AA0A31AAA4C}"/>
              </a:ext>
            </a:extLst>
          </p:cNvPr>
          <p:cNvSpPr/>
          <p:nvPr/>
        </p:nvSpPr>
        <p:spPr>
          <a:xfrm>
            <a:off x="0" y="-9610"/>
            <a:ext cx="2258568" cy="66270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4400" b="0" i="0" u="none" strike="noStrike" kern="1200" cap="none" spc="0" normalizeH="0" baseline="0" noProof="0" dirty="0">
                <a:ln>
                  <a:noFill/>
                </a:ln>
                <a:solidFill>
                  <a:srgbClr val="0070C0"/>
                </a:solidFill>
                <a:effectLst/>
                <a:uLnTx/>
                <a:uFillTx/>
                <a:latin typeface="UD Digi Kyokasho N-B" panose="02020700000000000000" pitchFamily="17" charset="-128"/>
                <a:ea typeface="UD Digi Kyokasho N-B" panose="02020700000000000000" pitchFamily="17" charset="-128"/>
                <a:cs typeface="+mn-cs"/>
                <a:sym typeface="Arial"/>
              </a:rPr>
              <a:t>作文①</a:t>
            </a:r>
            <a:endParaRPr kumimoji="0" lang="en-US" sz="4400" b="0" i="0" u="none" strike="noStrike" kern="1200" cap="none" spc="0" normalizeH="0" baseline="0" noProof="0" dirty="0">
              <a:ln>
                <a:noFill/>
              </a:ln>
              <a:solidFill>
                <a:srgbClr val="0070C0"/>
              </a:solidFill>
              <a:effectLst/>
              <a:uLnTx/>
              <a:uFillTx/>
              <a:latin typeface="UD Digi Kyokasho N-B" panose="02020700000000000000" pitchFamily="17" charset="-128"/>
              <a:ea typeface="UD Digi Kyokasho N-B" panose="02020700000000000000" pitchFamily="17" charset="-128"/>
              <a:cs typeface="+mn-cs"/>
              <a:sym typeface="Arial"/>
            </a:endParaRPr>
          </a:p>
        </p:txBody>
      </p:sp>
      <p:sp>
        <p:nvSpPr>
          <p:cNvPr id="4" name="Rectangle 3">
            <a:extLst>
              <a:ext uri="{FF2B5EF4-FFF2-40B4-BE49-F238E27FC236}">
                <a16:creationId xmlns:a16="http://schemas.microsoft.com/office/drawing/2014/main" id="{DAD892F7-EEB4-3D44-36F7-6ADAAF4CB97B}"/>
              </a:ext>
            </a:extLst>
          </p:cNvPr>
          <p:cNvSpPr/>
          <p:nvPr/>
        </p:nvSpPr>
        <p:spPr>
          <a:xfrm>
            <a:off x="109728" y="2505301"/>
            <a:ext cx="12240208" cy="18473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kumimoji="0" lang="ja-JP" altLang="en-US"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あなたの国について</a:t>
            </a:r>
            <a:r>
              <a:rPr kumimoji="0" lang="en-US" altLang="ja-JP"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200</a:t>
            </a:r>
            <a:r>
              <a:rPr kumimoji="0" lang="ja-JP" altLang="en-US"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a:t>
            </a:r>
            <a:r>
              <a:rPr kumimoji="0" lang="en-US" altLang="ja-JP"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250</a:t>
            </a:r>
            <a:r>
              <a:rPr kumimoji="0" lang="ja-JP" altLang="en-US"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字程度（</a:t>
            </a:r>
            <a:r>
              <a:rPr kumimoji="0" lang="en-US" altLang="ja-JP"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6</a:t>
            </a:r>
            <a:r>
              <a:rPr kumimoji="0" lang="ja-JP" altLang="en-US"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a:t>
            </a:r>
            <a:r>
              <a:rPr kumimoji="0" lang="en-US" altLang="ja-JP"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7</a:t>
            </a:r>
            <a:r>
              <a:rPr kumimoji="0" lang="ja-JP" altLang="en-US" sz="4800" b="1" i="0" u="none" strike="noStrike" kern="1200" cap="none" spc="0" normalizeH="0" baseline="0" noProof="0" dirty="0">
                <a:ln>
                  <a:noFill/>
                </a:ln>
                <a:solidFill>
                  <a:srgbClr val="783013">
                    <a:lumMod val="60000"/>
                    <a:lumOff val="40000"/>
                  </a:srgbClr>
                </a:solidFill>
                <a:effectLst/>
                <a:uLnTx/>
                <a:uFillTx/>
                <a:latin typeface="UD Digi Kyokasho NK-R" panose="02020400000000000000" pitchFamily="18" charset="-128"/>
                <a:ea typeface="UD Digi Kyokasho NK-R" panose="02020400000000000000" pitchFamily="18" charset="-128"/>
                <a:cs typeface="+mn-cs"/>
                <a:sym typeface="Arial"/>
              </a:rPr>
              <a:t>行）で書いてください。</a:t>
            </a:r>
            <a:endParaRPr kumimoji="0" lang="en-US" altLang="ja-JP" sz="54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endParaRPr>
          </a:p>
          <a:p>
            <a:pPr marL="571500" marR="0" lvl="0" indent="-57150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ja-JP" altLang="en-US"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rPr>
              <a:t>あなたの国はどこにありますか。</a:t>
            </a:r>
            <a:endParaRPr kumimoji="0" lang="en-US" altLang="ja-JP"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endParaRPr>
          </a:p>
          <a:p>
            <a:pPr marL="571500" marR="0" lvl="0" indent="-57150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ja-JP" altLang="en-US"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rPr>
              <a:t>地理的な位置はどうですか。</a:t>
            </a:r>
            <a:endParaRPr kumimoji="0" lang="en-US" altLang="ja-JP"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endParaRPr>
          </a:p>
          <a:p>
            <a:pPr marL="571500" marR="0" lvl="0" indent="-57150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ja-JP" altLang="en-US"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rPr>
              <a:t>気候や地形の特徴は何ですか。</a:t>
            </a:r>
            <a:endParaRPr kumimoji="0" lang="en-US" altLang="ja-JP"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endParaRPr>
          </a:p>
          <a:p>
            <a:pPr marL="571500" marR="0" lvl="0" indent="-57150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ja-JP" altLang="en-US"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rPr>
              <a:t>あなたの国に有名なことや特徴的なことはありますか。</a:t>
            </a:r>
            <a:endParaRPr kumimoji="0" lang="en-US" sz="3600" b="1" i="0" u="none" strike="noStrike" kern="1200" cap="none" spc="0" normalizeH="0" baseline="0" noProof="0" dirty="0">
              <a:ln>
                <a:noFill/>
              </a:ln>
              <a:solidFill>
                <a:srgbClr val="0000FF"/>
              </a:solidFill>
              <a:effectLst/>
              <a:uLnTx/>
              <a:uFillTx/>
              <a:latin typeface="UD Digi Kyokasho NK-R" panose="02020400000000000000" pitchFamily="18" charset="-128"/>
              <a:ea typeface="UD Digi Kyokasho NK-R" panose="02020400000000000000" pitchFamily="18" charset="-128"/>
              <a:cs typeface="+mn-cs"/>
              <a:sym typeface="Arial"/>
            </a:endParaRPr>
          </a:p>
        </p:txBody>
      </p:sp>
    </p:spTree>
    <p:extLst>
      <p:ext uri="{BB962C8B-B14F-4D97-AF65-F5344CB8AC3E}">
        <p14:creationId xmlns:p14="http://schemas.microsoft.com/office/powerpoint/2010/main" val="545540701"/>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tents and Trademark Agency by Slidesgo">
  <a:themeElements>
    <a:clrScheme name="Simple Light">
      <a:dk1>
        <a:srgbClr val="1F271D"/>
      </a:dk1>
      <a:lt1>
        <a:srgbClr val="F6F3EA"/>
      </a:lt1>
      <a:dk2>
        <a:srgbClr val="DBCCBA"/>
      </a:dk2>
      <a:lt2>
        <a:srgbClr val="A64B31"/>
      </a:lt2>
      <a:accent1>
        <a:srgbClr val="C27B38"/>
      </a:accent1>
      <a:accent2>
        <a:srgbClr val="9C5022"/>
      </a:accent2>
      <a:accent3>
        <a:srgbClr val="7A5F2E"/>
      </a:accent3>
      <a:accent4>
        <a:srgbClr val="533D15"/>
      </a:accent4>
      <a:accent5>
        <a:srgbClr val="783013"/>
      </a:accent5>
      <a:accent6>
        <a:srgbClr val="3D4C83"/>
      </a:accent6>
      <a:hlink>
        <a:srgbClr val="1F27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atents and Trademark Agency by Slidesgo">
  <a:themeElements>
    <a:clrScheme name="Simple Light">
      <a:dk1>
        <a:srgbClr val="1F271D"/>
      </a:dk1>
      <a:lt1>
        <a:srgbClr val="F6F3EA"/>
      </a:lt1>
      <a:dk2>
        <a:srgbClr val="DBCCBA"/>
      </a:dk2>
      <a:lt2>
        <a:srgbClr val="A64B31"/>
      </a:lt2>
      <a:accent1>
        <a:srgbClr val="C27B38"/>
      </a:accent1>
      <a:accent2>
        <a:srgbClr val="9C5022"/>
      </a:accent2>
      <a:accent3>
        <a:srgbClr val="7A5F2E"/>
      </a:accent3>
      <a:accent4>
        <a:srgbClr val="533D15"/>
      </a:accent4>
      <a:accent5>
        <a:srgbClr val="783013"/>
      </a:accent5>
      <a:accent6>
        <a:srgbClr val="3D4C83"/>
      </a:accent6>
      <a:hlink>
        <a:srgbClr val="1F27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4506</TotalTime>
  <Words>2131</Words>
  <Application>Microsoft Office PowerPoint</Application>
  <PresentationFormat>Widescreen</PresentationFormat>
  <Paragraphs>376</Paragraphs>
  <Slides>67</Slides>
  <Notes>48</Notes>
  <HiddenSlides>0</HiddenSlides>
  <MMClips>4</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67</vt:i4>
      </vt:variant>
    </vt:vector>
  </HeadingPairs>
  <TitlesOfParts>
    <vt:vector size="89" baseType="lpstr">
      <vt:lpstr>UD Digi Kyokasho NK-R</vt:lpstr>
      <vt:lpstr>HGSoeiPresenceEB</vt:lpstr>
      <vt:lpstr>HGPSoeiPresenceEB</vt:lpstr>
      <vt:lpstr>Wingdings 2</vt:lpstr>
      <vt:lpstr>UD Digi Kyokasho NP-R</vt:lpstr>
      <vt:lpstr>HGPSoeiKakupoptai</vt:lpstr>
      <vt:lpstr>Times New Roman</vt:lpstr>
      <vt:lpstr>Raleway</vt:lpstr>
      <vt:lpstr>Snap ITC</vt:lpstr>
      <vt:lpstr>Outfit</vt:lpstr>
      <vt:lpstr>Wingdings</vt:lpstr>
      <vt:lpstr>HGGyoshotai</vt:lpstr>
      <vt:lpstr>Arial</vt:lpstr>
      <vt:lpstr>SVN-Comic Sans MS</vt:lpstr>
      <vt:lpstr>HGSeikaishotaiPRO</vt:lpstr>
      <vt:lpstr>Georgia</vt:lpstr>
      <vt:lpstr>EPSON 太明朝体Ｂ</vt:lpstr>
      <vt:lpstr>UD Digi Kyokasho N-B</vt:lpstr>
      <vt:lpstr>DM Sans</vt:lpstr>
      <vt:lpstr>Patents and Trademark Agency by Slidesgo</vt:lpstr>
      <vt:lpstr>1_Patents and Trademark Agency by Slidesgo</vt:lpstr>
      <vt:lpstr>Civic</vt:lpstr>
      <vt:lpstr>PowerPoint Presentation</vt:lpstr>
      <vt:lpstr>NỘI QUY LỚP HỌC</vt:lpstr>
      <vt:lpstr>Đánh giá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Patents and Trademark Agency</dc:title>
  <dc:creator>Gnome</dc:creator>
  <cp:lastModifiedBy>THANHTHUY</cp:lastModifiedBy>
  <cp:revision>79</cp:revision>
  <dcterms:modified xsi:type="dcterms:W3CDTF">2026-09-09T13:54:07Z</dcterms:modified>
</cp:coreProperties>
</file>