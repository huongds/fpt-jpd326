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4"/>
    <p:sldMasterId id="2147483675" r:id="rId5"/>
  </p:sldMasterIdLst>
  <p:notesMasterIdLst>
    <p:notesMasterId r:id="rId159"/>
  </p:notesMasterIdLst>
  <p:sldIdLst>
    <p:sldId id="507" r:id="rId6"/>
    <p:sldId id="648" r:id="rId7"/>
    <p:sldId id="649" r:id="rId8"/>
    <p:sldId id="650" r:id="rId9"/>
    <p:sldId id="748" r:id="rId10"/>
    <p:sldId id="747" r:id="rId11"/>
    <p:sldId id="749" r:id="rId12"/>
    <p:sldId id="750" r:id="rId13"/>
    <p:sldId id="744" r:id="rId14"/>
    <p:sldId id="752" r:id="rId15"/>
    <p:sldId id="751" r:id="rId16"/>
    <p:sldId id="506" r:id="rId17"/>
    <p:sldId id="645" r:id="rId18"/>
    <p:sldId id="862" r:id="rId19"/>
    <p:sldId id="863" r:id="rId20"/>
    <p:sldId id="864" r:id="rId21"/>
    <p:sldId id="804" r:id="rId22"/>
    <p:sldId id="805" r:id="rId23"/>
    <p:sldId id="806" r:id="rId24"/>
    <p:sldId id="807" r:id="rId25"/>
    <p:sldId id="808" r:id="rId26"/>
    <p:sldId id="849" r:id="rId27"/>
    <p:sldId id="809" r:id="rId28"/>
    <p:sldId id="810" r:id="rId29"/>
    <p:sldId id="811" r:id="rId30"/>
    <p:sldId id="812" r:id="rId31"/>
    <p:sldId id="813" r:id="rId32"/>
    <p:sldId id="814" r:id="rId33"/>
    <p:sldId id="815" r:id="rId34"/>
    <p:sldId id="816" r:id="rId35"/>
    <p:sldId id="817" r:id="rId36"/>
    <p:sldId id="818" r:id="rId37"/>
    <p:sldId id="653" r:id="rId38"/>
    <p:sldId id="654" r:id="rId39"/>
    <p:sldId id="258" r:id="rId40"/>
    <p:sldId id="753" r:id="rId41"/>
    <p:sldId id="754" r:id="rId42"/>
    <p:sldId id="261" r:id="rId43"/>
    <p:sldId id="755" r:id="rId44"/>
    <p:sldId id="756" r:id="rId45"/>
    <p:sldId id="757" r:id="rId46"/>
    <p:sldId id="265" r:id="rId47"/>
    <p:sldId id="758" r:id="rId48"/>
    <p:sldId id="759" r:id="rId49"/>
    <p:sldId id="268" r:id="rId50"/>
    <p:sldId id="760" r:id="rId51"/>
    <p:sldId id="761" r:id="rId52"/>
    <p:sldId id="762" r:id="rId53"/>
    <p:sldId id="272" r:id="rId54"/>
    <p:sldId id="850" r:id="rId55"/>
    <p:sldId id="851" r:id="rId56"/>
    <p:sldId id="852" r:id="rId57"/>
    <p:sldId id="853" r:id="rId58"/>
    <p:sldId id="854" r:id="rId59"/>
    <p:sldId id="855" r:id="rId60"/>
    <p:sldId id="819" r:id="rId61"/>
    <p:sldId id="820" r:id="rId62"/>
    <p:sldId id="821" r:id="rId63"/>
    <p:sldId id="822" r:id="rId64"/>
    <p:sldId id="823" r:id="rId65"/>
    <p:sldId id="856" r:id="rId66"/>
    <p:sldId id="857" r:id="rId67"/>
    <p:sldId id="858" r:id="rId68"/>
    <p:sldId id="859" r:id="rId69"/>
    <p:sldId id="860" r:id="rId70"/>
    <p:sldId id="861" r:id="rId71"/>
    <p:sldId id="824" r:id="rId72"/>
    <p:sldId id="555" r:id="rId73"/>
    <p:sldId id="646" r:id="rId74"/>
    <p:sldId id="763" r:id="rId75"/>
    <p:sldId id="764" r:id="rId76"/>
    <p:sldId id="765" r:id="rId77"/>
    <p:sldId id="766" r:id="rId78"/>
    <p:sldId id="767" r:id="rId79"/>
    <p:sldId id="768" r:id="rId80"/>
    <p:sldId id="769" r:id="rId81"/>
    <p:sldId id="770" r:id="rId82"/>
    <p:sldId id="771" r:id="rId83"/>
    <p:sldId id="772" r:id="rId84"/>
    <p:sldId id="773" r:id="rId85"/>
    <p:sldId id="774" r:id="rId86"/>
    <p:sldId id="775" r:id="rId87"/>
    <p:sldId id="776" r:id="rId88"/>
    <p:sldId id="777" r:id="rId89"/>
    <p:sldId id="778" r:id="rId90"/>
    <p:sldId id="779" r:id="rId91"/>
    <p:sldId id="780" r:id="rId92"/>
    <p:sldId id="781" r:id="rId93"/>
    <p:sldId id="782" r:id="rId94"/>
    <p:sldId id="783" r:id="rId95"/>
    <p:sldId id="784" r:id="rId96"/>
    <p:sldId id="785" r:id="rId97"/>
    <p:sldId id="633" r:id="rId98"/>
    <p:sldId id="647" r:id="rId99"/>
    <p:sldId id="786" r:id="rId100"/>
    <p:sldId id="787" r:id="rId101"/>
    <p:sldId id="788" r:id="rId102"/>
    <p:sldId id="789" r:id="rId103"/>
    <p:sldId id="790" r:id="rId104"/>
    <p:sldId id="791" r:id="rId105"/>
    <p:sldId id="792" r:id="rId106"/>
    <p:sldId id="793" r:id="rId107"/>
    <p:sldId id="794" r:id="rId108"/>
    <p:sldId id="795" r:id="rId109"/>
    <p:sldId id="796" r:id="rId110"/>
    <p:sldId id="657" r:id="rId111"/>
    <p:sldId id="658" r:id="rId112"/>
    <p:sldId id="797" r:id="rId113"/>
    <p:sldId id="798" r:id="rId114"/>
    <p:sldId id="799" r:id="rId115"/>
    <p:sldId id="800" r:id="rId116"/>
    <p:sldId id="801" r:id="rId117"/>
    <p:sldId id="802" r:id="rId118"/>
    <p:sldId id="803" r:id="rId119"/>
    <p:sldId id="825" r:id="rId120"/>
    <p:sldId id="826" r:id="rId121"/>
    <p:sldId id="827" r:id="rId122"/>
    <p:sldId id="828" r:id="rId123"/>
    <p:sldId id="829" r:id="rId124"/>
    <p:sldId id="830" r:id="rId125"/>
    <p:sldId id="831" r:id="rId126"/>
    <p:sldId id="832" r:id="rId127"/>
    <p:sldId id="833" r:id="rId128"/>
    <p:sldId id="834" r:id="rId129"/>
    <p:sldId id="835" r:id="rId130"/>
    <p:sldId id="836" r:id="rId131"/>
    <p:sldId id="865" r:id="rId132"/>
    <p:sldId id="866" r:id="rId133"/>
    <p:sldId id="660" r:id="rId134"/>
    <p:sldId id="668" r:id="rId135"/>
    <p:sldId id="670" r:id="rId136"/>
    <p:sldId id="837" r:id="rId137"/>
    <p:sldId id="838" r:id="rId138"/>
    <p:sldId id="839" r:id="rId139"/>
    <p:sldId id="840" r:id="rId140"/>
    <p:sldId id="841" r:id="rId141"/>
    <p:sldId id="842" r:id="rId142"/>
    <p:sldId id="843" r:id="rId143"/>
    <p:sldId id="844" r:id="rId144"/>
    <p:sldId id="845" r:id="rId145"/>
    <p:sldId id="846" r:id="rId146"/>
    <p:sldId id="847" r:id="rId147"/>
    <p:sldId id="848" r:id="rId148"/>
    <p:sldId id="669" r:id="rId149"/>
    <p:sldId id="867" r:id="rId150"/>
    <p:sldId id="868" r:id="rId151"/>
    <p:sldId id="673" r:id="rId152"/>
    <p:sldId id="675" r:id="rId153"/>
    <p:sldId id="676" r:id="rId154"/>
    <p:sldId id="677" r:id="rId155"/>
    <p:sldId id="678" r:id="rId156"/>
    <p:sldId id="679" r:id="rId157"/>
    <p:sldId id="674" r:id="rId158"/>
  </p:sldIdLst>
  <p:sldSz cx="12192000" cy="6858000"/>
  <p:notesSz cx="6858000" cy="9144000"/>
  <p:embeddedFontLst>
    <p:embeddedFont>
      <p:font typeface="HGGyoshotai" panose="020B0604020202020204" charset="-128"/>
      <p:regular r:id="rId160"/>
    </p:embeddedFont>
    <p:embeddedFont>
      <p:font typeface="HGPSoeiKakupoptai" panose="020B0604020202020204" charset="-128"/>
      <p:regular r:id="rId161"/>
    </p:embeddedFont>
    <p:embeddedFont>
      <p:font typeface="Calibri" panose="020F0502020204030204" pitchFamily="34" charset="0"/>
      <p:regular r:id="rId162"/>
      <p:bold r:id="rId163"/>
      <p:italic r:id="rId164"/>
      <p:boldItalic r:id="rId165"/>
    </p:embeddedFont>
    <p:embeddedFont>
      <p:font typeface="Calibri Light" panose="020F0302020204030204" pitchFamily="34" charset="0"/>
      <p:regular r:id="rId166"/>
      <p:italic r:id="rId167"/>
    </p:embeddedFont>
    <p:embeddedFont>
      <p:font typeface="DM Sans" panose="020B0604020202020204" charset="0"/>
      <p:regular r:id="rId168"/>
      <p:bold r:id="rId169"/>
      <p:italic r:id="rId170"/>
      <p:boldItalic r:id="rId171"/>
    </p:embeddedFont>
    <p:embeddedFont>
      <p:font typeface="HGMinchoE" panose="02020809000000000000" pitchFamily="49" charset="-128"/>
      <p:regular r:id="rId172"/>
    </p:embeddedFont>
    <p:embeddedFont>
      <p:font typeface="Meiryo" panose="020B0604030504040204" pitchFamily="34" charset="-128"/>
      <p:regular r:id="rId173"/>
      <p:bold r:id="rId174"/>
      <p:italic r:id="rId175"/>
      <p:boldItalic r:id="rId176"/>
    </p:embeddedFont>
    <p:embeddedFont>
      <p:font typeface="Outfit" panose="020B0604020202020204" charset="0"/>
      <p:regular r:id="rId177"/>
      <p:bold r:id="rId178"/>
    </p:embeddedFont>
    <p:embeddedFont>
      <p:font typeface="UD Digi Kyokasho N-B" panose="02020700000000000000" pitchFamily="17" charset="-128"/>
      <p:bold r:id="rId1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33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84A0463-F5DA-450D-A8B0-6D7978B9EF86}">
  <a:tblStyle styleId="{484A0463-F5DA-450D-A8B0-6D7978B9EF8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CA9CA5B-5AF2-4E5C-9F69-4E84EEC1648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74" autoAdjust="0"/>
    <p:restoredTop sz="87970" autoAdjust="0"/>
  </p:normalViewPr>
  <p:slideViewPr>
    <p:cSldViewPr snapToGrid="0">
      <p:cViewPr>
        <p:scale>
          <a:sx n="66" d="100"/>
          <a:sy n="66" d="100"/>
        </p:scale>
        <p:origin x="376" y="-60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38" Type="http://schemas.openxmlformats.org/officeDocument/2006/relationships/slide" Target="slides/slide133.xml"/><Relationship Id="rId154" Type="http://schemas.openxmlformats.org/officeDocument/2006/relationships/slide" Target="slides/slide149.xml"/><Relationship Id="rId159" Type="http://schemas.openxmlformats.org/officeDocument/2006/relationships/notesMaster" Target="notesMasters/notesMaster1.xml"/><Relationship Id="rId175" Type="http://schemas.openxmlformats.org/officeDocument/2006/relationships/font" Target="fonts/font16.fntdata"/><Relationship Id="rId170" Type="http://schemas.openxmlformats.org/officeDocument/2006/relationships/font" Target="fonts/font11.fntdata"/><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144" Type="http://schemas.openxmlformats.org/officeDocument/2006/relationships/slide" Target="slides/slide139.xml"/><Relationship Id="rId149" Type="http://schemas.openxmlformats.org/officeDocument/2006/relationships/slide" Target="slides/slide144.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160" Type="http://schemas.openxmlformats.org/officeDocument/2006/relationships/font" Target="fonts/font1.fntdata"/><Relationship Id="rId165" Type="http://schemas.openxmlformats.org/officeDocument/2006/relationships/font" Target="fonts/font6.fntdata"/><Relationship Id="rId181" Type="http://schemas.openxmlformats.org/officeDocument/2006/relationships/viewProps" Target="viewProps.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slide" Target="slides/slide113.xml"/><Relationship Id="rId134" Type="http://schemas.openxmlformats.org/officeDocument/2006/relationships/slide" Target="slides/slide129.xml"/><Relationship Id="rId139" Type="http://schemas.openxmlformats.org/officeDocument/2006/relationships/slide" Target="slides/slide134.xml"/><Relationship Id="rId80" Type="http://schemas.openxmlformats.org/officeDocument/2006/relationships/slide" Target="slides/slide75.xml"/><Relationship Id="rId85" Type="http://schemas.openxmlformats.org/officeDocument/2006/relationships/slide" Target="slides/slide80.xml"/><Relationship Id="rId150" Type="http://schemas.openxmlformats.org/officeDocument/2006/relationships/slide" Target="slides/slide145.xml"/><Relationship Id="rId155" Type="http://schemas.openxmlformats.org/officeDocument/2006/relationships/slide" Target="slides/slide150.xml"/><Relationship Id="rId171" Type="http://schemas.openxmlformats.org/officeDocument/2006/relationships/font" Target="fonts/font12.fntdata"/><Relationship Id="rId176" Type="http://schemas.openxmlformats.org/officeDocument/2006/relationships/font" Target="fonts/font17.fntdata"/><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openxmlformats.org/officeDocument/2006/relationships/slide" Target="slides/slide119.xml"/><Relationship Id="rId129" Type="http://schemas.openxmlformats.org/officeDocument/2006/relationships/slide" Target="slides/slide124.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40" Type="http://schemas.openxmlformats.org/officeDocument/2006/relationships/slide" Target="slides/slide135.xml"/><Relationship Id="rId145" Type="http://schemas.openxmlformats.org/officeDocument/2006/relationships/slide" Target="slides/slide140.xml"/><Relationship Id="rId161" Type="http://schemas.openxmlformats.org/officeDocument/2006/relationships/font" Target="fonts/font2.fntdata"/><Relationship Id="rId166" Type="http://schemas.openxmlformats.org/officeDocument/2006/relationships/font" Target="fonts/font7.fntdata"/><Relationship Id="rId18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slide" Target="slides/slide114.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130" Type="http://schemas.openxmlformats.org/officeDocument/2006/relationships/slide" Target="slides/slide125.xml"/><Relationship Id="rId135" Type="http://schemas.openxmlformats.org/officeDocument/2006/relationships/slide" Target="slides/slide130.xml"/><Relationship Id="rId151" Type="http://schemas.openxmlformats.org/officeDocument/2006/relationships/slide" Target="slides/slide146.xml"/><Relationship Id="rId156" Type="http://schemas.openxmlformats.org/officeDocument/2006/relationships/slide" Target="slides/slide151.xml"/><Relationship Id="rId177" Type="http://schemas.openxmlformats.org/officeDocument/2006/relationships/font" Target="fonts/font18.fntdata"/><Relationship Id="rId4" Type="http://schemas.openxmlformats.org/officeDocument/2006/relationships/slideMaster" Target="slideMasters/slideMaster1.xml"/><Relationship Id="rId9" Type="http://schemas.openxmlformats.org/officeDocument/2006/relationships/slide" Target="slides/slide4.xml"/><Relationship Id="rId172" Type="http://schemas.openxmlformats.org/officeDocument/2006/relationships/font" Target="fonts/font13.fntdata"/><Relationship Id="rId180" Type="http://schemas.openxmlformats.org/officeDocument/2006/relationships/presProps" Target="presProps.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141" Type="http://schemas.openxmlformats.org/officeDocument/2006/relationships/slide" Target="slides/slide136.xml"/><Relationship Id="rId146" Type="http://schemas.openxmlformats.org/officeDocument/2006/relationships/slide" Target="slides/slide141.xml"/><Relationship Id="rId167" Type="http://schemas.openxmlformats.org/officeDocument/2006/relationships/font" Target="fonts/font8.fntdata"/><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162" Type="http://schemas.openxmlformats.org/officeDocument/2006/relationships/font" Target="fonts/font3.fntdata"/><Relationship Id="rId183"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font" Target="fonts/font19.fntdata"/><Relationship Id="rId61" Type="http://schemas.openxmlformats.org/officeDocument/2006/relationships/slide" Target="slides/slide56.xml"/><Relationship Id="rId82" Type="http://schemas.openxmlformats.org/officeDocument/2006/relationships/slide" Target="slides/slide77.xml"/><Relationship Id="rId152" Type="http://schemas.openxmlformats.org/officeDocument/2006/relationships/slide" Target="slides/slide147.xml"/><Relationship Id="rId173" Type="http://schemas.openxmlformats.org/officeDocument/2006/relationships/font" Target="fonts/font14.fntdata"/><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font" Target="fonts/font9.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font" Target="fonts/font4.fntdata"/><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font" Target="fonts/font15.fntdata"/><Relationship Id="rId179" Type="http://schemas.openxmlformats.org/officeDocument/2006/relationships/font" Target="fonts/font20.fntdata"/><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48" Type="http://schemas.openxmlformats.org/officeDocument/2006/relationships/slide" Target="slides/slide143.xml"/><Relationship Id="rId164" Type="http://schemas.openxmlformats.org/officeDocument/2006/relationships/font" Target="fonts/font5.fntdata"/><Relationship Id="rId169"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06555806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3506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1602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7759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4158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4ba1a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4ba1a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7916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3748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4ba1a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4ba1a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04166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4ba1a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4ba1a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56186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4ba1a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4ba1a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36433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4ba1a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4ba1a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51841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4ba1a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4ba1a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9692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 y="18"/>
            <a:ext cx="12201339" cy="6857986"/>
            <a:chOff x="0" y="11"/>
            <a:chExt cx="9151004" cy="5143489"/>
          </a:xfrm>
        </p:grpSpPr>
        <p:sp>
          <p:nvSpPr>
            <p:cNvPr id="10" name="Google Shape;10;p2"/>
            <p:cNvSpPr/>
            <p:nvPr/>
          </p:nvSpPr>
          <p:spPr>
            <a:xfrm rot="10800000">
              <a:off x="0" y="11"/>
              <a:ext cx="1782851" cy="1304957"/>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11" name="Google Shape;11;p2"/>
            <p:cNvSpPr/>
            <p:nvPr/>
          </p:nvSpPr>
          <p:spPr>
            <a:xfrm rot="10800000">
              <a:off x="7317389" y="3920459"/>
              <a:ext cx="1833615" cy="1223041"/>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grpSp>
        <p:nvGrpSpPr>
          <p:cNvPr id="12" name="Google Shape;12;p2"/>
          <p:cNvGrpSpPr/>
          <p:nvPr/>
        </p:nvGrpSpPr>
        <p:grpSpPr>
          <a:xfrm>
            <a:off x="2005108" y="-2700159"/>
            <a:ext cx="9880052" cy="12570313"/>
            <a:chOff x="1503828" y="-2025120"/>
            <a:chExt cx="7410038" cy="9427735"/>
          </a:xfrm>
        </p:grpSpPr>
        <p:sp>
          <p:nvSpPr>
            <p:cNvPr id="13" name="Google Shape;13;p2"/>
            <p:cNvSpPr/>
            <p:nvPr/>
          </p:nvSpPr>
          <p:spPr>
            <a:xfrm rot="2203802">
              <a:off x="1738683" y="4600168"/>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14" name="Google Shape;14;p2"/>
            <p:cNvSpPr/>
            <p:nvPr/>
          </p:nvSpPr>
          <p:spPr>
            <a:xfrm rot="-1048249">
              <a:off x="5198820" y="-1544172"/>
              <a:ext cx="3503360" cy="194850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sp>
        <p:nvSpPr>
          <p:cNvPr id="15" name="Google Shape;15;p2"/>
          <p:cNvSpPr txBox="1">
            <a:spLocks noGrp="1"/>
          </p:cNvSpPr>
          <p:nvPr>
            <p:ph type="ctrTitle"/>
          </p:nvPr>
        </p:nvSpPr>
        <p:spPr>
          <a:xfrm>
            <a:off x="962535" y="1481366"/>
            <a:ext cx="5039600" cy="2818800"/>
          </a:xfrm>
          <a:prstGeom prst="rect">
            <a:avLst/>
          </a:prstGeom>
        </p:spPr>
        <p:txBody>
          <a:bodyPr spcFirstLastPara="1" wrap="square" lIns="91425" tIns="91425" rIns="91425" bIns="91425" anchor="t" anchorCtr="0">
            <a:noAutofit/>
          </a:bodyPr>
          <a:lstStyle>
            <a:lvl1pPr lvl="0">
              <a:spcBef>
                <a:spcPts val="0"/>
              </a:spcBef>
              <a:spcAft>
                <a:spcPts val="0"/>
              </a:spcAft>
              <a:buSzPts val="5200"/>
              <a:buNone/>
              <a:defRPr sz="6015" b="0">
                <a:latin typeface="Outfit"/>
                <a:ea typeface="Outfit"/>
                <a:cs typeface="Outfit"/>
                <a:sym typeface="Outfit"/>
              </a:defRPr>
            </a:lvl1pPr>
            <a:lvl2pPr lvl="1" algn="ctr">
              <a:spcBef>
                <a:spcPts val="0"/>
              </a:spcBef>
              <a:spcAft>
                <a:spcPts val="0"/>
              </a:spcAft>
              <a:buSzPts val="5200"/>
              <a:buNone/>
              <a:defRPr sz="6951"/>
            </a:lvl2pPr>
            <a:lvl3pPr lvl="2" algn="ctr">
              <a:spcBef>
                <a:spcPts val="0"/>
              </a:spcBef>
              <a:spcAft>
                <a:spcPts val="0"/>
              </a:spcAft>
              <a:buSzPts val="5200"/>
              <a:buNone/>
              <a:defRPr sz="6951"/>
            </a:lvl3pPr>
            <a:lvl4pPr lvl="3" algn="ctr">
              <a:spcBef>
                <a:spcPts val="0"/>
              </a:spcBef>
              <a:spcAft>
                <a:spcPts val="0"/>
              </a:spcAft>
              <a:buSzPts val="5200"/>
              <a:buNone/>
              <a:defRPr sz="6951"/>
            </a:lvl4pPr>
            <a:lvl5pPr lvl="4" algn="ctr">
              <a:spcBef>
                <a:spcPts val="0"/>
              </a:spcBef>
              <a:spcAft>
                <a:spcPts val="0"/>
              </a:spcAft>
              <a:buSzPts val="5200"/>
              <a:buNone/>
              <a:defRPr sz="6951"/>
            </a:lvl5pPr>
            <a:lvl6pPr lvl="5" algn="ctr">
              <a:spcBef>
                <a:spcPts val="0"/>
              </a:spcBef>
              <a:spcAft>
                <a:spcPts val="0"/>
              </a:spcAft>
              <a:buSzPts val="5200"/>
              <a:buNone/>
              <a:defRPr sz="6951"/>
            </a:lvl6pPr>
            <a:lvl7pPr lvl="6" algn="ctr">
              <a:spcBef>
                <a:spcPts val="0"/>
              </a:spcBef>
              <a:spcAft>
                <a:spcPts val="0"/>
              </a:spcAft>
              <a:buSzPts val="5200"/>
              <a:buNone/>
              <a:defRPr sz="6951"/>
            </a:lvl7pPr>
            <a:lvl8pPr lvl="7" algn="ctr">
              <a:spcBef>
                <a:spcPts val="0"/>
              </a:spcBef>
              <a:spcAft>
                <a:spcPts val="0"/>
              </a:spcAft>
              <a:buSzPts val="5200"/>
              <a:buNone/>
              <a:defRPr sz="6951"/>
            </a:lvl8pPr>
            <a:lvl9pPr lvl="8" algn="ctr">
              <a:spcBef>
                <a:spcPts val="0"/>
              </a:spcBef>
              <a:spcAft>
                <a:spcPts val="0"/>
              </a:spcAft>
              <a:buSzPts val="5200"/>
              <a:buNone/>
              <a:defRPr sz="6951"/>
            </a:lvl9pPr>
          </a:lstStyle>
          <a:p>
            <a:endParaRPr/>
          </a:p>
        </p:txBody>
      </p:sp>
      <p:sp>
        <p:nvSpPr>
          <p:cNvPr id="16" name="Google Shape;16;p2"/>
          <p:cNvSpPr txBox="1">
            <a:spLocks noGrp="1"/>
          </p:cNvSpPr>
          <p:nvPr>
            <p:ph type="subTitle" idx="1"/>
          </p:nvPr>
        </p:nvSpPr>
        <p:spPr>
          <a:xfrm>
            <a:off x="962533" y="4538634"/>
            <a:ext cx="3520800" cy="838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2005">
                <a:latin typeface="DM Sans"/>
                <a:ea typeface="DM Sans"/>
                <a:cs typeface="DM Sans"/>
                <a:sym typeface="DM Sans"/>
              </a:defRPr>
            </a:lvl1pPr>
            <a:lvl2pPr lvl="1" algn="ctr">
              <a:lnSpc>
                <a:spcPct val="100000"/>
              </a:lnSpc>
              <a:spcBef>
                <a:spcPts val="0"/>
              </a:spcBef>
              <a:spcAft>
                <a:spcPts val="0"/>
              </a:spcAft>
              <a:buSzPts val="2800"/>
              <a:buNone/>
              <a:defRPr sz="3742"/>
            </a:lvl2pPr>
            <a:lvl3pPr lvl="2" algn="ctr">
              <a:lnSpc>
                <a:spcPct val="100000"/>
              </a:lnSpc>
              <a:spcBef>
                <a:spcPts val="0"/>
              </a:spcBef>
              <a:spcAft>
                <a:spcPts val="0"/>
              </a:spcAft>
              <a:buSzPts val="2800"/>
              <a:buNone/>
              <a:defRPr sz="3742"/>
            </a:lvl3pPr>
            <a:lvl4pPr lvl="3" algn="ctr">
              <a:lnSpc>
                <a:spcPct val="100000"/>
              </a:lnSpc>
              <a:spcBef>
                <a:spcPts val="0"/>
              </a:spcBef>
              <a:spcAft>
                <a:spcPts val="0"/>
              </a:spcAft>
              <a:buSzPts val="2800"/>
              <a:buNone/>
              <a:defRPr sz="3742"/>
            </a:lvl4pPr>
            <a:lvl5pPr lvl="4" algn="ctr">
              <a:lnSpc>
                <a:spcPct val="100000"/>
              </a:lnSpc>
              <a:spcBef>
                <a:spcPts val="0"/>
              </a:spcBef>
              <a:spcAft>
                <a:spcPts val="0"/>
              </a:spcAft>
              <a:buSzPts val="2800"/>
              <a:buNone/>
              <a:defRPr sz="3742"/>
            </a:lvl5pPr>
            <a:lvl6pPr lvl="5" algn="ctr">
              <a:lnSpc>
                <a:spcPct val="100000"/>
              </a:lnSpc>
              <a:spcBef>
                <a:spcPts val="0"/>
              </a:spcBef>
              <a:spcAft>
                <a:spcPts val="0"/>
              </a:spcAft>
              <a:buSzPts val="2800"/>
              <a:buNone/>
              <a:defRPr sz="3742"/>
            </a:lvl6pPr>
            <a:lvl7pPr lvl="6" algn="ctr">
              <a:lnSpc>
                <a:spcPct val="100000"/>
              </a:lnSpc>
              <a:spcBef>
                <a:spcPts val="0"/>
              </a:spcBef>
              <a:spcAft>
                <a:spcPts val="0"/>
              </a:spcAft>
              <a:buSzPts val="2800"/>
              <a:buNone/>
              <a:defRPr sz="3742"/>
            </a:lvl7pPr>
            <a:lvl8pPr lvl="7" algn="ctr">
              <a:lnSpc>
                <a:spcPct val="100000"/>
              </a:lnSpc>
              <a:spcBef>
                <a:spcPts val="0"/>
              </a:spcBef>
              <a:spcAft>
                <a:spcPts val="0"/>
              </a:spcAft>
              <a:buSzPts val="2800"/>
              <a:buNone/>
              <a:defRPr sz="3742"/>
            </a:lvl8pPr>
            <a:lvl9pPr lvl="8" algn="ctr">
              <a:lnSpc>
                <a:spcPct val="100000"/>
              </a:lnSpc>
              <a:spcBef>
                <a:spcPts val="0"/>
              </a:spcBef>
              <a:spcAft>
                <a:spcPts val="0"/>
              </a:spcAft>
              <a:buSzPts val="2800"/>
              <a:buNone/>
              <a:defRPr sz="3742"/>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grpSp>
        <p:nvGrpSpPr>
          <p:cNvPr id="27" name="Google Shape;27;p4"/>
          <p:cNvGrpSpPr/>
          <p:nvPr/>
        </p:nvGrpSpPr>
        <p:grpSpPr>
          <a:xfrm>
            <a:off x="2" y="-8288"/>
            <a:ext cx="12218830" cy="6866288"/>
            <a:chOff x="0" y="-6216"/>
            <a:chExt cx="9164122" cy="5149716"/>
          </a:xfrm>
        </p:grpSpPr>
        <p:sp>
          <p:nvSpPr>
            <p:cNvPr id="28" name="Google Shape;28;p4"/>
            <p:cNvSpPr/>
            <p:nvPr/>
          </p:nvSpPr>
          <p:spPr>
            <a:xfrm rot="-5400000">
              <a:off x="7744004" y="213573"/>
              <a:ext cx="1639907" cy="1200330"/>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sp>
          <p:nvSpPr>
            <p:cNvPr id="29" name="Google Shape;29;p4"/>
            <p:cNvSpPr/>
            <p:nvPr/>
          </p:nvSpPr>
          <p:spPr>
            <a:xfrm rot="-5400000">
              <a:off x="-252986" y="3876996"/>
              <a:ext cx="1519490" cy="1013518"/>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grpSp>
      <p:grpSp>
        <p:nvGrpSpPr>
          <p:cNvPr id="30" name="Google Shape;30;p4"/>
          <p:cNvGrpSpPr/>
          <p:nvPr/>
        </p:nvGrpSpPr>
        <p:grpSpPr>
          <a:xfrm>
            <a:off x="3158985" y="-3684999"/>
            <a:ext cx="7547851" cy="13601353"/>
            <a:chOff x="2242539" y="-2772200"/>
            <a:chExt cx="5660888" cy="10201015"/>
          </a:xfrm>
        </p:grpSpPr>
        <p:sp>
          <p:nvSpPr>
            <p:cNvPr id="31" name="Google Shape;31;p4"/>
            <p:cNvSpPr/>
            <p:nvPr/>
          </p:nvSpPr>
          <p:spPr>
            <a:xfrm rot="2203802">
              <a:off x="4165483" y="-1918107"/>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sp>
          <p:nvSpPr>
            <p:cNvPr id="32" name="Google Shape;32;p4"/>
            <p:cNvSpPr/>
            <p:nvPr/>
          </p:nvSpPr>
          <p:spPr>
            <a:xfrm rot="-9653394">
              <a:off x="2464968" y="4960452"/>
              <a:ext cx="3503468" cy="194856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grpSp>
      <p:sp>
        <p:nvSpPr>
          <p:cNvPr id="33" name="Google Shape;33;p4"/>
          <p:cNvSpPr txBox="1">
            <a:spLocks noGrp="1"/>
          </p:cNvSpPr>
          <p:nvPr>
            <p:ph type="title"/>
          </p:nvPr>
        </p:nvSpPr>
        <p:spPr>
          <a:xfrm>
            <a:off x="962535" y="603367"/>
            <a:ext cx="10266800" cy="753200"/>
          </a:xfrm>
          <a:prstGeom prst="rect">
            <a:avLst/>
          </a:prstGeom>
        </p:spPr>
        <p:txBody>
          <a:bodyPr spcFirstLastPara="1" wrap="square" lIns="91425" tIns="91425" rIns="91425" bIns="91425" anchor="t" anchorCtr="0">
            <a:noAutofit/>
          </a:bodyPr>
          <a:lstStyle>
            <a:lvl1pPr lvl="0">
              <a:spcBef>
                <a:spcPts val="0"/>
              </a:spcBef>
              <a:spcAft>
                <a:spcPts val="0"/>
              </a:spcAft>
              <a:buSzPts val="3500"/>
              <a:buNone/>
              <a:defRPr sz="4679"/>
            </a:lvl1pPr>
            <a:lvl2pPr lvl="1">
              <a:spcBef>
                <a:spcPts val="0"/>
              </a:spcBef>
              <a:spcAft>
                <a:spcPts val="0"/>
              </a:spcAft>
              <a:buSzPts val="3500"/>
              <a:buNone/>
              <a:defRPr sz="4679"/>
            </a:lvl2pPr>
            <a:lvl3pPr lvl="2">
              <a:spcBef>
                <a:spcPts val="0"/>
              </a:spcBef>
              <a:spcAft>
                <a:spcPts val="0"/>
              </a:spcAft>
              <a:buSzPts val="3500"/>
              <a:buNone/>
              <a:defRPr sz="4679"/>
            </a:lvl3pPr>
            <a:lvl4pPr lvl="3">
              <a:spcBef>
                <a:spcPts val="0"/>
              </a:spcBef>
              <a:spcAft>
                <a:spcPts val="0"/>
              </a:spcAft>
              <a:buSzPts val="3500"/>
              <a:buNone/>
              <a:defRPr sz="4679"/>
            </a:lvl4pPr>
            <a:lvl5pPr lvl="4">
              <a:spcBef>
                <a:spcPts val="0"/>
              </a:spcBef>
              <a:spcAft>
                <a:spcPts val="0"/>
              </a:spcAft>
              <a:buSzPts val="3500"/>
              <a:buNone/>
              <a:defRPr sz="4679"/>
            </a:lvl5pPr>
            <a:lvl6pPr lvl="5">
              <a:spcBef>
                <a:spcPts val="0"/>
              </a:spcBef>
              <a:spcAft>
                <a:spcPts val="0"/>
              </a:spcAft>
              <a:buSzPts val="3500"/>
              <a:buNone/>
              <a:defRPr sz="4679"/>
            </a:lvl6pPr>
            <a:lvl7pPr lvl="6">
              <a:spcBef>
                <a:spcPts val="0"/>
              </a:spcBef>
              <a:spcAft>
                <a:spcPts val="0"/>
              </a:spcAft>
              <a:buSzPts val="3500"/>
              <a:buNone/>
              <a:defRPr sz="4679"/>
            </a:lvl7pPr>
            <a:lvl8pPr lvl="7">
              <a:spcBef>
                <a:spcPts val="0"/>
              </a:spcBef>
              <a:spcAft>
                <a:spcPts val="0"/>
              </a:spcAft>
              <a:buSzPts val="3500"/>
              <a:buNone/>
              <a:defRPr sz="4679"/>
            </a:lvl8pPr>
            <a:lvl9pPr lvl="8">
              <a:spcBef>
                <a:spcPts val="0"/>
              </a:spcBef>
              <a:spcAft>
                <a:spcPts val="0"/>
              </a:spcAft>
              <a:buSzPts val="3500"/>
              <a:buNone/>
              <a:defRPr sz="4679"/>
            </a:lvl9pPr>
          </a:lstStyle>
          <a:p>
            <a:endParaRPr/>
          </a:p>
        </p:txBody>
      </p:sp>
      <p:sp>
        <p:nvSpPr>
          <p:cNvPr id="34" name="Google Shape;34;p4"/>
          <p:cNvSpPr txBox="1">
            <a:spLocks noGrp="1"/>
          </p:cNvSpPr>
          <p:nvPr>
            <p:ph type="body" idx="1"/>
          </p:nvPr>
        </p:nvSpPr>
        <p:spPr>
          <a:xfrm>
            <a:off x="962535" y="1435167"/>
            <a:ext cx="8713200" cy="1169600"/>
          </a:xfrm>
          <a:prstGeom prst="rect">
            <a:avLst/>
          </a:prstGeom>
        </p:spPr>
        <p:txBody>
          <a:bodyPr spcFirstLastPara="1" wrap="square" lIns="91425" tIns="91425" rIns="91425" bIns="91425" anchor="t" anchorCtr="0">
            <a:noAutofit/>
          </a:bodyPr>
          <a:lstStyle>
            <a:lvl1pPr marL="611118" lvl="0" indent="-407412">
              <a:spcBef>
                <a:spcPts val="0"/>
              </a:spcBef>
              <a:spcAft>
                <a:spcPts val="0"/>
              </a:spcAft>
              <a:buClr>
                <a:schemeClr val="lt2"/>
              </a:buClr>
              <a:buSzPts val="1200"/>
              <a:buChar char="●"/>
              <a:defRPr/>
            </a:lvl1pPr>
            <a:lvl2pPr marL="1222236" lvl="1" indent="-407412">
              <a:spcBef>
                <a:spcPts val="0"/>
              </a:spcBef>
              <a:spcAft>
                <a:spcPts val="0"/>
              </a:spcAft>
              <a:buSzPts val="1200"/>
              <a:buChar char="○"/>
              <a:defRPr/>
            </a:lvl2pPr>
            <a:lvl3pPr marL="1833354" lvl="2" indent="-407412">
              <a:spcBef>
                <a:spcPts val="0"/>
              </a:spcBef>
              <a:spcAft>
                <a:spcPts val="0"/>
              </a:spcAft>
              <a:buSzPts val="1200"/>
              <a:buChar char="■"/>
              <a:defRPr/>
            </a:lvl3pPr>
            <a:lvl4pPr marL="2444472" lvl="3" indent="-407412">
              <a:spcBef>
                <a:spcPts val="0"/>
              </a:spcBef>
              <a:spcAft>
                <a:spcPts val="0"/>
              </a:spcAft>
              <a:buSzPts val="1200"/>
              <a:buChar char="●"/>
              <a:defRPr/>
            </a:lvl4pPr>
            <a:lvl5pPr marL="3055590" lvl="4" indent="-407412">
              <a:spcBef>
                <a:spcPts val="0"/>
              </a:spcBef>
              <a:spcAft>
                <a:spcPts val="0"/>
              </a:spcAft>
              <a:buSzPts val="1200"/>
              <a:buChar char="○"/>
              <a:defRPr/>
            </a:lvl5pPr>
            <a:lvl6pPr marL="3666708" lvl="5" indent="-407412">
              <a:spcBef>
                <a:spcPts val="0"/>
              </a:spcBef>
              <a:spcAft>
                <a:spcPts val="0"/>
              </a:spcAft>
              <a:buSzPts val="1200"/>
              <a:buChar char="■"/>
              <a:defRPr/>
            </a:lvl6pPr>
            <a:lvl7pPr marL="4277825" lvl="6" indent="-407412">
              <a:spcBef>
                <a:spcPts val="0"/>
              </a:spcBef>
              <a:spcAft>
                <a:spcPts val="0"/>
              </a:spcAft>
              <a:buSzPts val="1200"/>
              <a:buChar char="●"/>
              <a:defRPr/>
            </a:lvl7pPr>
            <a:lvl8pPr marL="4888943" lvl="7" indent="-407412">
              <a:spcBef>
                <a:spcPts val="0"/>
              </a:spcBef>
              <a:spcAft>
                <a:spcPts val="0"/>
              </a:spcAft>
              <a:buSzPts val="1200"/>
              <a:buChar char="○"/>
              <a:defRPr/>
            </a:lvl8pPr>
            <a:lvl9pPr marL="5500061" lvl="8" indent="-407412">
              <a:spcBef>
                <a:spcPts val="0"/>
              </a:spcBef>
              <a:spcAft>
                <a:spcPts val="0"/>
              </a:spcAft>
              <a:buSzPts val="12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3"/>
        <p:cNvGrpSpPr/>
        <p:nvPr/>
      </p:nvGrpSpPr>
      <p:grpSpPr>
        <a:xfrm>
          <a:off x="0" y="0"/>
          <a:ext cx="0" cy="0"/>
          <a:chOff x="0" y="0"/>
          <a:chExt cx="0" cy="0"/>
        </a:xfrm>
      </p:grpSpPr>
      <p:grpSp>
        <p:nvGrpSpPr>
          <p:cNvPr id="74" name="Google Shape;74;p9"/>
          <p:cNvGrpSpPr/>
          <p:nvPr/>
        </p:nvGrpSpPr>
        <p:grpSpPr>
          <a:xfrm>
            <a:off x="1082905" y="-3677334"/>
            <a:ext cx="8731951" cy="13506587"/>
            <a:chOff x="812178" y="-2758000"/>
            <a:chExt cx="6548962" cy="10129940"/>
          </a:xfrm>
        </p:grpSpPr>
        <p:sp>
          <p:nvSpPr>
            <p:cNvPr id="75" name="Google Shape;75;p9"/>
            <p:cNvSpPr/>
            <p:nvPr/>
          </p:nvSpPr>
          <p:spPr>
            <a:xfrm rot="2203802">
              <a:off x="1047033" y="-1903907"/>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76" name="Google Shape;76;p9"/>
            <p:cNvSpPr/>
            <p:nvPr/>
          </p:nvSpPr>
          <p:spPr>
            <a:xfrm rot="-9653394">
              <a:off x="3635243" y="4903577"/>
              <a:ext cx="3503468" cy="194856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grpSp>
        <p:nvGrpSpPr>
          <p:cNvPr id="77" name="Google Shape;77;p9"/>
          <p:cNvGrpSpPr/>
          <p:nvPr/>
        </p:nvGrpSpPr>
        <p:grpSpPr>
          <a:xfrm>
            <a:off x="-4670" y="-4654"/>
            <a:ext cx="12201339" cy="6867324"/>
            <a:chOff x="-3502" y="-3491"/>
            <a:chExt cx="9151004" cy="5150493"/>
          </a:xfrm>
        </p:grpSpPr>
        <p:sp>
          <p:nvSpPr>
            <p:cNvPr id="78" name="Google Shape;78;p9"/>
            <p:cNvSpPr/>
            <p:nvPr/>
          </p:nvSpPr>
          <p:spPr>
            <a:xfrm rot="10800000" flipH="1">
              <a:off x="7364652" y="-3491"/>
              <a:ext cx="1782851" cy="1304957"/>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79" name="Google Shape;79;p9"/>
            <p:cNvSpPr/>
            <p:nvPr/>
          </p:nvSpPr>
          <p:spPr>
            <a:xfrm rot="10800000" flipH="1">
              <a:off x="-3502" y="3923961"/>
              <a:ext cx="1833615" cy="1223041"/>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sp>
        <p:nvSpPr>
          <p:cNvPr id="80" name="Google Shape;80;p9"/>
          <p:cNvSpPr txBox="1">
            <a:spLocks noGrp="1"/>
          </p:cNvSpPr>
          <p:nvPr>
            <p:ph type="title"/>
          </p:nvPr>
        </p:nvSpPr>
        <p:spPr>
          <a:xfrm>
            <a:off x="3399201"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14"/>
            </a:lvl1pPr>
            <a:lvl2pPr lvl="1" algn="ctr">
              <a:spcBef>
                <a:spcPts val="0"/>
              </a:spcBef>
              <a:spcAft>
                <a:spcPts val="0"/>
              </a:spcAft>
              <a:buSzPts val="4200"/>
              <a:buNone/>
              <a:defRPr sz="5614"/>
            </a:lvl2pPr>
            <a:lvl3pPr lvl="2" algn="ctr">
              <a:spcBef>
                <a:spcPts val="0"/>
              </a:spcBef>
              <a:spcAft>
                <a:spcPts val="0"/>
              </a:spcAft>
              <a:buSzPts val="4200"/>
              <a:buNone/>
              <a:defRPr sz="5614"/>
            </a:lvl3pPr>
            <a:lvl4pPr lvl="3" algn="ctr">
              <a:spcBef>
                <a:spcPts val="0"/>
              </a:spcBef>
              <a:spcAft>
                <a:spcPts val="0"/>
              </a:spcAft>
              <a:buSzPts val="4200"/>
              <a:buNone/>
              <a:defRPr sz="5614"/>
            </a:lvl4pPr>
            <a:lvl5pPr lvl="4" algn="ctr">
              <a:spcBef>
                <a:spcPts val="0"/>
              </a:spcBef>
              <a:spcAft>
                <a:spcPts val="0"/>
              </a:spcAft>
              <a:buSzPts val="4200"/>
              <a:buNone/>
              <a:defRPr sz="5614"/>
            </a:lvl5pPr>
            <a:lvl6pPr lvl="5" algn="ctr">
              <a:spcBef>
                <a:spcPts val="0"/>
              </a:spcBef>
              <a:spcAft>
                <a:spcPts val="0"/>
              </a:spcAft>
              <a:buSzPts val="4200"/>
              <a:buNone/>
              <a:defRPr sz="5614"/>
            </a:lvl6pPr>
            <a:lvl7pPr lvl="6" algn="ctr">
              <a:spcBef>
                <a:spcPts val="0"/>
              </a:spcBef>
              <a:spcAft>
                <a:spcPts val="0"/>
              </a:spcAft>
              <a:buSzPts val="4200"/>
              <a:buNone/>
              <a:defRPr sz="5614"/>
            </a:lvl7pPr>
            <a:lvl8pPr lvl="7" algn="ctr">
              <a:spcBef>
                <a:spcPts val="0"/>
              </a:spcBef>
              <a:spcAft>
                <a:spcPts val="0"/>
              </a:spcAft>
              <a:buSzPts val="4200"/>
              <a:buNone/>
              <a:defRPr sz="5614"/>
            </a:lvl8pPr>
            <a:lvl9pPr lvl="8" algn="ctr">
              <a:spcBef>
                <a:spcPts val="0"/>
              </a:spcBef>
              <a:spcAft>
                <a:spcPts val="0"/>
              </a:spcAft>
              <a:buSzPts val="4200"/>
              <a:buNone/>
              <a:defRPr sz="5614"/>
            </a:lvl9pPr>
          </a:lstStyle>
          <a:p>
            <a:endParaRPr/>
          </a:p>
        </p:txBody>
      </p:sp>
      <p:sp>
        <p:nvSpPr>
          <p:cNvPr id="81" name="Google Shape;81;p9"/>
          <p:cNvSpPr txBox="1">
            <a:spLocks noGrp="1"/>
          </p:cNvSpPr>
          <p:nvPr>
            <p:ph type="subTitle" idx="1"/>
          </p:nvPr>
        </p:nvSpPr>
        <p:spPr>
          <a:xfrm>
            <a:off x="3399201" y="3737434"/>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7"/>
            </a:lvl1pPr>
            <a:lvl2pPr lvl="1" algn="ctr">
              <a:lnSpc>
                <a:spcPct val="100000"/>
              </a:lnSpc>
              <a:spcBef>
                <a:spcPts val="0"/>
              </a:spcBef>
              <a:spcAft>
                <a:spcPts val="0"/>
              </a:spcAft>
              <a:buSzPts val="2100"/>
              <a:buNone/>
              <a:defRPr sz="2807"/>
            </a:lvl2pPr>
            <a:lvl3pPr lvl="2" algn="ctr">
              <a:lnSpc>
                <a:spcPct val="100000"/>
              </a:lnSpc>
              <a:spcBef>
                <a:spcPts val="0"/>
              </a:spcBef>
              <a:spcAft>
                <a:spcPts val="0"/>
              </a:spcAft>
              <a:buSzPts val="2100"/>
              <a:buNone/>
              <a:defRPr sz="2807"/>
            </a:lvl3pPr>
            <a:lvl4pPr lvl="3" algn="ctr">
              <a:lnSpc>
                <a:spcPct val="100000"/>
              </a:lnSpc>
              <a:spcBef>
                <a:spcPts val="0"/>
              </a:spcBef>
              <a:spcAft>
                <a:spcPts val="0"/>
              </a:spcAft>
              <a:buSzPts val="2100"/>
              <a:buNone/>
              <a:defRPr sz="2807"/>
            </a:lvl4pPr>
            <a:lvl5pPr lvl="4" algn="ctr">
              <a:lnSpc>
                <a:spcPct val="100000"/>
              </a:lnSpc>
              <a:spcBef>
                <a:spcPts val="0"/>
              </a:spcBef>
              <a:spcAft>
                <a:spcPts val="0"/>
              </a:spcAft>
              <a:buSzPts val="2100"/>
              <a:buNone/>
              <a:defRPr sz="2807"/>
            </a:lvl5pPr>
            <a:lvl6pPr lvl="5" algn="ctr">
              <a:lnSpc>
                <a:spcPct val="100000"/>
              </a:lnSpc>
              <a:spcBef>
                <a:spcPts val="0"/>
              </a:spcBef>
              <a:spcAft>
                <a:spcPts val="0"/>
              </a:spcAft>
              <a:buSzPts val="2100"/>
              <a:buNone/>
              <a:defRPr sz="2807"/>
            </a:lvl6pPr>
            <a:lvl7pPr lvl="6" algn="ctr">
              <a:lnSpc>
                <a:spcPct val="100000"/>
              </a:lnSpc>
              <a:spcBef>
                <a:spcPts val="0"/>
              </a:spcBef>
              <a:spcAft>
                <a:spcPts val="0"/>
              </a:spcAft>
              <a:buSzPts val="2100"/>
              <a:buNone/>
              <a:defRPr sz="2807"/>
            </a:lvl7pPr>
            <a:lvl8pPr lvl="7" algn="ctr">
              <a:lnSpc>
                <a:spcPct val="100000"/>
              </a:lnSpc>
              <a:spcBef>
                <a:spcPts val="0"/>
              </a:spcBef>
              <a:spcAft>
                <a:spcPts val="0"/>
              </a:spcAft>
              <a:buSzPts val="2100"/>
              <a:buNone/>
              <a:defRPr sz="2807"/>
            </a:lvl8pPr>
            <a:lvl9pPr lvl="8" algn="ctr">
              <a:lnSpc>
                <a:spcPct val="100000"/>
              </a:lnSpc>
              <a:spcBef>
                <a:spcPts val="0"/>
              </a:spcBef>
              <a:spcAft>
                <a:spcPts val="0"/>
              </a:spcAft>
              <a:buSzPts val="2100"/>
              <a:buNone/>
              <a:defRPr sz="2807"/>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1_2">
    <p:spTree>
      <p:nvGrpSpPr>
        <p:cNvPr id="1" name="Shape 235"/>
        <p:cNvGrpSpPr/>
        <p:nvPr/>
      </p:nvGrpSpPr>
      <p:grpSpPr>
        <a:xfrm>
          <a:off x="0" y="0"/>
          <a:ext cx="0" cy="0"/>
          <a:chOff x="0" y="0"/>
          <a:chExt cx="0" cy="0"/>
        </a:xfrm>
      </p:grpSpPr>
      <p:grpSp>
        <p:nvGrpSpPr>
          <p:cNvPr id="236" name="Google Shape;236;p24"/>
          <p:cNvGrpSpPr/>
          <p:nvPr/>
        </p:nvGrpSpPr>
        <p:grpSpPr>
          <a:xfrm>
            <a:off x="1" y="18"/>
            <a:ext cx="12201339" cy="6857986"/>
            <a:chOff x="0" y="11"/>
            <a:chExt cx="9151004" cy="5143489"/>
          </a:xfrm>
        </p:grpSpPr>
        <p:sp>
          <p:nvSpPr>
            <p:cNvPr id="237" name="Google Shape;237;p24"/>
            <p:cNvSpPr/>
            <p:nvPr/>
          </p:nvSpPr>
          <p:spPr>
            <a:xfrm rot="10800000">
              <a:off x="0" y="11"/>
              <a:ext cx="1782851" cy="1304957"/>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238" name="Google Shape;238;p24"/>
            <p:cNvSpPr/>
            <p:nvPr/>
          </p:nvSpPr>
          <p:spPr>
            <a:xfrm rot="10800000">
              <a:off x="7317389" y="3920459"/>
              <a:ext cx="1833615" cy="1223041"/>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grpSp>
        <p:nvGrpSpPr>
          <p:cNvPr id="239" name="Google Shape;239;p24"/>
          <p:cNvGrpSpPr/>
          <p:nvPr/>
        </p:nvGrpSpPr>
        <p:grpSpPr>
          <a:xfrm>
            <a:off x="2005108" y="-2700159"/>
            <a:ext cx="9880052" cy="12570313"/>
            <a:chOff x="1503828" y="-2025120"/>
            <a:chExt cx="7410038" cy="9427735"/>
          </a:xfrm>
        </p:grpSpPr>
        <p:sp>
          <p:nvSpPr>
            <p:cNvPr id="240" name="Google Shape;240;p24"/>
            <p:cNvSpPr/>
            <p:nvPr/>
          </p:nvSpPr>
          <p:spPr>
            <a:xfrm rot="2203802">
              <a:off x="1738683" y="4600168"/>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241" name="Google Shape;241;p24"/>
            <p:cNvSpPr/>
            <p:nvPr/>
          </p:nvSpPr>
          <p:spPr>
            <a:xfrm rot="-1048249">
              <a:off x="5198820" y="-1544172"/>
              <a:ext cx="3503360" cy="194850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1_2_1">
    <p:spTree>
      <p:nvGrpSpPr>
        <p:cNvPr id="1" name="Shape 242"/>
        <p:cNvGrpSpPr/>
        <p:nvPr/>
      </p:nvGrpSpPr>
      <p:grpSpPr>
        <a:xfrm>
          <a:off x="0" y="0"/>
          <a:ext cx="0" cy="0"/>
          <a:chOff x="0" y="0"/>
          <a:chExt cx="0" cy="0"/>
        </a:xfrm>
      </p:grpSpPr>
      <p:grpSp>
        <p:nvGrpSpPr>
          <p:cNvPr id="243" name="Google Shape;243;p25"/>
          <p:cNvGrpSpPr/>
          <p:nvPr/>
        </p:nvGrpSpPr>
        <p:grpSpPr>
          <a:xfrm>
            <a:off x="2" y="-8288"/>
            <a:ext cx="12218830" cy="6866288"/>
            <a:chOff x="0" y="-6216"/>
            <a:chExt cx="9164122" cy="5149716"/>
          </a:xfrm>
        </p:grpSpPr>
        <p:sp>
          <p:nvSpPr>
            <p:cNvPr id="244" name="Google Shape;244;p25"/>
            <p:cNvSpPr/>
            <p:nvPr/>
          </p:nvSpPr>
          <p:spPr>
            <a:xfrm rot="-5400000">
              <a:off x="7744004" y="213573"/>
              <a:ext cx="1639907" cy="1200330"/>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sp>
          <p:nvSpPr>
            <p:cNvPr id="245" name="Google Shape;245;p25"/>
            <p:cNvSpPr/>
            <p:nvPr/>
          </p:nvSpPr>
          <p:spPr>
            <a:xfrm rot="-5400000">
              <a:off x="-252986" y="3876996"/>
              <a:ext cx="1519490" cy="1013518"/>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grpSp>
      <p:grpSp>
        <p:nvGrpSpPr>
          <p:cNvPr id="246" name="Google Shape;246;p25"/>
          <p:cNvGrpSpPr/>
          <p:nvPr/>
        </p:nvGrpSpPr>
        <p:grpSpPr>
          <a:xfrm>
            <a:off x="3158985" y="-3684999"/>
            <a:ext cx="7547851" cy="13601353"/>
            <a:chOff x="2242539" y="-2772200"/>
            <a:chExt cx="5660888" cy="10201015"/>
          </a:xfrm>
        </p:grpSpPr>
        <p:sp>
          <p:nvSpPr>
            <p:cNvPr id="247" name="Google Shape;247;p25"/>
            <p:cNvSpPr/>
            <p:nvPr/>
          </p:nvSpPr>
          <p:spPr>
            <a:xfrm rot="2203802">
              <a:off x="4165483" y="-1918107"/>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sp>
          <p:nvSpPr>
            <p:cNvPr id="248" name="Google Shape;248;p25"/>
            <p:cNvSpPr/>
            <p:nvPr/>
          </p:nvSpPr>
          <p:spPr>
            <a:xfrm rot="-9653394">
              <a:off x="2464968" y="4960452"/>
              <a:ext cx="3503468" cy="194856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5903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2976080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4009389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532321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695270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501107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38463201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41468345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42633053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36259573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27841351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32330750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22195691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2288176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41996472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31290032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5355138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1959463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4135392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4876761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2517122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E256A7-F9C4-B760-B755-377B33553C28}"/>
              </a:ext>
            </a:extLst>
          </p:cNvPr>
          <p:cNvSpPr>
            <a:spLocks noGrp="1"/>
          </p:cNvSpPr>
          <p:nvPr>
            <p:ph type="dt" sz="half" idx="10"/>
          </p:nvPr>
        </p:nvSpPr>
        <p:spPr/>
        <p:txBody>
          <a:bodyPr/>
          <a:lstStyle/>
          <a:p>
            <a:fld id="{B272C3CB-8F6C-4EF1-9B05-94AFE72B65AC}" type="datetimeFigureOut">
              <a:rPr lang="en-US" smtClean="0"/>
              <a:t>10/20/2026</a:t>
            </a:fld>
            <a:endParaRPr lang="en-US"/>
          </a:p>
        </p:txBody>
      </p:sp>
      <p:sp>
        <p:nvSpPr>
          <p:cNvPr id="3" name="Footer Placeholder 2">
            <a:extLst>
              <a:ext uri="{FF2B5EF4-FFF2-40B4-BE49-F238E27FC236}">
                <a16:creationId xmlns:a16="http://schemas.microsoft.com/office/drawing/2014/main" id="{667C1E6F-3F4F-050B-0D2E-ADBF3BDB01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1C2873-611D-77AE-36CC-5AFDB6F4C6B5}"/>
              </a:ext>
            </a:extLst>
          </p:cNvPr>
          <p:cNvSpPr>
            <a:spLocks noGrp="1"/>
          </p:cNvSpPr>
          <p:nvPr>
            <p:ph type="sldNum" sz="quarter" idx="12"/>
          </p:nvPr>
        </p:nvSpPr>
        <p:spPr/>
        <p:txBody>
          <a:bodyPr/>
          <a:lstStyle/>
          <a:p>
            <a:fld id="{99134449-C9BE-4606-B25D-CE3D6E43CD3E}" type="slidenum">
              <a:rPr lang="en-US" smtClean="0"/>
              <a:t>‹#›</a:t>
            </a:fld>
            <a:endParaRPr lang="en-US"/>
          </a:p>
        </p:txBody>
      </p:sp>
    </p:spTree>
    <p:extLst>
      <p:ext uri="{BB962C8B-B14F-4D97-AF65-F5344CB8AC3E}">
        <p14:creationId xmlns:p14="http://schemas.microsoft.com/office/powerpoint/2010/main" val="17040773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6"/>
        <p:cNvGrpSpPr/>
        <p:nvPr/>
      </p:nvGrpSpPr>
      <p:grpSpPr>
        <a:xfrm>
          <a:off x="0" y="0"/>
          <a:ext cx="0" cy="0"/>
          <a:chOff x="0" y="0"/>
          <a:chExt cx="0" cy="0"/>
        </a:xfrm>
      </p:grpSpPr>
      <p:grpSp>
        <p:nvGrpSpPr>
          <p:cNvPr id="27" name="Google Shape;27;p4"/>
          <p:cNvGrpSpPr/>
          <p:nvPr/>
        </p:nvGrpSpPr>
        <p:grpSpPr>
          <a:xfrm>
            <a:off x="2" y="-8288"/>
            <a:ext cx="12218830" cy="6866288"/>
            <a:chOff x="0" y="-6216"/>
            <a:chExt cx="9164122" cy="5149716"/>
          </a:xfrm>
        </p:grpSpPr>
        <p:sp>
          <p:nvSpPr>
            <p:cNvPr id="28" name="Google Shape;28;p4"/>
            <p:cNvSpPr/>
            <p:nvPr/>
          </p:nvSpPr>
          <p:spPr>
            <a:xfrm rot="-5400000">
              <a:off x="7744004" y="213573"/>
              <a:ext cx="1639907" cy="1200330"/>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solidFill>
                  <a:schemeClr val="dk1"/>
                </a:solidFill>
              </a:endParaRPr>
            </a:p>
          </p:txBody>
        </p:sp>
        <p:sp>
          <p:nvSpPr>
            <p:cNvPr id="29" name="Google Shape;29;p4"/>
            <p:cNvSpPr/>
            <p:nvPr/>
          </p:nvSpPr>
          <p:spPr>
            <a:xfrm rot="-5400000">
              <a:off x="-252986" y="3876996"/>
              <a:ext cx="1519490" cy="1013518"/>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solidFill>
                  <a:schemeClr val="dk1"/>
                </a:solidFill>
              </a:endParaRPr>
            </a:p>
          </p:txBody>
        </p:sp>
      </p:grpSp>
      <p:grpSp>
        <p:nvGrpSpPr>
          <p:cNvPr id="30" name="Google Shape;30;p4"/>
          <p:cNvGrpSpPr/>
          <p:nvPr/>
        </p:nvGrpSpPr>
        <p:grpSpPr>
          <a:xfrm>
            <a:off x="3158986" y="-3684998"/>
            <a:ext cx="7547851" cy="13601353"/>
            <a:chOff x="2242539" y="-2772200"/>
            <a:chExt cx="5660888" cy="10201015"/>
          </a:xfrm>
        </p:grpSpPr>
        <p:sp>
          <p:nvSpPr>
            <p:cNvPr id="31" name="Google Shape;31;p4"/>
            <p:cNvSpPr/>
            <p:nvPr/>
          </p:nvSpPr>
          <p:spPr>
            <a:xfrm rot="2203802">
              <a:off x="4165483" y="-1918107"/>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solidFill>
                  <a:schemeClr val="dk1"/>
                </a:solidFill>
              </a:endParaRPr>
            </a:p>
          </p:txBody>
        </p:sp>
        <p:sp>
          <p:nvSpPr>
            <p:cNvPr id="32" name="Google Shape;32;p4"/>
            <p:cNvSpPr/>
            <p:nvPr/>
          </p:nvSpPr>
          <p:spPr>
            <a:xfrm rot="-9653394">
              <a:off x="2464968" y="4960452"/>
              <a:ext cx="3503468" cy="194856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solidFill>
                  <a:schemeClr val="dk1"/>
                </a:solidFill>
              </a:endParaRPr>
            </a:p>
          </p:txBody>
        </p:sp>
      </p:grpSp>
      <p:sp>
        <p:nvSpPr>
          <p:cNvPr id="33" name="Google Shape;33;p4"/>
          <p:cNvSpPr txBox="1">
            <a:spLocks noGrp="1"/>
          </p:cNvSpPr>
          <p:nvPr>
            <p:ph type="title"/>
          </p:nvPr>
        </p:nvSpPr>
        <p:spPr>
          <a:xfrm>
            <a:off x="962535" y="603367"/>
            <a:ext cx="10266800" cy="753200"/>
          </a:xfrm>
          <a:prstGeom prst="rect">
            <a:avLst/>
          </a:prstGeom>
        </p:spPr>
        <p:txBody>
          <a:bodyPr spcFirstLastPara="1" wrap="square" lIns="91425" tIns="91425" rIns="91425" bIns="91425" anchor="t" anchorCtr="0">
            <a:noAutofit/>
          </a:bodyPr>
          <a:lstStyle>
            <a:lvl1pPr lvl="0">
              <a:spcBef>
                <a:spcPts val="0"/>
              </a:spcBef>
              <a:spcAft>
                <a:spcPts val="0"/>
              </a:spcAft>
              <a:buSzPts val="3500"/>
              <a:buNone/>
              <a:defRPr sz="4680"/>
            </a:lvl1pPr>
            <a:lvl2pPr lvl="1">
              <a:spcBef>
                <a:spcPts val="0"/>
              </a:spcBef>
              <a:spcAft>
                <a:spcPts val="0"/>
              </a:spcAft>
              <a:buSzPts val="3500"/>
              <a:buNone/>
              <a:defRPr sz="4680"/>
            </a:lvl2pPr>
            <a:lvl3pPr lvl="2">
              <a:spcBef>
                <a:spcPts val="0"/>
              </a:spcBef>
              <a:spcAft>
                <a:spcPts val="0"/>
              </a:spcAft>
              <a:buSzPts val="3500"/>
              <a:buNone/>
              <a:defRPr sz="4680"/>
            </a:lvl3pPr>
            <a:lvl4pPr lvl="3">
              <a:spcBef>
                <a:spcPts val="0"/>
              </a:spcBef>
              <a:spcAft>
                <a:spcPts val="0"/>
              </a:spcAft>
              <a:buSzPts val="3500"/>
              <a:buNone/>
              <a:defRPr sz="4680"/>
            </a:lvl4pPr>
            <a:lvl5pPr lvl="4">
              <a:spcBef>
                <a:spcPts val="0"/>
              </a:spcBef>
              <a:spcAft>
                <a:spcPts val="0"/>
              </a:spcAft>
              <a:buSzPts val="3500"/>
              <a:buNone/>
              <a:defRPr sz="4680"/>
            </a:lvl5pPr>
            <a:lvl6pPr lvl="5">
              <a:spcBef>
                <a:spcPts val="0"/>
              </a:spcBef>
              <a:spcAft>
                <a:spcPts val="0"/>
              </a:spcAft>
              <a:buSzPts val="3500"/>
              <a:buNone/>
              <a:defRPr sz="4680"/>
            </a:lvl6pPr>
            <a:lvl7pPr lvl="6">
              <a:spcBef>
                <a:spcPts val="0"/>
              </a:spcBef>
              <a:spcAft>
                <a:spcPts val="0"/>
              </a:spcAft>
              <a:buSzPts val="3500"/>
              <a:buNone/>
              <a:defRPr sz="4680"/>
            </a:lvl7pPr>
            <a:lvl8pPr lvl="7">
              <a:spcBef>
                <a:spcPts val="0"/>
              </a:spcBef>
              <a:spcAft>
                <a:spcPts val="0"/>
              </a:spcAft>
              <a:buSzPts val="3500"/>
              <a:buNone/>
              <a:defRPr sz="4680"/>
            </a:lvl8pPr>
            <a:lvl9pPr lvl="8">
              <a:spcBef>
                <a:spcPts val="0"/>
              </a:spcBef>
              <a:spcAft>
                <a:spcPts val="0"/>
              </a:spcAft>
              <a:buSzPts val="3500"/>
              <a:buNone/>
              <a:defRPr sz="4680"/>
            </a:lvl9pPr>
          </a:lstStyle>
          <a:p>
            <a:endParaRPr/>
          </a:p>
        </p:txBody>
      </p:sp>
      <p:sp>
        <p:nvSpPr>
          <p:cNvPr id="34" name="Google Shape;34;p4"/>
          <p:cNvSpPr txBox="1">
            <a:spLocks noGrp="1"/>
          </p:cNvSpPr>
          <p:nvPr>
            <p:ph type="body" idx="1"/>
          </p:nvPr>
        </p:nvSpPr>
        <p:spPr>
          <a:xfrm>
            <a:off x="962535" y="1435167"/>
            <a:ext cx="8713200" cy="1169600"/>
          </a:xfrm>
          <a:prstGeom prst="rect">
            <a:avLst/>
          </a:prstGeom>
        </p:spPr>
        <p:txBody>
          <a:bodyPr spcFirstLastPara="1" wrap="square" lIns="91425" tIns="91425" rIns="91425" bIns="91425" anchor="t" anchorCtr="0">
            <a:noAutofit/>
          </a:bodyPr>
          <a:lstStyle>
            <a:lvl1pPr marL="610846" lvl="0" indent="-407654">
              <a:spcBef>
                <a:spcPts val="0"/>
              </a:spcBef>
              <a:spcAft>
                <a:spcPts val="0"/>
              </a:spcAft>
              <a:buClr>
                <a:schemeClr val="lt2"/>
              </a:buClr>
              <a:buSzPts val="1200"/>
              <a:buChar char="●"/>
              <a:defRPr/>
            </a:lvl1pPr>
            <a:lvl2pPr marL="1222326" lvl="1" indent="-407654">
              <a:spcBef>
                <a:spcPts val="0"/>
              </a:spcBef>
              <a:spcAft>
                <a:spcPts val="0"/>
              </a:spcAft>
              <a:buSzPts val="1200"/>
              <a:buChar char="○"/>
              <a:defRPr/>
            </a:lvl2pPr>
            <a:lvl3pPr marL="1833172" lvl="2" indent="-407654">
              <a:spcBef>
                <a:spcPts val="0"/>
              </a:spcBef>
              <a:spcAft>
                <a:spcPts val="0"/>
              </a:spcAft>
              <a:buSzPts val="1200"/>
              <a:buChar char="■"/>
              <a:defRPr/>
            </a:lvl3pPr>
            <a:lvl4pPr marL="2444652" lvl="3" indent="-407654">
              <a:spcBef>
                <a:spcPts val="0"/>
              </a:spcBef>
              <a:spcAft>
                <a:spcPts val="0"/>
              </a:spcAft>
              <a:buSzPts val="1200"/>
              <a:buChar char="●"/>
              <a:defRPr/>
            </a:lvl4pPr>
            <a:lvl5pPr marL="3055498" lvl="4" indent="-407654">
              <a:spcBef>
                <a:spcPts val="0"/>
              </a:spcBef>
              <a:spcAft>
                <a:spcPts val="0"/>
              </a:spcAft>
              <a:buSzPts val="1200"/>
              <a:buChar char="○"/>
              <a:defRPr/>
            </a:lvl5pPr>
            <a:lvl6pPr marL="3666343" lvl="5" indent="-407654">
              <a:spcBef>
                <a:spcPts val="0"/>
              </a:spcBef>
              <a:spcAft>
                <a:spcPts val="0"/>
              </a:spcAft>
              <a:buSzPts val="1200"/>
              <a:buChar char="■"/>
              <a:defRPr/>
            </a:lvl6pPr>
            <a:lvl7pPr marL="4277824" lvl="6" indent="-407654">
              <a:spcBef>
                <a:spcPts val="0"/>
              </a:spcBef>
              <a:spcAft>
                <a:spcPts val="0"/>
              </a:spcAft>
              <a:buSzPts val="1200"/>
              <a:buChar char="●"/>
              <a:defRPr/>
            </a:lvl7pPr>
            <a:lvl8pPr marL="4888669" lvl="7" indent="-407654">
              <a:spcBef>
                <a:spcPts val="0"/>
              </a:spcBef>
              <a:spcAft>
                <a:spcPts val="0"/>
              </a:spcAft>
              <a:buSzPts val="1200"/>
              <a:buChar char="○"/>
              <a:defRPr/>
            </a:lvl8pPr>
            <a:lvl9pPr marL="5500150" lvl="8" indent="-407654">
              <a:spcBef>
                <a:spcPts val="0"/>
              </a:spcBef>
              <a:spcAft>
                <a:spcPts val="0"/>
              </a:spcAft>
              <a:buSzPts val="1200"/>
              <a:buChar char="■"/>
              <a:defRPr/>
            </a:lvl9pPr>
          </a:lstStyle>
          <a:p>
            <a:endParaRPr/>
          </a:p>
        </p:txBody>
      </p:sp>
    </p:spTree>
    <p:extLst>
      <p:ext uri="{BB962C8B-B14F-4D97-AF65-F5344CB8AC3E}">
        <p14:creationId xmlns:p14="http://schemas.microsoft.com/office/powerpoint/2010/main" val="1723426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21" Type="http://schemas.openxmlformats.org/officeDocument/2006/relationships/slideLayout" Target="../slideLayouts/slideLayout27.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theme" Target="../theme/theme2.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62535" y="603367"/>
            <a:ext cx="10266800" cy="753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1pPr>
            <a:lvl2pPr lvl="1">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2pPr>
            <a:lvl3pPr lvl="2">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3pPr>
            <a:lvl4pPr lvl="3">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4pPr>
            <a:lvl5pPr lvl="4">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5pPr>
            <a:lvl6pPr lvl="5">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6pPr>
            <a:lvl7pPr lvl="6">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7pPr>
            <a:lvl8pPr lvl="7">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8pPr>
            <a:lvl9pPr lvl="8">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9pPr>
          </a:lstStyle>
          <a:p>
            <a:endParaRPr/>
          </a:p>
        </p:txBody>
      </p:sp>
      <p:sp>
        <p:nvSpPr>
          <p:cNvPr id="7" name="Google Shape;7;p1"/>
          <p:cNvSpPr txBox="1">
            <a:spLocks noGrp="1"/>
          </p:cNvSpPr>
          <p:nvPr>
            <p:ph type="body" idx="1"/>
          </p:nvPr>
        </p:nvSpPr>
        <p:spPr>
          <a:xfrm>
            <a:off x="962535" y="1647898"/>
            <a:ext cx="10266800" cy="4492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marL="914400" lvl="1"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marL="1371600" lvl="2"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marL="1828800" lvl="3"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marL="2286000" lvl="4"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marL="2743200" lvl="5"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marL="3200400" lvl="6"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marL="3657600" lvl="7"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marL="4114800" lvl="8"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58" r:id="rId4"/>
    <p:sldLayoutId id="2147483670" r:id="rId5"/>
    <p:sldLayoutId id="2147483671"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789117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Lst>
  <p:hf sldNum="0" hdr="0" ftr="0" dt="0"/>
  <p:txStyles>
    <p:titleStyle>
      <a:lvl1pPr algn="ctr" defTabSz="761970" rtl="0" eaLnBrk="1" latinLnBrk="0" hangingPunct="1">
        <a:spcBef>
          <a:spcPct val="0"/>
        </a:spcBef>
        <a:buNone/>
        <a:defRPr sz="3667" kern="1200">
          <a:solidFill>
            <a:schemeClr val="tx1"/>
          </a:solidFill>
          <a:latin typeface="+mj-lt"/>
          <a:ea typeface="+mj-ea"/>
          <a:cs typeface="+mj-cs"/>
        </a:defRPr>
      </a:lvl1pPr>
    </p:titleStyle>
    <p:bodyStyle>
      <a:lvl1pPr marL="285739" indent="-285739" algn="l" defTabSz="761970" rtl="0" eaLnBrk="1" latinLnBrk="0" hangingPunct="1">
        <a:spcBef>
          <a:spcPct val="20000"/>
        </a:spcBef>
        <a:buFont typeface="Arial" pitchFamily="34" charset="0"/>
        <a:buChar char="•"/>
        <a:defRPr sz="2667" kern="1200">
          <a:solidFill>
            <a:schemeClr val="tx1"/>
          </a:solidFill>
          <a:latin typeface="+mn-lt"/>
          <a:ea typeface="+mn-ea"/>
          <a:cs typeface="+mn-cs"/>
        </a:defRPr>
      </a:lvl1pPr>
      <a:lvl2pPr marL="619100" indent="-238115" algn="l" defTabSz="761970" rtl="0" eaLnBrk="1" latinLnBrk="0" hangingPunct="1">
        <a:spcBef>
          <a:spcPct val="20000"/>
        </a:spcBef>
        <a:buFont typeface="Arial" pitchFamily="34" charset="0"/>
        <a:buChar char="–"/>
        <a:defRPr sz="2333" kern="1200">
          <a:solidFill>
            <a:schemeClr val="tx1"/>
          </a:solidFill>
          <a:latin typeface="+mn-lt"/>
          <a:ea typeface="+mn-ea"/>
          <a:cs typeface="+mn-cs"/>
        </a:defRPr>
      </a:lvl2pPr>
      <a:lvl3pPr marL="952462" indent="-190492" algn="l" defTabSz="76197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333447"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4pPr>
      <a:lvl5pPr marL="171443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grpSp>
        <p:nvGrpSpPr>
          <p:cNvPr id="6" name="Google Shape;305;p15">
            <a:extLst>
              <a:ext uri="{FF2B5EF4-FFF2-40B4-BE49-F238E27FC236}">
                <a16:creationId xmlns:a16="http://schemas.microsoft.com/office/drawing/2014/main" id="{237C65A6-32C0-F05A-85D2-EB0D040033CC}"/>
              </a:ext>
            </a:extLst>
          </p:cNvPr>
          <p:cNvGrpSpPr/>
          <p:nvPr/>
        </p:nvGrpSpPr>
        <p:grpSpPr>
          <a:xfrm>
            <a:off x="-807602" y="1718148"/>
            <a:ext cx="7418476" cy="6017532"/>
            <a:chOff x="2369625" y="1475395"/>
            <a:chExt cx="3305725" cy="2681455"/>
          </a:xfrm>
        </p:grpSpPr>
        <p:sp>
          <p:nvSpPr>
            <p:cNvPr id="7" name="Google Shape;306;p15">
              <a:extLst>
                <a:ext uri="{FF2B5EF4-FFF2-40B4-BE49-F238E27FC236}">
                  <a16:creationId xmlns:a16="http://schemas.microsoft.com/office/drawing/2014/main" id="{3721FF8E-A48E-4F27-194C-B6726E5EE5C6}"/>
                </a:ext>
              </a:extLst>
            </p:cNvPr>
            <p:cNvSpPr/>
            <p:nvPr/>
          </p:nvSpPr>
          <p:spPr>
            <a:xfrm>
              <a:off x="2768596" y="1475395"/>
              <a:ext cx="1870174" cy="1870174"/>
            </a:xfrm>
            <a:custGeom>
              <a:avLst/>
              <a:gdLst/>
              <a:ahLst/>
              <a:cxnLst/>
              <a:rect l="l" t="t" r="r" b="b"/>
              <a:pathLst>
                <a:path w="84844" h="84844" extrusionOk="0">
                  <a:moveTo>
                    <a:pt x="42422" y="1"/>
                  </a:moveTo>
                  <a:cubicBezTo>
                    <a:pt x="19030" y="1"/>
                    <a:pt x="1" y="18955"/>
                    <a:pt x="1" y="42422"/>
                  </a:cubicBezTo>
                  <a:cubicBezTo>
                    <a:pt x="1" y="65814"/>
                    <a:pt x="19030" y="84844"/>
                    <a:pt x="42422" y="84844"/>
                  </a:cubicBezTo>
                  <a:cubicBezTo>
                    <a:pt x="65889" y="84844"/>
                    <a:pt x="84843" y="65814"/>
                    <a:pt x="84843" y="42422"/>
                  </a:cubicBezTo>
                  <a:cubicBezTo>
                    <a:pt x="84843" y="18955"/>
                    <a:pt x="65889" y="1"/>
                    <a:pt x="42422" y="1"/>
                  </a:cubicBezTo>
                  <a:close/>
                </a:path>
              </a:pathLst>
            </a:custGeom>
            <a:solidFill>
              <a:schemeClr val="accent1"/>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 name="Google Shape;307;p15">
              <a:extLst>
                <a:ext uri="{FF2B5EF4-FFF2-40B4-BE49-F238E27FC236}">
                  <a16:creationId xmlns:a16="http://schemas.microsoft.com/office/drawing/2014/main" id="{CD2F1C0B-9307-F779-5377-7D943C7E4D3F}"/>
                </a:ext>
              </a:extLst>
            </p:cNvPr>
            <p:cNvSpPr/>
            <p:nvPr/>
          </p:nvSpPr>
          <p:spPr>
            <a:xfrm>
              <a:off x="2369625" y="2914550"/>
              <a:ext cx="3305725" cy="1242300"/>
            </a:xfrm>
            <a:custGeom>
              <a:avLst/>
              <a:gdLst/>
              <a:ahLst/>
              <a:cxnLst/>
              <a:rect l="l" t="t" r="r" b="b"/>
              <a:pathLst>
                <a:path w="132229" h="49692" extrusionOk="0">
                  <a:moveTo>
                    <a:pt x="57674" y="1"/>
                  </a:moveTo>
                  <a:cubicBezTo>
                    <a:pt x="56975" y="1"/>
                    <a:pt x="56271" y="115"/>
                    <a:pt x="55584" y="351"/>
                  </a:cubicBezTo>
                  <a:cubicBezTo>
                    <a:pt x="53481" y="1051"/>
                    <a:pt x="51575" y="2863"/>
                    <a:pt x="49438" y="2863"/>
                  </a:cubicBezTo>
                  <a:cubicBezTo>
                    <a:pt x="49281" y="2863"/>
                    <a:pt x="49124" y="2853"/>
                    <a:pt x="48965" y="2833"/>
                  </a:cubicBezTo>
                  <a:cubicBezTo>
                    <a:pt x="47386" y="2607"/>
                    <a:pt x="46182" y="1404"/>
                    <a:pt x="44828" y="651"/>
                  </a:cubicBezTo>
                  <a:cubicBezTo>
                    <a:pt x="44205" y="340"/>
                    <a:pt x="43546" y="172"/>
                    <a:pt x="42876" y="172"/>
                  </a:cubicBezTo>
                  <a:cubicBezTo>
                    <a:pt x="42576" y="172"/>
                    <a:pt x="42273" y="205"/>
                    <a:pt x="41970" y="275"/>
                  </a:cubicBezTo>
                  <a:cubicBezTo>
                    <a:pt x="29033" y="15694"/>
                    <a:pt x="14968" y="30211"/>
                    <a:pt x="0" y="43675"/>
                  </a:cubicBezTo>
                  <a:cubicBezTo>
                    <a:pt x="0" y="43675"/>
                    <a:pt x="12185" y="49692"/>
                    <a:pt x="64084" y="49692"/>
                  </a:cubicBezTo>
                  <a:cubicBezTo>
                    <a:pt x="115982" y="49692"/>
                    <a:pt x="132228" y="43675"/>
                    <a:pt x="132228" y="43675"/>
                  </a:cubicBezTo>
                  <a:cubicBezTo>
                    <a:pt x="118238" y="31038"/>
                    <a:pt x="105076" y="17575"/>
                    <a:pt x="92816" y="3284"/>
                  </a:cubicBezTo>
                  <a:cubicBezTo>
                    <a:pt x="91235" y="3788"/>
                    <a:pt x="89595" y="4037"/>
                    <a:pt x="87961" y="4037"/>
                  </a:cubicBezTo>
                  <a:cubicBezTo>
                    <a:pt x="85941" y="4037"/>
                    <a:pt x="83931" y="3656"/>
                    <a:pt x="82060" y="2908"/>
                  </a:cubicBezTo>
                  <a:cubicBezTo>
                    <a:pt x="80180" y="2080"/>
                    <a:pt x="78299" y="877"/>
                    <a:pt x="76193" y="877"/>
                  </a:cubicBezTo>
                  <a:cubicBezTo>
                    <a:pt x="74162" y="877"/>
                    <a:pt x="72132" y="2306"/>
                    <a:pt x="70251" y="3359"/>
                  </a:cubicBezTo>
                  <a:cubicBezTo>
                    <a:pt x="69100" y="4004"/>
                    <a:pt x="67694" y="4508"/>
                    <a:pt x="66380" y="4508"/>
                  </a:cubicBezTo>
                  <a:cubicBezTo>
                    <a:pt x="65549" y="4508"/>
                    <a:pt x="64754" y="4306"/>
                    <a:pt x="64084" y="3810"/>
                  </a:cubicBezTo>
                  <a:cubicBezTo>
                    <a:pt x="63482" y="3284"/>
                    <a:pt x="62880" y="2682"/>
                    <a:pt x="62429" y="2005"/>
                  </a:cubicBezTo>
                  <a:cubicBezTo>
                    <a:pt x="61138" y="715"/>
                    <a:pt x="59425" y="1"/>
                    <a:pt x="57674" y="1"/>
                  </a:cubicBezTo>
                  <a:close/>
                </a:path>
              </a:pathLst>
            </a:custGeom>
            <a:solidFill>
              <a:schemeClr val="dk1"/>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 name="Google Shape;308;p15">
              <a:extLst>
                <a:ext uri="{FF2B5EF4-FFF2-40B4-BE49-F238E27FC236}">
                  <a16:creationId xmlns:a16="http://schemas.microsoft.com/office/drawing/2014/main" id="{07EA3336-5C58-4427-489E-269CF007D738}"/>
                </a:ext>
              </a:extLst>
            </p:cNvPr>
            <p:cNvSpPr/>
            <p:nvPr/>
          </p:nvSpPr>
          <p:spPr>
            <a:xfrm>
              <a:off x="3420750" y="2304650"/>
              <a:ext cx="1269275" cy="722600"/>
            </a:xfrm>
            <a:custGeom>
              <a:avLst/>
              <a:gdLst/>
              <a:ahLst/>
              <a:cxnLst/>
              <a:rect l="l" t="t" r="r" b="b"/>
              <a:pathLst>
                <a:path w="50771" h="28904" extrusionOk="0">
                  <a:moveTo>
                    <a:pt x="28056" y="1"/>
                  </a:moveTo>
                  <a:cubicBezTo>
                    <a:pt x="27228" y="151"/>
                    <a:pt x="26476" y="452"/>
                    <a:pt x="25874" y="903"/>
                  </a:cubicBezTo>
                  <a:cubicBezTo>
                    <a:pt x="25198" y="1355"/>
                    <a:pt x="24445" y="1731"/>
                    <a:pt x="23693" y="1956"/>
                  </a:cubicBezTo>
                  <a:cubicBezTo>
                    <a:pt x="23443" y="2006"/>
                    <a:pt x="23192" y="2032"/>
                    <a:pt x="22944" y="2032"/>
                  </a:cubicBezTo>
                  <a:cubicBezTo>
                    <a:pt x="22448" y="2032"/>
                    <a:pt x="21963" y="1931"/>
                    <a:pt x="21512" y="1731"/>
                  </a:cubicBezTo>
                  <a:cubicBezTo>
                    <a:pt x="20986" y="1355"/>
                    <a:pt x="20384" y="1054"/>
                    <a:pt x="19782" y="753"/>
                  </a:cubicBezTo>
                  <a:cubicBezTo>
                    <a:pt x="19571" y="695"/>
                    <a:pt x="19354" y="667"/>
                    <a:pt x="19140" y="667"/>
                  </a:cubicBezTo>
                  <a:cubicBezTo>
                    <a:pt x="18513" y="667"/>
                    <a:pt x="17898" y="907"/>
                    <a:pt x="17450" y="1355"/>
                  </a:cubicBezTo>
                  <a:cubicBezTo>
                    <a:pt x="12110" y="9478"/>
                    <a:pt x="6319" y="17300"/>
                    <a:pt x="0" y="24747"/>
                  </a:cubicBezTo>
                  <a:cubicBezTo>
                    <a:pt x="290" y="24674"/>
                    <a:pt x="587" y="24641"/>
                    <a:pt x="884" y="24641"/>
                  </a:cubicBezTo>
                  <a:cubicBezTo>
                    <a:pt x="1514" y="24641"/>
                    <a:pt x="2146" y="24792"/>
                    <a:pt x="2708" y="25047"/>
                  </a:cubicBezTo>
                  <a:cubicBezTo>
                    <a:pt x="4137" y="25800"/>
                    <a:pt x="5341" y="26928"/>
                    <a:pt x="6845" y="27229"/>
                  </a:cubicBezTo>
                  <a:cubicBezTo>
                    <a:pt x="7009" y="27249"/>
                    <a:pt x="7171" y="27259"/>
                    <a:pt x="7331" y="27259"/>
                  </a:cubicBezTo>
                  <a:cubicBezTo>
                    <a:pt x="9520" y="27259"/>
                    <a:pt x="11366" y="25447"/>
                    <a:pt x="13539" y="24747"/>
                  </a:cubicBezTo>
                  <a:cubicBezTo>
                    <a:pt x="14226" y="24511"/>
                    <a:pt x="14930" y="24397"/>
                    <a:pt x="15629" y="24397"/>
                  </a:cubicBezTo>
                  <a:cubicBezTo>
                    <a:pt x="17380" y="24397"/>
                    <a:pt x="19093" y="25111"/>
                    <a:pt x="20384" y="26401"/>
                  </a:cubicBezTo>
                  <a:cubicBezTo>
                    <a:pt x="20835" y="27078"/>
                    <a:pt x="21437" y="27680"/>
                    <a:pt x="22039" y="28206"/>
                  </a:cubicBezTo>
                  <a:cubicBezTo>
                    <a:pt x="22738" y="28702"/>
                    <a:pt x="23540" y="28904"/>
                    <a:pt x="24373" y="28904"/>
                  </a:cubicBezTo>
                  <a:cubicBezTo>
                    <a:pt x="25689" y="28904"/>
                    <a:pt x="27084" y="28400"/>
                    <a:pt x="28281" y="27755"/>
                  </a:cubicBezTo>
                  <a:cubicBezTo>
                    <a:pt x="30162" y="26702"/>
                    <a:pt x="32042" y="25348"/>
                    <a:pt x="34223" y="25273"/>
                  </a:cubicBezTo>
                  <a:cubicBezTo>
                    <a:pt x="36405" y="25273"/>
                    <a:pt x="38135" y="26476"/>
                    <a:pt x="40090" y="27304"/>
                  </a:cubicBezTo>
                  <a:cubicBezTo>
                    <a:pt x="41962" y="28052"/>
                    <a:pt x="43971" y="28433"/>
                    <a:pt x="45979" y="28433"/>
                  </a:cubicBezTo>
                  <a:cubicBezTo>
                    <a:pt x="47602" y="28433"/>
                    <a:pt x="49224" y="28184"/>
                    <a:pt x="50771" y="27680"/>
                  </a:cubicBezTo>
                  <a:cubicBezTo>
                    <a:pt x="43550" y="19331"/>
                    <a:pt x="36931" y="10531"/>
                    <a:pt x="30839" y="1355"/>
                  </a:cubicBezTo>
                  <a:cubicBezTo>
                    <a:pt x="30162" y="527"/>
                    <a:pt x="29109" y="1"/>
                    <a:pt x="28056" y="1"/>
                  </a:cubicBezTo>
                  <a:close/>
                </a:path>
              </a:pathLst>
            </a:custGeom>
            <a:solidFill>
              <a:schemeClr val="lt1"/>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10" name="Google Shape;312;p15">
            <a:extLst>
              <a:ext uri="{FF2B5EF4-FFF2-40B4-BE49-F238E27FC236}">
                <a16:creationId xmlns:a16="http://schemas.microsoft.com/office/drawing/2014/main" id="{94DC0125-C688-1288-647D-2EEAF57FF802}"/>
              </a:ext>
            </a:extLst>
          </p:cNvPr>
          <p:cNvGrpSpPr/>
          <p:nvPr/>
        </p:nvGrpSpPr>
        <p:grpSpPr>
          <a:xfrm rot="-9357515" flipH="1">
            <a:off x="420523" y="-763015"/>
            <a:ext cx="3092489" cy="3669078"/>
            <a:chOff x="-2116240" y="1240210"/>
            <a:chExt cx="1286485" cy="1526349"/>
          </a:xfrm>
        </p:grpSpPr>
        <p:sp>
          <p:nvSpPr>
            <p:cNvPr id="11" name="Google Shape;313;p15">
              <a:extLst>
                <a:ext uri="{FF2B5EF4-FFF2-40B4-BE49-F238E27FC236}">
                  <a16:creationId xmlns:a16="http://schemas.microsoft.com/office/drawing/2014/main" id="{FBB12491-684C-3E76-C922-4188369A98C5}"/>
                </a:ext>
              </a:extLst>
            </p:cNvPr>
            <p:cNvSpPr/>
            <p:nvPr/>
          </p:nvSpPr>
          <p:spPr>
            <a:xfrm flipH="1">
              <a:off x="-2116240" y="1240210"/>
              <a:ext cx="1041190" cy="1039342"/>
            </a:xfrm>
            <a:custGeom>
              <a:avLst/>
              <a:gdLst/>
              <a:ahLst/>
              <a:cxnLst/>
              <a:rect l="l" t="t" r="r" b="b"/>
              <a:pathLst>
                <a:path w="55783" h="55684" extrusionOk="0">
                  <a:moveTo>
                    <a:pt x="44895" y="13472"/>
                  </a:moveTo>
                  <a:cubicBezTo>
                    <a:pt x="44431" y="14142"/>
                    <a:pt x="43812" y="14761"/>
                    <a:pt x="43141" y="15329"/>
                  </a:cubicBezTo>
                  <a:cubicBezTo>
                    <a:pt x="42367" y="15999"/>
                    <a:pt x="41490" y="16618"/>
                    <a:pt x="40716" y="17392"/>
                  </a:cubicBezTo>
                  <a:cubicBezTo>
                    <a:pt x="40613" y="17495"/>
                    <a:pt x="40510" y="17650"/>
                    <a:pt x="40407" y="17753"/>
                  </a:cubicBezTo>
                  <a:cubicBezTo>
                    <a:pt x="40458" y="17650"/>
                    <a:pt x="40510" y="17599"/>
                    <a:pt x="40562" y="17495"/>
                  </a:cubicBezTo>
                  <a:cubicBezTo>
                    <a:pt x="41490" y="15948"/>
                    <a:pt x="43038" y="15019"/>
                    <a:pt x="44379" y="13884"/>
                  </a:cubicBezTo>
                  <a:cubicBezTo>
                    <a:pt x="44534" y="13729"/>
                    <a:pt x="44689" y="13626"/>
                    <a:pt x="44895" y="13472"/>
                  </a:cubicBezTo>
                  <a:close/>
                  <a:moveTo>
                    <a:pt x="53409" y="1"/>
                  </a:moveTo>
                  <a:cubicBezTo>
                    <a:pt x="53358" y="1"/>
                    <a:pt x="53305" y="3"/>
                    <a:pt x="53252" y="7"/>
                  </a:cubicBezTo>
                  <a:cubicBezTo>
                    <a:pt x="50518" y="678"/>
                    <a:pt x="47887" y="1194"/>
                    <a:pt x="45669" y="2999"/>
                  </a:cubicBezTo>
                  <a:cubicBezTo>
                    <a:pt x="44689" y="3618"/>
                    <a:pt x="44121" y="4702"/>
                    <a:pt x="44121" y="5837"/>
                  </a:cubicBezTo>
                  <a:cubicBezTo>
                    <a:pt x="44173" y="6352"/>
                    <a:pt x="44276" y="6817"/>
                    <a:pt x="44431" y="7281"/>
                  </a:cubicBezTo>
                  <a:cubicBezTo>
                    <a:pt x="44431" y="7900"/>
                    <a:pt x="44585" y="8468"/>
                    <a:pt x="44740" y="9035"/>
                  </a:cubicBezTo>
                  <a:cubicBezTo>
                    <a:pt x="44843" y="9345"/>
                    <a:pt x="45101" y="9654"/>
                    <a:pt x="45256" y="10067"/>
                  </a:cubicBezTo>
                  <a:lnTo>
                    <a:pt x="45256" y="10583"/>
                  </a:lnTo>
                  <a:cubicBezTo>
                    <a:pt x="45256" y="10686"/>
                    <a:pt x="45204" y="10789"/>
                    <a:pt x="45101" y="10892"/>
                  </a:cubicBezTo>
                  <a:cubicBezTo>
                    <a:pt x="44740" y="11356"/>
                    <a:pt x="44276" y="11769"/>
                    <a:pt x="43812" y="12130"/>
                  </a:cubicBezTo>
                  <a:cubicBezTo>
                    <a:pt x="43691" y="12122"/>
                    <a:pt x="43571" y="12117"/>
                    <a:pt x="43451" y="12117"/>
                  </a:cubicBezTo>
                  <a:cubicBezTo>
                    <a:pt x="42850" y="12117"/>
                    <a:pt x="42255" y="12225"/>
                    <a:pt x="41696" y="12440"/>
                  </a:cubicBezTo>
                  <a:cubicBezTo>
                    <a:pt x="40768" y="12904"/>
                    <a:pt x="40923" y="13626"/>
                    <a:pt x="40510" y="14400"/>
                  </a:cubicBezTo>
                  <a:cubicBezTo>
                    <a:pt x="39788" y="15638"/>
                    <a:pt x="38498" y="16670"/>
                    <a:pt x="37518" y="17702"/>
                  </a:cubicBezTo>
                  <a:cubicBezTo>
                    <a:pt x="37260" y="17960"/>
                    <a:pt x="37208" y="18372"/>
                    <a:pt x="37311" y="18682"/>
                  </a:cubicBezTo>
                  <a:cubicBezTo>
                    <a:pt x="37002" y="19095"/>
                    <a:pt x="36641" y="19456"/>
                    <a:pt x="36228" y="19765"/>
                  </a:cubicBezTo>
                  <a:cubicBezTo>
                    <a:pt x="35857" y="20044"/>
                    <a:pt x="35374" y="20100"/>
                    <a:pt x="34869" y="20100"/>
                  </a:cubicBezTo>
                  <a:cubicBezTo>
                    <a:pt x="34532" y="20100"/>
                    <a:pt x="34185" y="20075"/>
                    <a:pt x="33855" y="20075"/>
                  </a:cubicBezTo>
                  <a:lnTo>
                    <a:pt x="31379" y="20075"/>
                  </a:lnTo>
                  <a:cubicBezTo>
                    <a:pt x="31021" y="20096"/>
                    <a:pt x="30663" y="20106"/>
                    <a:pt x="30305" y="20106"/>
                  </a:cubicBezTo>
                  <a:cubicBezTo>
                    <a:pt x="28913" y="20106"/>
                    <a:pt x="27534" y="19949"/>
                    <a:pt x="26220" y="19662"/>
                  </a:cubicBezTo>
                  <a:cubicBezTo>
                    <a:pt x="25395" y="19404"/>
                    <a:pt x="24930" y="18785"/>
                    <a:pt x="24311" y="18321"/>
                  </a:cubicBezTo>
                  <a:cubicBezTo>
                    <a:pt x="23795" y="17960"/>
                    <a:pt x="23280" y="17650"/>
                    <a:pt x="22661" y="17392"/>
                  </a:cubicBezTo>
                  <a:cubicBezTo>
                    <a:pt x="22230" y="17220"/>
                    <a:pt x="21772" y="17138"/>
                    <a:pt x="21310" y="17138"/>
                  </a:cubicBezTo>
                  <a:cubicBezTo>
                    <a:pt x="20665" y="17138"/>
                    <a:pt x="20012" y="17298"/>
                    <a:pt x="19411" y="17599"/>
                  </a:cubicBezTo>
                  <a:cubicBezTo>
                    <a:pt x="18637" y="18011"/>
                    <a:pt x="17811" y="18269"/>
                    <a:pt x="16986" y="18476"/>
                  </a:cubicBezTo>
                  <a:cubicBezTo>
                    <a:pt x="16738" y="18519"/>
                    <a:pt x="16494" y="18534"/>
                    <a:pt x="16253" y="18534"/>
                  </a:cubicBezTo>
                  <a:cubicBezTo>
                    <a:pt x="15741" y="18534"/>
                    <a:pt x="15242" y="18467"/>
                    <a:pt x="14746" y="18467"/>
                  </a:cubicBezTo>
                  <a:cubicBezTo>
                    <a:pt x="14650" y="18467"/>
                    <a:pt x="14554" y="18470"/>
                    <a:pt x="14458" y="18476"/>
                  </a:cubicBezTo>
                  <a:cubicBezTo>
                    <a:pt x="13375" y="18579"/>
                    <a:pt x="12910" y="19198"/>
                    <a:pt x="12291" y="19972"/>
                  </a:cubicBezTo>
                  <a:cubicBezTo>
                    <a:pt x="12217" y="20083"/>
                    <a:pt x="12303" y="20168"/>
                    <a:pt x="12396" y="20168"/>
                  </a:cubicBezTo>
                  <a:cubicBezTo>
                    <a:pt x="12432" y="20168"/>
                    <a:pt x="12469" y="20155"/>
                    <a:pt x="12498" y="20126"/>
                  </a:cubicBezTo>
                  <a:cubicBezTo>
                    <a:pt x="13117" y="19456"/>
                    <a:pt x="13942" y="19043"/>
                    <a:pt x="14871" y="18940"/>
                  </a:cubicBezTo>
                  <a:cubicBezTo>
                    <a:pt x="15352" y="18940"/>
                    <a:pt x="15834" y="19009"/>
                    <a:pt x="16315" y="19009"/>
                  </a:cubicBezTo>
                  <a:cubicBezTo>
                    <a:pt x="16556" y="19009"/>
                    <a:pt x="16797" y="18991"/>
                    <a:pt x="17037" y="18940"/>
                  </a:cubicBezTo>
                  <a:cubicBezTo>
                    <a:pt x="18172" y="18785"/>
                    <a:pt x="19101" y="18114"/>
                    <a:pt x="20184" y="17805"/>
                  </a:cubicBezTo>
                  <a:cubicBezTo>
                    <a:pt x="20503" y="17717"/>
                    <a:pt x="20803" y="17678"/>
                    <a:pt x="21088" y="17678"/>
                  </a:cubicBezTo>
                  <a:cubicBezTo>
                    <a:pt x="22648" y="17678"/>
                    <a:pt x="23745" y="18865"/>
                    <a:pt x="24879" y="19868"/>
                  </a:cubicBezTo>
                  <a:cubicBezTo>
                    <a:pt x="25704" y="20591"/>
                    <a:pt x="26788" y="20694"/>
                    <a:pt x="27768" y="21003"/>
                  </a:cubicBezTo>
                  <a:cubicBezTo>
                    <a:pt x="29212" y="21364"/>
                    <a:pt x="30657" y="21571"/>
                    <a:pt x="32101" y="21571"/>
                  </a:cubicBezTo>
                  <a:cubicBezTo>
                    <a:pt x="32844" y="21571"/>
                    <a:pt x="33717" y="21682"/>
                    <a:pt x="34553" y="21682"/>
                  </a:cubicBezTo>
                  <a:cubicBezTo>
                    <a:pt x="35110" y="21682"/>
                    <a:pt x="35650" y="21633"/>
                    <a:pt x="36125" y="21468"/>
                  </a:cubicBezTo>
                  <a:cubicBezTo>
                    <a:pt x="36899" y="21158"/>
                    <a:pt x="37518" y="20591"/>
                    <a:pt x="37931" y="19868"/>
                  </a:cubicBezTo>
                  <a:lnTo>
                    <a:pt x="37931" y="19868"/>
                  </a:lnTo>
                  <a:cubicBezTo>
                    <a:pt x="37879" y="20023"/>
                    <a:pt x="37827" y="20230"/>
                    <a:pt x="37776" y="20384"/>
                  </a:cubicBezTo>
                  <a:cubicBezTo>
                    <a:pt x="37724" y="20591"/>
                    <a:pt x="37673" y="20797"/>
                    <a:pt x="37621" y="21003"/>
                  </a:cubicBezTo>
                  <a:cubicBezTo>
                    <a:pt x="37311" y="21313"/>
                    <a:pt x="37054" y="21726"/>
                    <a:pt x="36899" y="22138"/>
                  </a:cubicBezTo>
                  <a:cubicBezTo>
                    <a:pt x="36641" y="23015"/>
                    <a:pt x="36899" y="24150"/>
                    <a:pt x="36950" y="25079"/>
                  </a:cubicBezTo>
                  <a:cubicBezTo>
                    <a:pt x="37054" y="26317"/>
                    <a:pt x="37002" y="27555"/>
                    <a:pt x="37054" y="28793"/>
                  </a:cubicBezTo>
                  <a:cubicBezTo>
                    <a:pt x="37157" y="29309"/>
                    <a:pt x="37208" y="29773"/>
                    <a:pt x="37157" y="30289"/>
                  </a:cubicBezTo>
                  <a:cubicBezTo>
                    <a:pt x="37054" y="30960"/>
                    <a:pt x="36538" y="31063"/>
                    <a:pt x="36073" y="31115"/>
                  </a:cubicBezTo>
                  <a:cubicBezTo>
                    <a:pt x="36189" y="30999"/>
                    <a:pt x="36335" y="30940"/>
                    <a:pt x="36487" y="30940"/>
                  </a:cubicBezTo>
                  <a:cubicBezTo>
                    <a:pt x="36538" y="30940"/>
                    <a:pt x="36589" y="30947"/>
                    <a:pt x="36641" y="30960"/>
                  </a:cubicBezTo>
                  <a:cubicBezTo>
                    <a:pt x="36692" y="30960"/>
                    <a:pt x="36744" y="30857"/>
                    <a:pt x="36641" y="30857"/>
                  </a:cubicBezTo>
                  <a:cubicBezTo>
                    <a:pt x="36529" y="30825"/>
                    <a:pt x="36457" y="30813"/>
                    <a:pt x="36401" y="30813"/>
                  </a:cubicBezTo>
                  <a:cubicBezTo>
                    <a:pt x="36277" y="30813"/>
                    <a:pt x="36235" y="30873"/>
                    <a:pt x="36022" y="30908"/>
                  </a:cubicBezTo>
                  <a:cubicBezTo>
                    <a:pt x="35454" y="31063"/>
                    <a:pt x="34887" y="31115"/>
                    <a:pt x="34319" y="31269"/>
                  </a:cubicBezTo>
                  <a:cubicBezTo>
                    <a:pt x="33236" y="31630"/>
                    <a:pt x="32204" y="32095"/>
                    <a:pt x="31224" y="32714"/>
                  </a:cubicBezTo>
                  <a:lnTo>
                    <a:pt x="30966" y="32869"/>
                  </a:lnTo>
                  <a:cubicBezTo>
                    <a:pt x="30502" y="33178"/>
                    <a:pt x="29986" y="33539"/>
                    <a:pt x="29573" y="33952"/>
                  </a:cubicBezTo>
                  <a:cubicBezTo>
                    <a:pt x="29264" y="34158"/>
                    <a:pt x="29006" y="34365"/>
                    <a:pt x="28748" y="34623"/>
                  </a:cubicBezTo>
                  <a:cubicBezTo>
                    <a:pt x="28387" y="35035"/>
                    <a:pt x="27974" y="35448"/>
                    <a:pt x="27561" y="35861"/>
                  </a:cubicBezTo>
                  <a:cubicBezTo>
                    <a:pt x="27065" y="36134"/>
                    <a:pt x="26413" y="36216"/>
                    <a:pt x="25744" y="36216"/>
                  </a:cubicBezTo>
                  <a:cubicBezTo>
                    <a:pt x="25022" y="36216"/>
                    <a:pt x="24281" y="36121"/>
                    <a:pt x="23692" y="36067"/>
                  </a:cubicBezTo>
                  <a:cubicBezTo>
                    <a:pt x="22506" y="35912"/>
                    <a:pt x="21422" y="35448"/>
                    <a:pt x="20288" y="35293"/>
                  </a:cubicBezTo>
                  <a:cubicBezTo>
                    <a:pt x="20056" y="35272"/>
                    <a:pt x="19824" y="35262"/>
                    <a:pt x="19592" y="35262"/>
                  </a:cubicBezTo>
                  <a:cubicBezTo>
                    <a:pt x="18689" y="35262"/>
                    <a:pt x="17786" y="35419"/>
                    <a:pt x="16883" y="35706"/>
                  </a:cubicBezTo>
                  <a:cubicBezTo>
                    <a:pt x="15954" y="35912"/>
                    <a:pt x="14974" y="36222"/>
                    <a:pt x="14045" y="36583"/>
                  </a:cubicBezTo>
                  <a:cubicBezTo>
                    <a:pt x="12962" y="37099"/>
                    <a:pt x="12291" y="38027"/>
                    <a:pt x="11363" y="38698"/>
                  </a:cubicBezTo>
                  <a:cubicBezTo>
                    <a:pt x="10383" y="39369"/>
                    <a:pt x="9248" y="39575"/>
                    <a:pt x="8474" y="40452"/>
                  </a:cubicBezTo>
                  <a:cubicBezTo>
                    <a:pt x="8164" y="40813"/>
                    <a:pt x="7855" y="41277"/>
                    <a:pt x="7649" y="41742"/>
                  </a:cubicBezTo>
                  <a:cubicBezTo>
                    <a:pt x="7236" y="42516"/>
                    <a:pt x="6462" y="43135"/>
                    <a:pt x="5585" y="43393"/>
                  </a:cubicBezTo>
                  <a:cubicBezTo>
                    <a:pt x="4450" y="43805"/>
                    <a:pt x="3728" y="44631"/>
                    <a:pt x="2696" y="45250"/>
                  </a:cubicBezTo>
                  <a:cubicBezTo>
                    <a:pt x="1871" y="45714"/>
                    <a:pt x="787" y="45559"/>
                    <a:pt x="117" y="46333"/>
                  </a:cubicBezTo>
                  <a:cubicBezTo>
                    <a:pt x="1" y="46449"/>
                    <a:pt x="88" y="46594"/>
                    <a:pt x="204" y="46594"/>
                  </a:cubicBezTo>
                  <a:cubicBezTo>
                    <a:pt x="242" y="46594"/>
                    <a:pt x="284" y="46578"/>
                    <a:pt x="323" y="46539"/>
                  </a:cubicBezTo>
                  <a:cubicBezTo>
                    <a:pt x="1045" y="45920"/>
                    <a:pt x="2232" y="46075"/>
                    <a:pt x="3057" y="45508"/>
                  </a:cubicBezTo>
                  <a:cubicBezTo>
                    <a:pt x="3573" y="45198"/>
                    <a:pt x="3986" y="44785"/>
                    <a:pt x="4502" y="44476"/>
                  </a:cubicBezTo>
                  <a:cubicBezTo>
                    <a:pt x="5121" y="44115"/>
                    <a:pt x="5791" y="43805"/>
                    <a:pt x="6462" y="43599"/>
                  </a:cubicBezTo>
                  <a:cubicBezTo>
                    <a:pt x="7184" y="43289"/>
                    <a:pt x="7752" y="42722"/>
                    <a:pt x="8113" y="42000"/>
                  </a:cubicBezTo>
                  <a:cubicBezTo>
                    <a:pt x="8835" y="40555"/>
                    <a:pt x="9815" y="40194"/>
                    <a:pt x="11105" y="39472"/>
                  </a:cubicBezTo>
                  <a:cubicBezTo>
                    <a:pt x="12137" y="38956"/>
                    <a:pt x="12807" y="37924"/>
                    <a:pt x="13787" y="37357"/>
                  </a:cubicBezTo>
                  <a:cubicBezTo>
                    <a:pt x="15026" y="36738"/>
                    <a:pt x="16367" y="36325"/>
                    <a:pt x="17708" y="36067"/>
                  </a:cubicBezTo>
                  <a:cubicBezTo>
                    <a:pt x="18205" y="35948"/>
                    <a:pt x="18703" y="35899"/>
                    <a:pt x="19200" y="35899"/>
                  </a:cubicBezTo>
                  <a:cubicBezTo>
                    <a:pt x="21284" y="35899"/>
                    <a:pt x="23374" y="36748"/>
                    <a:pt x="25498" y="36789"/>
                  </a:cubicBezTo>
                  <a:cubicBezTo>
                    <a:pt x="25608" y="36798"/>
                    <a:pt x="25717" y="36803"/>
                    <a:pt x="25827" y="36803"/>
                  </a:cubicBezTo>
                  <a:cubicBezTo>
                    <a:pt x="26336" y="36803"/>
                    <a:pt x="26846" y="36710"/>
                    <a:pt x="27355" y="36583"/>
                  </a:cubicBezTo>
                  <a:lnTo>
                    <a:pt x="27355" y="36583"/>
                  </a:lnTo>
                  <a:cubicBezTo>
                    <a:pt x="27046" y="37047"/>
                    <a:pt x="26788" y="37511"/>
                    <a:pt x="26633" y="38027"/>
                  </a:cubicBezTo>
                  <a:cubicBezTo>
                    <a:pt x="26426" y="38595"/>
                    <a:pt x="26323" y="39265"/>
                    <a:pt x="26426" y="39885"/>
                  </a:cubicBezTo>
                  <a:cubicBezTo>
                    <a:pt x="26426" y="40555"/>
                    <a:pt x="26323" y="41226"/>
                    <a:pt x="26220" y="41845"/>
                  </a:cubicBezTo>
                  <a:cubicBezTo>
                    <a:pt x="25962" y="42928"/>
                    <a:pt x="26117" y="45095"/>
                    <a:pt x="25085" y="45508"/>
                  </a:cubicBezTo>
                  <a:cubicBezTo>
                    <a:pt x="24569" y="45766"/>
                    <a:pt x="24053" y="45869"/>
                    <a:pt x="23538" y="46075"/>
                  </a:cubicBezTo>
                  <a:cubicBezTo>
                    <a:pt x="23022" y="46281"/>
                    <a:pt x="22609" y="46281"/>
                    <a:pt x="22145" y="46436"/>
                  </a:cubicBezTo>
                  <a:cubicBezTo>
                    <a:pt x="21165" y="46694"/>
                    <a:pt x="20855" y="47829"/>
                    <a:pt x="20184" y="48448"/>
                  </a:cubicBezTo>
                  <a:cubicBezTo>
                    <a:pt x="20105" y="48527"/>
                    <a:pt x="20178" y="48637"/>
                    <a:pt x="20263" y="48637"/>
                  </a:cubicBezTo>
                  <a:cubicBezTo>
                    <a:pt x="20288" y="48637"/>
                    <a:pt x="20315" y="48627"/>
                    <a:pt x="20339" y="48603"/>
                  </a:cubicBezTo>
                  <a:cubicBezTo>
                    <a:pt x="20649" y="48293"/>
                    <a:pt x="20958" y="47932"/>
                    <a:pt x="21165" y="47571"/>
                  </a:cubicBezTo>
                  <a:cubicBezTo>
                    <a:pt x="21371" y="47262"/>
                    <a:pt x="21629" y="46952"/>
                    <a:pt x="21990" y="46746"/>
                  </a:cubicBezTo>
                  <a:cubicBezTo>
                    <a:pt x="22145" y="46694"/>
                    <a:pt x="22351" y="46643"/>
                    <a:pt x="22557" y="46643"/>
                  </a:cubicBezTo>
                  <a:cubicBezTo>
                    <a:pt x="23589" y="46385"/>
                    <a:pt x="24518" y="45766"/>
                    <a:pt x="25653" y="45714"/>
                  </a:cubicBezTo>
                  <a:cubicBezTo>
                    <a:pt x="25704" y="45714"/>
                    <a:pt x="25756" y="45662"/>
                    <a:pt x="25807" y="45559"/>
                  </a:cubicBezTo>
                  <a:cubicBezTo>
                    <a:pt x="26065" y="44012"/>
                    <a:pt x="26530" y="42464"/>
                    <a:pt x="26736" y="40865"/>
                  </a:cubicBezTo>
                  <a:cubicBezTo>
                    <a:pt x="26839" y="39936"/>
                    <a:pt x="26633" y="39059"/>
                    <a:pt x="26994" y="38131"/>
                  </a:cubicBezTo>
                  <a:cubicBezTo>
                    <a:pt x="27252" y="37408"/>
                    <a:pt x="27665" y="36738"/>
                    <a:pt x="28129" y="36119"/>
                  </a:cubicBezTo>
                  <a:cubicBezTo>
                    <a:pt x="28800" y="35551"/>
                    <a:pt x="29419" y="34829"/>
                    <a:pt x="30089" y="34313"/>
                  </a:cubicBezTo>
                  <a:cubicBezTo>
                    <a:pt x="30502" y="33849"/>
                    <a:pt x="31018" y="33488"/>
                    <a:pt x="31534" y="33127"/>
                  </a:cubicBezTo>
                  <a:cubicBezTo>
                    <a:pt x="32101" y="32869"/>
                    <a:pt x="32669" y="32662"/>
                    <a:pt x="33288" y="32456"/>
                  </a:cubicBezTo>
                  <a:cubicBezTo>
                    <a:pt x="33855" y="32198"/>
                    <a:pt x="34371" y="31992"/>
                    <a:pt x="34938" y="31837"/>
                  </a:cubicBezTo>
                  <a:cubicBezTo>
                    <a:pt x="35506" y="31734"/>
                    <a:pt x="36073" y="31682"/>
                    <a:pt x="36641" y="31682"/>
                  </a:cubicBezTo>
                  <a:cubicBezTo>
                    <a:pt x="38498" y="31373"/>
                    <a:pt x="37827" y="28690"/>
                    <a:pt x="37879" y="27349"/>
                  </a:cubicBezTo>
                  <a:lnTo>
                    <a:pt x="37879" y="24047"/>
                  </a:lnTo>
                  <a:cubicBezTo>
                    <a:pt x="37879" y="22603"/>
                    <a:pt x="38704" y="22087"/>
                    <a:pt x="39581" y="21003"/>
                  </a:cubicBezTo>
                  <a:cubicBezTo>
                    <a:pt x="40407" y="19972"/>
                    <a:pt x="41181" y="18579"/>
                    <a:pt x="42264" y="17547"/>
                  </a:cubicBezTo>
                  <a:lnTo>
                    <a:pt x="42677" y="17237"/>
                  </a:lnTo>
                  <a:lnTo>
                    <a:pt x="42677" y="17237"/>
                  </a:lnTo>
                  <a:cubicBezTo>
                    <a:pt x="42264" y="17908"/>
                    <a:pt x="41851" y="18630"/>
                    <a:pt x="41542" y="19404"/>
                  </a:cubicBezTo>
                  <a:cubicBezTo>
                    <a:pt x="41232" y="20281"/>
                    <a:pt x="41696" y="20952"/>
                    <a:pt x="41851" y="21829"/>
                  </a:cubicBezTo>
                  <a:cubicBezTo>
                    <a:pt x="42058" y="23428"/>
                    <a:pt x="42728" y="24924"/>
                    <a:pt x="43812" y="26111"/>
                  </a:cubicBezTo>
                  <a:cubicBezTo>
                    <a:pt x="44018" y="26265"/>
                    <a:pt x="44224" y="26472"/>
                    <a:pt x="44379" y="26626"/>
                  </a:cubicBezTo>
                  <a:cubicBezTo>
                    <a:pt x="44740" y="27245"/>
                    <a:pt x="44843" y="27916"/>
                    <a:pt x="44689" y="28587"/>
                  </a:cubicBezTo>
                  <a:cubicBezTo>
                    <a:pt x="44482" y="29670"/>
                    <a:pt x="44327" y="30753"/>
                    <a:pt x="44224" y="31837"/>
                  </a:cubicBezTo>
                  <a:cubicBezTo>
                    <a:pt x="44173" y="34158"/>
                    <a:pt x="44276" y="36531"/>
                    <a:pt x="44276" y="38904"/>
                  </a:cubicBezTo>
                  <a:cubicBezTo>
                    <a:pt x="44276" y="39988"/>
                    <a:pt x="44327" y="41071"/>
                    <a:pt x="44276" y="42103"/>
                  </a:cubicBezTo>
                  <a:cubicBezTo>
                    <a:pt x="44276" y="43547"/>
                    <a:pt x="43244" y="44373"/>
                    <a:pt x="42006" y="44837"/>
                  </a:cubicBezTo>
                  <a:cubicBezTo>
                    <a:pt x="40974" y="45250"/>
                    <a:pt x="39994" y="45456"/>
                    <a:pt x="39117" y="45920"/>
                  </a:cubicBezTo>
                  <a:cubicBezTo>
                    <a:pt x="39091" y="45895"/>
                    <a:pt x="39065" y="45882"/>
                    <a:pt x="39040" y="45882"/>
                  </a:cubicBezTo>
                  <a:cubicBezTo>
                    <a:pt x="39014" y="45882"/>
                    <a:pt x="38988" y="45895"/>
                    <a:pt x="38962" y="45920"/>
                  </a:cubicBezTo>
                  <a:lnTo>
                    <a:pt x="38911" y="46023"/>
                  </a:lnTo>
                  <a:cubicBezTo>
                    <a:pt x="38601" y="46178"/>
                    <a:pt x="38292" y="46385"/>
                    <a:pt x="37982" y="46591"/>
                  </a:cubicBezTo>
                  <a:cubicBezTo>
                    <a:pt x="36641" y="47726"/>
                    <a:pt x="35506" y="49377"/>
                    <a:pt x="33700" y="49841"/>
                  </a:cubicBezTo>
                  <a:cubicBezTo>
                    <a:pt x="32720" y="50099"/>
                    <a:pt x="32204" y="50047"/>
                    <a:pt x="31430" y="50666"/>
                  </a:cubicBezTo>
                  <a:cubicBezTo>
                    <a:pt x="30605" y="51337"/>
                    <a:pt x="29780" y="51905"/>
                    <a:pt x="28954" y="52472"/>
                  </a:cubicBezTo>
                  <a:cubicBezTo>
                    <a:pt x="27871" y="53194"/>
                    <a:pt x="26530" y="54123"/>
                    <a:pt x="26375" y="55567"/>
                  </a:cubicBezTo>
                  <a:cubicBezTo>
                    <a:pt x="26375" y="55645"/>
                    <a:pt x="26439" y="55683"/>
                    <a:pt x="26510" y="55683"/>
                  </a:cubicBezTo>
                  <a:cubicBezTo>
                    <a:pt x="26581" y="55683"/>
                    <a:pt x="26659" y="55645"/>
                    <a:pt x="26684" y="55567"/>
                  </a:cubicBezTo>
                  <a:cubicBezTo>
                    <a:pt x="26891" y="53658"/>
                    <a:pt x="29212" y="52833"/>
                    <a:pt x="30553" y="51853"/>
                  </a:cubicBezTo>
                  <a:cubicBezTo>
                    <a:pt x="31430" y="51182"/>
                    <a:pt x="32050" y="50563"/>
                    <a:pt x="33184" y="50254"/>
                  </a:cubicBezTo>
                  <a:cubicBezTo>
                    <a:pt x="33958" y="50099"/>
                    <a:pt x="34732" y="49841"/>
                    <a:pt x="35403" y="49377"/>
                  </a:cubicBezTo>
                  <a:cubicBezTo>
                    <a:pt x="36434" y="48654"/>
                    <a:pt x="37311" y="47623"/>
                    <a:pt x="38343" y="46797"/>
                  </a:cubicBezTo>
                  <a:lnTo>
                    <a:pt x="38343" y="46797"/>
                  </a:lnTo>
                  <a:cubicBezTo>
                    <a:pt x="37673" y="47881"/>
                    <a:pt x="37466" y="49170"/>
                    <a:pt x="37776" y="50408"/>
                  </a:cubicBezTo>
                  <a:cubicBezTo>
                    <a:pt x="37879" y="50770"/>
                    <a:pt x="38034" y="51131"/>
                    <a:pt x="38188" y="51492"/>
                  </a:cubicBezTo>
                  <a:cubicBezTo>
                    <a:pt x="38395" y="51905"/>
                    <a:pt x="38395" y="52369"/>
                    <a:pt x="38188" y="52782"/>
                  </a:cubicBezTo>
                  <a:cubicBezTo>
                    <a:pt x="37879" y="53607"/>
                    <a:pt x="37415" y="54381"/>
                    <a:pt x="36899" y="55103"/>
                  </a:cubicBezTo>
                  <a:cubicBezTo>
                    <a:pt x="36826" y="55176"/>
                    <a:pt x="36882" y="55249"/>
                    <a:pt x="36939" y="55249"/>
                  </a:cubicBezTo>
                  <a:cubicBezTo>
                    <a:pt x="36963" y="55249"/>
                    <a:pt x="36987" y="55236"/>
                    <a:pt x="37002" y="55206"/>
                  </a:cubicBezTo>
                  <a:cubicBezTo>
                    <a:pt x="37827" y="54174"/>
                    <a:pt x="39014" y="52730"/>
                    <a:pt x="38343" y="51389"/>
                  </a:cubicBezTo>
                  <a:cubicBezTo>
                    <a:pt x="37931" y="50512"/>
                    <a:pt x="37724" y="49531"/>
                    <a:pt x="37827" y="48603"/>
                  </a:cubicBezTo>
                  <a:cubicBezTo>
                    <a:pt x="37982" y="47829"/>
                    <a:pt x="38292" y="47107"/>
                    <a:pt x="38756" y="46488"/>
                  </a:cubicBezTo>
                  <a:cubicBezTo>
                    <a:pt x="38859" y="46436"/>
                    <a:pt x="38911" y="46333"/>
                    <a:pt x="39014" y="46281"/>
                  </a:cubicBezTo>
                  <a:cubicBezTo>
                    <a:pt x="40510" y="45353"/>
                    <a:pt x="42367" y="45404"/>
                    <a:pt x="43760" y="44270"/>
                  </a:cubicBezTo>
                  <a:cubicBezTo>
                    <a:pt x="44895" y="43289"/>
                    <a:pt x="44689" y="42206"/>
                    <a:pt x="44689" y="40865"/>
                  </a:cubicBezTo>
                  <a:cubicBezTo>
                    <a:pt x="44689" y="38543"/>
                    <a:pt x="44740" y="36222"/>
                    <a:pt x="44689" y="33849"/>
                  </a:cubicBezTo>
                  <a:cubicBezTo>
                    <a:pt x="44585" y="32559"/>
                    <a:pt x="44637" y="31218"/>
                    <a:pt x="44792" y="29928"/>
                  </a:cubicBezTo>
                  <a:cubicBezTo>
                    <a:pt x="44998" y="28999"/>
                    <a:pt x="45101" y="28071"/>
                    <a:pt x="45101" y="27091"/>
                  </a:cubicBezTo>
                  <a:cubicBezTo>
                    <a:pt x="44998" y="25801"/>
                    <a:pt x="43966" y="24976"/>
                    <a:pt x="43554" y="23686"/>
                  </a:cubicBezTo>
                  <a:cubicBezTo>
                    <a:pt x="43244" y="22706"/>
                    <a:pt x="43141" y="21674"/>
                    <a:pt x="42883" y="20642"/>
                  </a:cubicBezTo>
                  <a:cubicBezTo>
                    <a:pt x="42573" y="19610"/>
                    <a:pt x="42780" y="19404"/>
                    <a:pt x="43192" y="18630"/>
                  </a:cubicBezTo>
                  <a:cubicBezTo>
                    <a:pt x="43399" y="18269"/>
                    <a:pt x="43554" y="17857"/>
                    <a:pt x="43657" y="17444"/>
                  </a:cubicBezTo>
                  <a:cubicBezTo>
                    <a:pt x="43915" y="16464"/>
                    <a:pt x="44534" y="15999"/>
                    <a:pt x="44946" y="15174"/>
                  </a:cubicBezTo>
                  <a:lnTo>
                    <a:pt x="45204" y="14968"/>
                  </a:lnTo>
                  <a:cubicBezTo>
                    <a:pt x="45875" y="14297"/>
                    <a:pt x="46339" y="13368"/>
                    <a:pt x="46391" y="12388"/>
                  </a:cubicBezTo>
                  <a:cubicBezTo>
                    <a:pt x="46391" y="12337"/>
                    <a:pt x="46391" y="12285"/>
                    <a:pt x="46391" y="12233"/>
                  </a:cubicBezTo>
                  <a:cubicBezTo>
                    <a:pt x="46597" y="12027"/>
                    <a:pt x="46804" y="11769"/>
                    <a:pt x="46907" y="11460"/>
                  </a:cubicBezTo>
                  <a:cubicBezTo>
                    <a:pt x="47681" y="9706"/>
                    <a:pt x="46443" y="7694"/>
                    <a:pt x="47732" y="6094"/>
                  </a:cubicBezTo>
                  <a:cubicBezTo>
                    <a:pt x="49073" y="4495"/>
                    <a:pt x="52169" y="3876"/>
                    <a:pt x="54078" y="3309"/>
                  </a:cubicBezTo>
                  <a:cubicBezTo>
                    <a:pt x="55783" y="2557"/>
                    <a:pt x="55196" y="1"/>
                    <a:pt x="53409" y="1"/>
                  </a:cubicBezTo>
                  <a:close/>
                </a:path>
              </a:pathLst>
            </a:custGeom>
            <a:solidFill>
              <a:schemeClr val="dk1"/>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 name="Google Shape;314;p15">
              <a:extLst>
                <a:ext uri="{FF2B5EF4-FFF2-40B4-BE49-F238E27FC236}">
                  <a16:creationId xmlns:a16="http://schemas.microsoft.com/office/drawing/2014/main" id="{D071ECB4-9FF1-74CA-6219-A8FAEAA5B374}"/>
                </a:ext>
              </a:extLst>
            </p:cNvPr>
            <p:cNvSpPr/>
            <p:nvPr/>
          </p:nvSpPr>
          <p:spPr>
            <a:xfrm flipH="1">
              <a:off x="-1010805" y="2614700"/>
              <a:ext cx="46252" cy="41100"/>
            </a:xfrm>
            <a:custGeom>
              <a:avLst/>
              <a:gdLst/>
              <a:ahLst/>
              <a:cxnLst/>
              <a:rect l="l" t="t" r="r" b="b"/>
              <a:pathLst>
                <a:path w="2478" h="2202" extrusionOk="0">
                  <a:moveTo>
                    <a:pt x="1854" y="1"/>
                  </a:moveTo>
                  <a:cubicBezTo>
                    <a:pt x="1798" y="1"/>
                    <a:pt x="1746" y="13"/>
                    <a:pt x="1703" y="35"/>
                  </a:cubicBezTo>
                  <a:cubicBezTo>
                    <a:pt x="1549" y="35"/>
                    <a:pt x="1445" y="86"/>
                    <a:pt x="1342" y="189"/>
                  </a:cubicBezTo>
                  <a:cubicBezTo>
                    <a:pt x="1187" y="293"/>
                    <a:pt x="1033" y="396"/>
                    <a:pt x="930" y="499"/>
                  </a:cubicBezTo>
                  <a:lnTo>
                    <a:pt x="775" y="654"/>
                  </a:lnTo>
                  <a:cubicBezTo>
                    <a:pt x="672" y="705"/>
                    <a:pt x="568" y="757"/>
                    <a:pt x="465" y="808"/>
                  </a:cubicBezTo>
                  <a:cubicBezTo>
                    <a:pt x="414" y="912"/>
                    <a:pt x="362" y="963"/>
                    <a:pt x="362" y="1066"/>
                  </a:cubicBezTo>
                  <a:cubicBezTo>
                    <a:pt x="207" y="1170"/>
                    <a:pt x="104" y="1324"/>
                    <a:pt x="53" y="1479"/>
                  </a:cubicBezTo>
                  <a:lnTo>
                    <a:pt x="53" y="1531"/>
                  </a:lnTo>
                  <a:cubicBezTo>
                    <a:pt x="1" y="1582"/>
                    <a:pt x="1" y="1634"/>
                    <a:pt x="53" y="1685"/>
                  </a:cubicBezTo>
                  <a:cubicBezTo>
                    <a:pt x="53" y="1789"/>
                    <a:pt x="53" y="1892"/>
                    <a:pt x="156" y="1995"/>
                  </a:cubicBezTo>
                  <a:cubicBezTo>
                    <a:pt x="224" y="2133"/>
                    <a:pt x="362" y="2201"/>
                    <a:pt x="507" y="2201"/>
                  </a:cubicBezTo>
                  <a:cubicBezTo>
                    <a:pt x="580" y="2201"/>
                    <a:pt x="654" y="2184"/>
                    <a:pt x="723" y="2150"/>
                  </a:cubicBezTo>
                  <a:cubicBezTo>
                    <a:pt x="775" y="2150"/>
                    <a:pt x="826" y="2150"/>
                    <a:pt x="826" y="2098"/>
                  </a:cubicBezTo>
                  <a:cubicBezTo>
                    <a:pt x="872" y="2113"/>
                    <a:pt x="917" y="2119"/>
                    <a:pt x="961" y="2119"/>
                  </a:cubicBezTo>
                  <a:cubicBezTo>
                    <a:pt x="1067" y="2119"/>
                    <a:pt x="1166" y="2083"/>
                    <a:pt x="1239" y="2047"/>
                  </a:cubicBezTo>
                  <a:cubicBezTo>
                    <a:pt x="1497" y="1892"/>
                    <a:pt x="1755" y="1685"/>
                    <a:pt x="2013" y="1479"/>
                  </a:cubicBezTo>
                  <a:cubicBezTo>
                    <a:pt x="2116" y="1376"/>
                    <a:pt x="2219" y="1221"/>
                    <a:pt x="2322" y="1066"/>
                  </a:cubicBezTo>
                  <a:cubicBezTo>
                    <a:pt x="2374" y="1015"/>
                    <a:pt x="2426" y="912"/>
                    <a:pt x="2426" y="808"/>
                  </a:cubicBezTo>
                  <a:cubicBezTo>
                    <a:pt x="2477" y="654"/>
                    <a:pt x="2426" y="499"/>
                    <a:pt x="2374" y="396"/>
                  </a:cubicBezTo>
                  <a:cubicBezTo>
                    <a:pt x="2322" y="241"/>
                    <a:pt x="2219" y="138"/>
                    <a:pt x="2116" y="86"/>
                  </a:cubicBezTo>
                  <a:cubicBezTo>
                    <a:pt x="2025" y="26"/>
                    <a:pt x="1935" y="1"/>
                    <a:pt x="1854"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 name="Google Shape;315;p15">
              <a:extLst>
                <a:ext uri="{FF2B5EF4-FFF2-40B4-BE49-F238E27FC236}">
                  <a16:creationId xmlns:a16="http://schemas.microsoft.com/office/drawing/2014/main" id="{6C2DE1D3-400D-E624-2E95-CA5604701CF3}"/>
                </a:ext>
              </a:extLst>
            </p:cNvPr>
            <p:cNvSpPr/>
            <p:nvPr/>
          </p:nvSpPr>
          <p:spPr>
            <a:xfrm flipH="1">
              <a:off x="-978067" y="2654811"/>
              <a:ext cx="989" cy="19"/>
            </a:xfrm>
            <a:custGeom>
              <a:avLst/>
              <a:gdLst/>
              <a:ahLst/>
              <a:cxnLst/>
              <a:rect l="l" t="t" r="r" b="b"/>
              <a:pathLst>
                <a:path w="53" h="1" extrusionOk="0">
                  <a:moveTo>
                    <a:pt x="52" y="1"/>
                  </a:moveTo>
                  <a:lnTo>
                    <a:pt x="1" y="1"/>
                  </a:lnTo>
                  <a:lnTo>
                    <a:pt x="1" y="1"/>
                  </a:ln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 name="Google Shape;316;p15">
              <a:extLst>
                <a:ext uri="{FF2B5EF4-FFF2-40B4-BE49-F238E27FC236}">
                  <a16:creationId xmlns:a16="http://schemas.microsoft.com/office/drawing/2014/main" id="{DB119880-3027-1493-F061-4B75D7F6ACE0}"/>
                </a:ext>
              </a:extLst>
            </p:cNvPr>
            <p:cNvSpPr/>
            <p:nvPr/>
          </p:nvSpPr>
          <p:spPr>
            <a:xfrm flipH="1">
              <a:off x="-978067" y="2654811"/>
              <a:ext cx="19" cy="19"/>
            </a:xfrm>
            <a:custGeom>
              <a:avLst/>
              <a:gdLst/>
              <a:ahLst/>
              <a:cxnLst/>
              <a:rect l="l" t="t" r="r" b="b"/>
              <a:pathLst>
                <a:path w="1" h="1" extrusionOk="0">
                  <a:moveTo>
                    <a:pt x="0" y="1"/>
                  </a:move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 name="Google Shape;317;p15">
              <a:extLst>
                <a:ext uri="{FF2B5EF4-FFF2-40B4-BE49-F238E27FC236}">
                  <a16:creationId xmlns:a16="http://schemas.microsoft.com/office/drawing/2014/main" id="{3074F6BD-D12D-86CD-FA63-8B2012F164E4}"/>
                </a:ext>
              </a:extLst>
            </p:cNvPr>
            <p:cNvSpPr/>
            <p:nvPr/>
          </p:nvSpPr>
          <p:spPr>
            <a:xfrm flipH="1">
              <a:off x="-980941" y="2303275"/>
              <a:ext cx="81865" cy="31880"/>
            </a:xfrm>
            <a:custGeom>
              <a:avLst/>
              <a:gdLst/>
              <a:ahLst/>
              <a:cxnLst/>
              <a:rect l="l" t="t" r="r" b="b"/>
              <a:pathLst>
                <a:path w="4386" h="1708" extrusionOk="0">
                  <a:moveTo>
                    <a:pt x="2353" y="0"/>
                  </a:moveTo>
                  <a:cubicBezTo>
                    <a:pt x="2274" y="0"/>
                    <a:pt x="2195" y="17"/>
                    <a:pt x="2116" y="57"/>
                  </a:cubicBezTo>
                  <a:cubicBezTo>
                    <a:pt x="1549" y="57"/>
                    <a:pt x="1033" y="108"/>
                    <a:pt x="465" y="108"/>
                  </a:cubicBezTo>
                  <a:cubicBezTo>
                    <a:pt x="207" y="108"/>
                    <a:pt x="1" y="315"/>
                    <a:pt x="1" y="573"/>
                  </a:cubicBezTo>
                  <a:cubicBezTo>
                    <a:pt x="1" y="831"/>
                    <a:pt x="207" y="1037"/>
                    <a:pt x="465" y="1088"/>
                  </a:cubicBezTo>
                  <a:lnTo>
                    <a:pt x="723" y="1088"/>
                  </a:lnTo>
                  <a:cubicBezTo>
                    <a:pt x="878" y="1656"/>
                    <a:pt x="1703" y="1708"/>
                    <a:pt x="2219" y="1708"/>
                  </a:cubicBezTo>
                  <a:cubicBezTo>
                    <a:pt x="2735" y="1656"/>
                    <a:pt x="3303" y="1604"/>
                    <a:pt x="3818" y="1450"/>
                  </a:cubicBezTo>
                  <a:cubicBezTo>
                    <a:pt x="4386" y="1346"/>
                    <a:pt x="4283" y="469"/>
                    <a:pt x="3664" y="469"/>
                  </a:cubicBezTo>
                  <a:lnTo>
                    <a:pt x="3406" y="469"/>
                  </a:lnTo>
                  <a:cubicBezTo>
                    <a:pt x="3303" y="315"/>
                    <a:pt x="3199" y="211"/>
                    <a:pt x="3045" y="160"/>
                  </a:cubicBezTo>
                  <a:cubicBezTo>
                    <a:pt x="2941" y="108"/>
                    <a:pt x="2838" y="108"/>
                    <a:pt x="2735" y="108"/>
                  </a:cubicBezTo>
                  <a:cubicBezTo>
                    <a:pt x="2608" y="45"/>
                    <a:pt x="2480" y="0"/>
                    <a:pt x="2353"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 name="Google Shape;318;p15">
              <a:extLst>
                <a:ext uri="{FF2B5EF4-FFF2-40B4-BE49-F238E27FC236}">
                  <a16:creationId xmlns:a16="http://schemas.microsoft.com/office/drawing/2014/main" id="{429003FA-52A3-7544-C657-9433284ADFDD}"/>
                </a:ext>
              </a:extLst>
            </p:cNvPr>
            <p:cNvSpPr/>
            <p:nvPr/>
          </p:nvSpPr>
          <p:spPr>
            <a:xfrm flipH="1">
              <a:off x="-1580834" y="2421070"/>
              <a:ext cx="57806" cy="38543"/>
            </a:xfrm>
            <a:custGeom>
              <a:avLst/>
              <a:gdLst/>
              <a:ahLst/>
              <a:cxnLst/>
              <a:rect l="l" t="t" r="r" b="b"/>
              <a:pathLst>
                <a:path w="3097" h="2065" extrusionOk="0">
                  <a:moveTo>
                    <a:pt x="678" y="1"/>
                  </a:moveTo>
                  <a:cubicBezTo>
                    <a:pt x="633" y="1"/>
                    <a:pt x="594" y="14"/>
                    <a:pt x="568" y="39"/>
                  </a:cubicBezTo>
                  <a:cubicBezTo>
                    <a:pt x="504" y="18"/>
                    <a:pt x="440" y="6"/>
                    <a:pt x="380" y="6"/>
                  </a:cubicBezTo>
                  <a:cubicBezTo>
                    <a:pt x="294" y="6"/>
                    <a:pt x="216" y="31"/>
                    <a:pt x="156" y="91"/>
                  </a:cubicBezTo>
                  <a:cubicBezTo>
                    <a:pt x="52" y="246"/>
                    <a:pt x="1" y="452"/>
                    <a:pt x="104" y="607"/>
                  </a:cubicBezTo>
                  <a:cubicBezTo>
                    <a:pt x="259" y="865"/>
                    <a:pt x="517" y="1071"/>
                    <a:pt x="775" y="1123"/>
                  </a:cubicBezTo>
                  <a:lnTo>
                    <a:pt x="826" y="1123"/>
                  </a:lnTo>
                  <a:lnTo>
                    <a:pt x="1033" y="1226"/>
                  </a:lnTo>
                  <a:lnTo>
                    <a:pt x="1084" y="1278"/>
                  </a:lnTo>
                  <a:cubicBezTo>
                    <a:pt x="1187" y="1329"/>
                    <a:pt x="1239" y="1381"/>
                    <a:pt x="1342" y="1381"/>
                  </a:cubicBezTo>
                  <a:cubicBezTo>
                    <a:pt x="1394" y="1432"/>
                    <a:pt x="1497" y="1432"/>
                    <a:pt x="1548" y="1484"/>
                  </a:cubicBezTo>
                  <a:lnTo>
                    <a:pt x="1703" y="1587"/>
                  </a:lnTo>
                  <a:cubicBezTo>
                    <a:pt x="1910" y="1793"/>
                    <a:pt x="2168" y="1897"/>
                    <a:pt x="2425" y="2051"/>
                  </a:cubicBezTo>
                  <a:cubicBezTo>
                    <a:pt x="2462" y="2060"/>
                    <a:pt x="2499" y="2065"/>
                    <a:pt x="2535" y="2065"/>
                  </a:cubicBezTo>
                  <a:cubicBezTo>
                    <a:pt x="2703" y="2065"/>
                    <a:pt x="2866" y="1972"/>
                    <a:pt x="2993" y="1845"/>
                  </a:cubicBezTo>
                  <a:cubicBezTo>
                    <a:pt x="3096" y="1639"/>
                    <a:pt x="3045" y="1381"/>
                    <a:pt x="2890" y="1226"/>
                  </a:cubicBezTo>
                  <a:cubicBezTo>
                    <a:pt x="2632" y="968"/>
                    <a:pt x="2322" y="710"/>
                    <a:pt x="1961" y="607"/>
                  </a:cubicBezTo>
                  <a:cubicBezTo>
                    <a:pt x="1910" y="555"/>
                    <a:pt x="1858" y="504"/>
                    <a:pt x="1755" y="452"/>
                  </a:cubicBezTo>
                  <a:cubicBezTo>
                    <a:pt x="1703" y="452"/>
                    <a:pt x="1703" y="452"/>
                    <a:pt x="1652" y="401"/>
                  </a:cubicBezTo>
                  <a:lnTo>
                    <a:pt x="1497" y="349"/>
                  </a:lnTo>
                  <a:lnTo>
                    <a:pt x="1342" y="246"/>
                  </a:lnTo>
                  <a:cubicBezTo>
                    <a:pt x="1187" y="143"/>
                    <a:pt x="981" y="39"/>
                    <a:pt x="826" y="39"/>
                  </a:cubicBezTo>
                  <a:cubicBezTo>
                    <a:pt x="775" y="14"/>
                    <a:pt x="723" y="1"/>
                    <a:pt x="678"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 name="Google Shape;319;p15">
              <a:extLst>
                <a:ext uri="{FF2B5EF4-FFF2-40B4-BE49-F238E27FC236}">
                  <a16:creationId xmlns:a16="http://schemas.microsoft.com/office/drawing/2014/main" id="{4C868617-E5A8-ADEE-A8C8-EDDFC4BC0075}"/>
                </a:ext>
              </a:extLst>
            </p:cNvPr>
            <p:cNvSpPr/>
            <p:nvPr/>
          </p:nvSpPr>
          <p:spPr>
            <a:xfrm flipH="1">
              <a:off x="-1714662" y="2092790"/>
              <a:ext cx="24078" cy="49873"/>
            </a:xfrm>
            <a:custGeom>
              <a:avLst/>
              <a:gdLst/>
              <a:ahLst/>
              <a:cxnLst/>
              <a:rect l="l" t="t" r="r" b="b"/>
              <a:pathLst>
                <a:path w="1290" h="2672" extrusionOk="0">
                  <a:moveTo>
                    <a:pt x="631" y="1"/>
                  </a:moveTo>
                  <a:cubicBezTo>
                    <a:pt x="445" y="1"/>
                    <a:pt x="263" y="119"/>
                    <a:pt x="206" y="345"/>
                  </a:cubicBezTo>
                  <a:cubicBezTo>
                    <a:pt x="103" y="603"/>
                    <a:pt x="52" y="913"/>
                    <a:pt x="0" y="1222"/>
                  </a:cubicBezTo>
                  <a:cubicBezTo>
                    <a:pt x="0" y="1274"/>
                    <a:pt x="0" y="1326"/>
                    <a:pt x="0" y="1377"/>
                  </a:cubicBezTo>
                  <a:cubicBezTo>
                    <a:pt x="0" y="1429"/>
                    <a:pt x="0" y="1480"/>
                    <a:pt x="0" y="1480"/>
                  </a:cubicBezTo>
                  <a:cubicBezTo>
                    <a:pt x="0" y="1532"/>
                    <a:pt x="0" y="1584"/>
                    <a:pt x="0" y="1635"/>
                  </a:cubicBezTo>
                  <a:cubicBezTo>
                    <a:pt x="0" y="1842"/>
                    <a:pt x="0" y="2048"/>
                    <a:pt x="0" y="2203"/>
                  </a:cubicBezTo>
                  <a:cubicBezTo>
                    <a:pt x="0" y="2409"/>
                    <a:pt x="103" y="2564"/>
                    <a:pt x="258" y="2615"/>
                  </a:cubicBezTo>
                  <a:cubicBezTo>
                    <a:pt x="337" y="2655"/>
                    <a:pt x="416" y="2672"/>
                    <a:pt x="489" y="2672"/>
                  </a:cubicBezTo>
                  <a:cubicBezTo>
                    <a:pt x="607" y="2672"/>
                    <a:pt x="710" y="2628"/>
                    <a:pt x="774" y="2564"/>
                  </a:cubicBezTo>
                  <a:cubicBezTo>
                    <a:pt x="929" y="2409"/>
                    <a:pt x="1032" y="2203"/>
                    <a:pt x="1083" y="2048"/>
                  </a:cubicBezTo>
                  <a:cubicBezTo>
                    <a:pt x="1083" y="1945"/>
                    <a:pt x="1135" y="1893"/>
                    <a:pt x="1135" y="1842"/>
                  </a:cubicBezTo>
                  <a:cubicBezTo>
                    <a:pt x="1135" y="1790"/>
                    <a:pt x="1187" y="1738"/>
                    <a:pt x="1238" y="1687"/>
                  </a:cubicBezTo>
                  <a:cubicBezTo>
                    <a:pt x="1290" y="1532"/>
                    <a:pt x="1290" y="1326"/>
                    <a:pt x="1290" y="1171"/>
                  </a:cubicBezTo>
                  <a:cubicBezTo>
                    <a:pt x="1290" y="810"/>
                    <a:pt x="1187" y="500"/>
                    <a:pt x="1032" y="242"/>
                  </a:cubicBezTo>
                  <a:cubicBezTo>
                    <a:pt x="939" y="80"/>
                    <a:pt x="783" y="1"/>
                    <a:pt x="631"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8" name="Google Shape;320;p15">
              <a:extLst>
                <a:ext uri="{FF2B5EF4-FFF2-40B4-BE49-F238E27FC236}">
                  <a16:creationId xmlns:a16="http://schemas.microsoft.com/office/drawing/2014/main" id="{A22B52C6-1E8E-2144-D792-F529B6D17BDD}"/>
                </a:ext>
              </a:extLst>
            </p:cNvPr>
            <p:cNvSpPr/>
            <p:nvPr/>
          </p:nvSpPr>
          <p:spPr>
            <a:xfrm flipH="1">
              <a:off x="-1485493" y="2573936"/>
              <a:ext cx="20233" cy="58757"/>
            </a:xfrm>
            <a:custGeom>
              <a:avLst/>
              <a:gdLst/>
              <a:ahLst/>
              <a:cxnLst/>
              <a:rect l="l" t="t" r="r" b="b"/>
              <a:pathLst>
                <a:path w="1084" h="3148" extrusionOk="0">
                  <a:moveTo>
                    <a:pt x="523" y="0"/>
                  </a:moveTo>
                  <a:cubicBezTo>
                    <a:pt x="271" y="0"/>
                    <a:pt x="26" y="155"/>
                    <a:pt x="52" y="465"/>
                  </a:cubicBezTo>
                  <a:lnTo>
                    <a:pt x="52" y="1548"/>
                  </a:lnTo>
                  <a:cubicBezTo>
                    <a:pt x="1" y="1909"/>
                    <a:pt x="1" y="2270"/>
                    <a:pt x="52" y="2631"/>
                  </a:cubicBezTo>
                  <a:lnTo>
                    <a:pt x="52" y="2683"/>
                  </a:lnTo>
                  <a:cubicBezTo>
                    <a:pt x="1" y="2941"/>
                    <a:pt x="259" y="3147"/>
                    <a:pt x="516" y="3147"/>
                  </a:cubicBezTo>
                  <a:cubicBezTo>
                    <a:pt x="774" y="3147"/>
                    <a:pt x="981" y="2941"/>
                    <a:pt x="981" y="2734"/>
                  </a:cubicBezTo>
                  <a:lnTo>
                    <a:pt x="981" y="2631"/>
                  </a:lnTo>
                  <a:cubicBezTo>
                    <a:pt x="1032" y="2425"/>
                    <a:pt x="1032" y="2219"/>
                    <a:pt x="1032" y="2012"/>
                  </a:cubicBezTo>
                  <a:cubicBezTo>
                    <a:pt x="1084" y="1857"/>
                    <a:pt x="1084" y="1754"/>
                    <a:pt x="1084" y="1600"/>
                  </a:cubicBezTo>
                  <a:cubicBezTo>
                    <a:pt x="1084" y="1445"/>
                    <a:pt x="1084" y="1238"/>
                    <a:pt x="1084" y="1032"/>
                  </a:cubicBezTo>
                  <a:cubicBezTo>
                    <a:pt x="1084" y="929"/>
                    <a:pt x="1084" y="774"/>
                    <a:pt x="1032" y="671"/>
                  </a:cubicBezTo>
                  <a:cubicBezTo>
                    <a:pt x="981" y="568"/>
                    <a:pt x="1032" y="568"/>
                    <a:pt x="1032" y="465"/>
                  </a:cubicBezTo>
                  <a:cubicBezTo>
                    <a:pt x="1032" y="155"/>
                    <a:pt x="774" y="0"/>
                    <a:pt x="523"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9" name="Google Shape;321;p15">
              <a:extLst>
                <a:ext uri="{FF2B5EF4-FFF2-40B4-BE49-F238E27FC236}">
                  <a16:creationId xmlns:a16="http://schemas.microsoft.com/office/drawing/2014/main" id="{13A19959-39C1-5F0C-30F3-8DAD6905D08C}"/>
                </a:ext>
              </a:extLst>
            </p:cNvPr>
            <p:cNvSpPr/>
            <p:nvPr/>
          </p:nvSpPr>
          <p:spPr>
            <a:xfrm flipH="1">
              <a:off x="-1782062" y="1286555"/>
              <a:ext cx="29864" cy="66933"/>
            </a:xfrm>
            <a:custGeom>
              <a:avLst/>
              <a:gdLst/>
              <a:ahLst/>
              <a:cxnLst/>
              <a:rect l="l" t="t" r="r" b="b"/>
              <a:pathLst>
                <a:path w="1600" h="3586" extrusionOk="0">
                  <a:moveTo>
                    <a:pt x="671" y="0"/>
                  </a:moveTo>
                  <a:cubicBezTo>
                    <a:pt x="362" y="0"/>
                    <a:pt x="155" y="258"/>
                    <a:pt x="155" y="516"/>
                  </a:cubicBezTo>
                  <a:lnTo>
                    <a:pt x="155" y="1548"/>
                  </a:lnTo>
                  <a:lnTo>
                    <a:pt x="155" y="1651"/>
                  </a:lnTo>
                  <a:lnTo>
                    <a:pt x="155" y="1703"/>
                  </a:lnTo>
                  <a:cubicBezTo>
                    <a:pt x="1" y="2064"/>
                    <a:pt x="1" y="2425"/>
                    <a:pt x="104" y="2786"/>
                  </a:cubicBezTo>
                  <a:cubicBezTo>
                    <a:pt x="104" y="2838"/>
                    <a:pt x="155" y="2889"/>
                    <a:pt x="155" y="2941"/>
                  </a:cubicBezTo>
                  <a:cubicBezTo>
                    <a:pt x="155" y="3044"/>
                    <a:pt x="207" y="3147"/>
                    <a:pt x="207" y="3199"/>
                  </a:cubicBezTo>
                  <a:cubicBezTo>
                    <a:pt x="284" y="3457"/>
                    <a:pt x="504" y="3586"/>
                    <a:pt x="723" y="3586"/>
                  </a:cubicBezTo>
                  <a:cubicBezTo>
                    <a:pt x="942" y="3586"/>
                    <a:pt x="1161" y="3457"/>
                    <a:pt x="1239" y="3199"/>
                  </a:cubicBezTo>
                  <a:lnTo>
                    <a:pt x="1290" y="2992"/>
                  </a:lnTo>
                  <a:cubicBezTo>
                    <a:pt x="1290" y="2941"/>
                    <a:pt x="1342" y="2889"/>
                    <a:pt x="1342" y="2889"/>
                  </a:cubicBezTo>
                  <a:cubicBezTo>
                    <a:pt x="1394" y="2786"/>
                    <a:pt x="1394" y="2683"/>
                    <a:pt x="1394" y="2631"/>
                  </a:cubicBezTo>
                  <a:lnTo>
                    <a:pt x="1394" y="2270"/>
                  </a:lnTo>
                  <a:cubicBezTo>
                    <a:pt x="1394" y="2270"/>
                    <a:pt x="1394" y="2219"/>
                    <a:pt x="1394" y="2167"/>
                  </a:cubicBezTo>
                  <a:lnTo>
                    <a:pt x="1394" y="2115"/>
                  </a:lnTo>
                  <a:lnTo>
                    <a:pt x="1394" y="2012"/>
                  </a:lnTo>
                  <a:cubicBezTo>
                    <a:pt x="1445" y="1961"/>
                    <a:pt x="1497" y="1857"/>
                    <a:pt x="1548" y="1754"/>
                  </a:cubicBezTo>
                  <a:cubicBezTo>
                    <a:pt x="1548" y="1754"/>
                    <a:pt x="1548" y="1754"/>
                    <a:pt x="1548" y="1703"/>
                  </a:cubicBezTo>
                  <a:cubicBezTo>
                    <a:pt x="1600" y="1600"/>
                    <a:pt x="1600" y="1393"/>
                    <a:pt x="1600" y="1290"/>
                  </a:cubicBezTo>
                  <a:cubicBezTo>
                    <a:pt x="1497" y="1135"/>
                    <a:pt x="1394" y="1032"/>
                    <a:pt x="1239" y="980"/>
                  </a:cubicBezTo>
                  <a:lnTo>
                    <a:pt x="1239" y="516"/>
                  </a:lnTo>
                  <a:cubicBezTo>
                    <a:pt x="1239" y="258"/>
                    <a:pt x="981" y="0"/>
                    <a:pt x="671"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0" name="Google Shape;322;p15">
              <a:extLst>
                <a:ext uri="{FF2B5EF4-FFF2-40B4-BE49-F238E27FC236}">
                  <a16:creationId xmlns:a16="http://schemas.microsoft.com/office/drawing/2014/main" id="{E243B635-382A-4AD4-45A0-A85BD8C6085D}"/>
                </a:ext>
              </a:extLst>
            </p:cNvPr>
            <p:cNvSpPr/>
            <p:nvPr/>
          </p:nvSpPr>
          <p:spPr>
            <a:xfrm flipH="1">
              <a:off x="-1882218" y="2207075"/>
              <a:ext cx="19" cy="971"/>
            </a:xfrm>
            <a:custGeom>
              <a:avLst/>
              <a:gdLst/>
              <a:ahLst/>
              <a:cxnLst/>
              <a:rect l="l" t="t" r="r" b="b"/>
              <a:pathLst>
                <a:path w="1" h="52" extrusionOk="0">
                  <a:moveTo>
                    <a:pt x="0" y="52"/>
                  </a:moveTo>
                  <a:lnTo>
                    <a:pt x="0" y="52"/>
                  </a:lnTo>
                  <a:cubicBezTo>
                    <a:pt x="0" y="52"/>
                    <a:pt x="0" y="0"/>
                    <a:pt x="0" y="52"/>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1" name="Google Shape;323;p15">
              <a:extLst>
                <a:ext uri="{FF2B5EF4-FFF2-40B4-BE49-F238E27FC236}">
                  <a16:creationId xmlns:a16="http://schemas.microsoft.com/office/drawing/2014/main" id="{781D617E-2346-61B1-E798-827F9875D683}"/>
                </a:ext>
              </a:extLst>
            </p:cNvPr>
            <p:cNvSpPr/>
            <p:nvPr/>
          </p:nvSpPr>
          <p:spPr>
            <a:xfrm flipH="1">
              <a:off x="-1887985" y="2231153"/>
              <a:ext cx="19" cy="19"/>
            </a:xfrm>
            <a:custGeom>
              <a:avLst/>
              <a:gdLst/>
              <a:ahLst/>
              <a:cxnLst/>
              <a:rect l="l" t="t" r="r" b="b"/>
              <a:pathLst>
                <a:path w="1" h="1" extrusionOk="0">
                  <a:moveTo>
                    <a:pt x="1" y="0"/>
                  </a:move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2" name="Google Shape;324;p15">
              <a:extLst>
                <a:ext uri="{FF2B5EF4-FFF2-40B4-BE49-F238E27FC236}">
                  <a16:creationId xmlns:a16="http://schemas.microsoft.com/office/drawing/2014/main" id="{00EB4694-D66D-C732-6BDE-B90CACDFEF9A}"/>
                </a:ext>
              </a:extLst>
            </p:cNvPr>
            <p:cNvSpPr/>
            <p:nvPr/>
          </p:nvSpPr>
          <p:spPr>
            <a:xfrm flipH="1">
              <a:off x="-1893772" y="2253290"/>
              <a:ext cx="19" cy="19"/>
            </a:xfrm>
            <a:custGeom>
              <a:avLst/>
              <a:gdLst/>
              <a:ahLst/>
              <a:cxnLst/>
              <a:rect l="l" t="t" r="r" b="b"/>
              <a:pathLst>
                <a:path w="1" h="1" extrusionOk="0">
                  <a:moveTo>
                    <a:pt x="0" y="1"/>
                  </a:move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3" name="Google Shape;325;p15">
              <a:extLst>
                <a:ext uri="{FF2B5EF4-FFF2-40B4-BE49-F238E27FC236}">
                  <a16:creationId xmlns:a16="http://schemas.microsoft.com/office/drawing/2014/main" id="{75E78FD9-5B4C-D5F4-BCC1-12D7F605B6C2}"/>
                </a:ext>
              </a:extLst>
            </p:cNvPr>
            <p:cNvSpPr/>
            <p:nvPr/>
          </p:nvSpPr>
          <p:spPr>
            <a:xfrm flipH="1">
              <a:off x="-1913015" y="2204425"/>
              <a:ext cx="33709" cy="57544"/>
            </a:xfrm>
            <a:custGeom>
              <a:avLst/>
              <a:gdLst/>
              <a:ahLst/>
              <a:cxnLst/>
              <a:rect l="l" t="t" r="r" b="b"/>
              <a:pathLst>
                <a:path w="1806" h="3083" extrusionOk="0">
                  <a:moveTo>
                    <a:pt x="516" y="0"/>
                  </a:moveTo>
                  <a:cubicBezTo>
                    <a:pt x="374" y="0"/>
                    <a:pt x="232" y="65"/>
                    <a:pt x="155" y="194"/>
                  </a:cubicBezTo>
                  <a:cubicBezTo>
                    <a:pt x="103" y="246"/>
                    <a:pt x="52" y="349"/>
                    <a:pt x="52" y="400"/>
                  </a:cubicBezTo>
                  <a:cubicBezTo>
                    <a:pt x="0" y="503"/>
                    <a:pt x="0" y="607"/>
                    <a:pt x="52" y="710"/>
                  </a:cubicBezTo>
                  <a:cubicBezTo>
                    <a:pt x="52" y="813"/>
                    <a:pt x="103" y="916"/>
                    <a:pt x="207" y="1019"/>
                  </a:cubicBezTo>
                  <a:cubicBezTo>
                    <a:pt x="258" y="1174"/>
                    <a:pt x="361" y="1277"/>
                    <a:pt x="413" y="1380"/>
                  </a:cubicBezTo>
                  <a:lnTo>
                    <a:pt x="465" y="1432"/>
                  </a:lnTo>
                  <a:cubicBezTo>
                    <a:pt x="465" y="1432"/>
                    <a:pt x="516" y="1484"/>
                    <a:pt x="568" y="1535"/>
                  </a:cubicBezTo>
                  <a:cubicBezTo>
                    <a:pt x="568" y="1535"/>
                    <a:pt x="568" y="1535"/>
                    <a:pt x="568" y="1587"/>
                  </a:cubicBezTo>
                  <a:lnTo>
                    <a:pt x="568" y="1638"/>
                  </a:lnTo>
                  <a:cubicBezTo>
                    <a:pt x="516" y="1793"/>
                    <a:pt x="516" y="1999"/>
                    <a:pt x="568" y="2154"/>
                  </a:cubicBezTo>
                  <a:cubicBezTo>
                    <a:pt x="568" y="2309"/>
                    <a:pt x="619" y="2412"/>
                    <a:pt x="671" y="2515"/>
                  </a:cubicBezTo>
                  <a:cubicBezTo>
                    <a:pt x="671" y="2619"/>
                    <a:pt x="723" y="2722"/>
                    <a:pt x="774" y="2825"/>
                  </a:cubicBezTo>
                  <a:cubicBezTo>
                    <a:pt x="774" y="2825"/>
                    <a:pt x="856" y="2934"/>
                    <a:pt x="861" y="2934"/>
                  </a:cubicBezTo>
                  <a:cubicBezTo>
                    <a:pt x="861" y="2934"/>
                    <a:pt x="861" y="2934"/>
                    <a:pt x="861" y="2934"/>
                  </a:cubicBezTo>
                  <a:lnTo>
                    <a:pt x="861" y="2934"/>
                  </a:lnTo>
                  <a:cubicBezTo>
                    <a:pt x="936" y="3033"/>
                    <a:pt x="1054" y="3083"/>
                    <a:pt x="1177" y="3083"/>
                  </a:cubicBezTo>
                  <a:cubicBezTo>
                    <a:pt x="1250" y="3083"/>
                    <a:pt x="1324" y="3066"/>
                    <a:pt x="1393" y="3031"/>
                  </a:cubicBezTo>
                  <a:cubicBezTo>
                    <a:pt x="1651" y="2876"/>
                    <a:pt x="1754" y="2619"/>
                    <a:pt x="1703" y="2361"/>
                  </a:cubicBezTo>
                  <a:lnTo>
                    <a:pt x="1754" y="2361"/>
                  </a:lnTo>
                  <a:cubicBezTo>
                    <a:pt x="1806" y="2206"/>
                    <a:pt x="1806" y="2103"/>
                    <a:pt x="1754" y="1948"/>
                  </a:cubicBezTo>
                  <a:cubicBezTo>
                    <a:pt x="1703" y="1896"/>
                    <a:pt x="1703" y="1896"/>
                    <a:pt x="1651" y="1845"/>
                  </a:cubicBezTo>
                  <a:cubicBezTo>
                    <a:pt x="1651" y="1793"/>
                    <a:pt x="1651" y="1793"/>
                    <a:pt x="1651" y="1742"/>
                  </a:cubicBezTo>
                  <a:cubicBezTo>
                    <a:pt x="1651" y="1690"/>
                    <a:pt x="1600" y="1587"/>
                    <a:pt x="1548" y="1535"/>
                  </a:cubicBezTo>
                  <a:cubicBezTo>
                    <a:pt x="1548" y="1380"/>
                    <a:pt x="1496" y="1226"/>
                    <a:pt x="1445" y="1071"/>
                  </a:cubicBezTo>
                  <a:cubicBezTo>
                    <a:pt x="1393" y="710"/>
                    <a:pt x="1187" y="452"/>
                    <a:pt x="929" y="246"/>
                  </a:cubicBezTo>
                  <a:lnTo>
                    <a:pt x="877" y="246"/>
                  </a:lnTo>
                  <a:lnTo>
                    <a:pt x="877" y="194"/>
                  </a:lnTo>
                  <a:cubicBezTo>
                    <a:pt x="800" y="65"/>
                    <a:pt x="658" y="0"/>
                    <a:pt x="516"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 name="Google Shape;326;p15">
              <a:extLst>
                <a:ext uri="{FF2B5EF4-FFF2-40B4-BE49-F238E27FC236}">
                  <a16:creationId xmlns:a16="http://schemas.microsoft.com/office/drawing/2014/main" id="{F5428D57-073E-D0E0-F785-F816AEAAA9EE}"/>
                </a:ext>
              </a:extLst>
            </p:cNvPr>
            <p:cNvSpPr/>
            <p:nvPr/>
          </p:nvSpPr>
          <p:spPr>
            <a:xfrm flipH="1">
              <a:off x="-1892801" y="2252319"/>
              <a:ext cx="19" cy="1960"/>
            </a:xfrm>
            <a:custGeom>
              <a:avLst/>
              <a:gdLst/>
              <a:ahLst/>
              <a:cxnLst/>
              <a:rect l="l" t="t" r="r" b="b"/>
              <a:pathLst>
                <a:path w="1" h="105" extrusionOk="0">
                  <a:moveTo>
                    <a:pt x="1" y="1"/>
                  </a:moveTo>
                  <a:cubicBezTo>
                    <a:pt x="1" y="53"/>
                    <a:pt x="1" y="104"/>
                    <a:pt x="1"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 name="Google Shape;327;p15">
              <a:extLst>
                <a:ext uri="{FF2B5EF4-FFF2-40B4-BE49-F238E27FC236}">
                  <a16:creationId xmlns:a16="http://schemas.microsoft.com/office/drawing/2014/main" id="{1A6C9AC9-5F6B-1EAE-02F0-3A7E0C17E17F}"/>
                </a:ext>
              </a:extLst>
            </p:cNvPr>
            <p:cNvSpPr/>
            <p:nvPr/>
          </p:nvSpPr>
          <p:spPr>
            <a:xfrm flipH="1">
              <a:off x="-1892801" y="2251367"/>
              <a:ext cx="989" cy="971"/>
            </a:xfrm>
            <a:custGeom>
              <a:avLst/>
              <a:gdLst/>
              <a:ahLst/>
              <a:cxnLst/>
              <a:rect l="l" t="t" r="r" b="b"/>
              <a:pathLst>
                <a:path w="53" h="52" extrusionOk="0">
                  <a:moveTo>
                    <a:pt x="53" y="52"/>
                  </a:moveTo>
                  <a:cubicBezTo>
                    <a:pt x="53" y="52"/>
                    <a:pt x="1" y="0"/>
                    <a:pt x="53" y="52"/>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 name="Google Shape;328;p15">
              <a:extLst>
                <a:ext uri="{FF2B5EF4-FFF2-40B4-BE49-F238E27FC236}">
                  <a16:creationId xmlns:a16="http://schemas.microsoft.com/office/drawing/2014/main" id="{84DDC27D-6EAE-1AFF-48A2-50D8D576EDF3}"/>
                </a:ext>
              </a:extLst>
            </p:cNvPr>
            <p:cNvSpPr/>
            <p:nvPr/>
          </p:nvSpPr>
          <p:spPr>
            <a:xfrm flipH="1">
              <a:off x="-1881247" y="2208027"/>
              <a:ext cx="19" cy="19"/>
            </a:xfrm>
            <a:custGeom>
              <a:avLst/>
              <a:gdLst/>
              <a:ahLst/>
              <a:cxnLst/>
              <a:rect l="l" t="t" r="r" b="b"/>
              <a:pathLst>
                <a:path w="1" h="1" extrusionOk="0">
                  <a:moveTo>
                    <a:pt x="0" y="1"/>
                  </a:moveTo>
                  <a:lnTo>
                    <a:pt x="0" y="1"/>
                  </a:ln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 name="Google Shape;329;p15">
              <a:extLst>
                <a:ext uri="{FF2B5EF4-FFF2-40B4-BE49-F238E27FC236}">
                  <a16:creationId xmlns:a16="http://schemas.microsoft.com/office/drawing/2014/main" id="{AE55A684-C7BE-8B3B-951E-C78D37FD273F}"/>
                </a:ext>
              </a:extLst>
            </p:cNvPr>
            <p:cNvSpPr/>
            <p:nvPr/>
          </p:nvSpPr>
          <p:spPr>
            <a:xfrm flipH="1">
              <a:off x="-1661710" y="2717638"/>
              <a:ext cx="37573" cy="48921"/>
            </a:xfrm>
            <a:custGeom>
              <a:avLst/>
              <a:gdLst/>
              <a:ahLst/>
              <a:cxnLst/>
              <a:rect l="l" t="t" r="r" b="b"/>
              <a:pathLst>
                <a:path w="2013" h="2621" extrusionOk="0">
                  <a:moveTo>
                    <a:pt x="1606" y="1"/>
                  </a:moveTo>
                  <a:cubicBezTo>
                    <a:pt x="1561" y="1"/>
                    <a:pt x="1522" y="14"/>
                    <a:pt x="1497" y="40"/>
                  </a:cubicBezTo>
                  <a:cubicBezTo>
                    <a:pt x="1393" y="40"/>
                    <a:pt x="1290" y="91"/>
                    <a:pt x="1239" y="143"/>
                  </a:cubicBezTo>
                  <a:cubicBezTo>
                    <a:pt x="1135" y="246"/>
                    <a:pt x="1032" y="401"/>
                    <a:pt x="981" y="555"/>
                  </a:cubicBezTo>
                  <a:lnTo>
                    <a:pt x="929" y="607"/>
                  </a:lnTo>
                  <a:cubicBezTo>
                    <a:pt x="878" y="659"/>
                    <a:pt x="826" y="762"/>
                    <a:pt x="774" y="813"/>
                  </a:cubicBezTo>
                  <a:lnTo>
                    <a:pt x="516" y="1071"/>
                  </a:lnTo>
                  <a:cubicBezTo>
                    <a:pt x="465" y="1174"/>
                    <a:pt x="413" y="1278"/>
                    <a:pt x="465" y="1381"/>
                  </a:cubicBezTo>
                  <a:lnTo>
                    <a:pt x="413" y="1484"/>
                  </a:lnTo>
                  <a:cubicBezTo>
                    <a:pt x="310" y="1587"/>
                    <a:pt x="258" y="1639"/>
                    <a:pt x="207" y="1742"/>
                  </a:cubicBezTo>
                  <a:cubicBezTo>
                    <a:pt x="104" y="1845"/>
                    <a:pt x="52" y="1948"/>
                    <a:pt x="52" y="2103"/>
                  </a:cubicBezTo>
                  <a:cubicBezTo>
                    <a:pt x="1" y="2258"/>
                    <a:pt x="52" y="2464"/>
                    <a:pt x="207" y="2567"/>
                  </a:cubicBezTo>
                  <a:cubicBezTo>
                    <a:pt x="280" y="2604"/>
                    <a:pt x="353" y="2621"/>
                    <a:pt x="422" y="2621"/>
                  </a:cubicBezTo>
                  <a:cubicBezTo>
                    <a:pt x="547" y="2621"/>
                    <a:pt x="656" y="2564"/>
                    <a:pt x="723" y="2464"/>
                  </a:cubicBezTo>
                  <a:cubicBezTo>
                    <a:pt x="774" y="2464"/>
                    <a:pt x="774" y="2413"/>
                    <a:pt x="826" y="2361"/>
                  </a:cubicBezTo>
                  <a:cubicBezTo>
                    <a:pt x="826" y="2361"/>
                    <a:pt x="826" y="2361"/>
                    <a:pt x="826" y="2309"/>
                  </a:cubicBezTo>
                  <a:lnTo>
                    <a:pt x="929" y="2258"/>
                  </a:lnTo>
                  <a:cubicBezTo>
                    <a:pt x="981" y="2155"/>
                    <a:pt x="1084" y="2051"/>
                    <a:pt x="1135" y="1948"/>
                  </a:cubicBezTo>
                  <a:cubicBezTo>
                    <a:pt x="1187" y="1897"/>
                    <a:pt x="1239" y="1845"/>
                    <a:pt x="1290" y="1742"/>
                  </a:cubicBezTo>
                  <a:lnTo>
                    <a:pt x="1393" y="1639"/>
                  </a:lnTo>
                  <a:lnTo>
                    <a:pt x="1393" y="1587"/>
                  </a:lnTo>
                  <a:cubicBezTo>
                    <a:pt x="1497" y="1432"/>
                    <a:pt x="1651" y="1278"/>
                    <a:pt x="1755" y="1071"/>
                  </a:cubicBezTo>
                  <a:cubicBezTo>
                    <a:pt x="1858" y="865"/>
                    <a:pt x="1961" y="659"/>
                    <a:pt x="2012" y="401"/>
                  </a:cubicBezTo>
                  <a:cubicBezTo>
                    <a:pt x="2012" y="349"/>
                    <a:pt x="1961" y="297"/>
                    <a:pt x="1961" y="246"/>
                  </a:cubicBezTo>
                  <a:cubicBezTo>
                    <a:pt x="1909" y="143"/>
                    <a:pt x="1858" y="40"/>
                    <a:pt x="1755" y="40"/>
                  </a:cubicBezTo>
                  <a:cubicBezTo>
                    <a:pt x="1703" y="14"/>
                    <a:pt x="1651" y="1"/>
                    <a:pt x="1606"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 name="Google Shape;330;p15">
              <a:extLst>
                <a:ext uri="{FF2B5EF4-FFF2-40B4-BE49-F238E27FC236}">
                  <a16:creationId xmlns:a16="http://schemas.microsoft.com/office/drawing/2014/main" id="{78EB0519-A5D3-E1B0-607D-FEFA12B42B62}"/>
                </a:ext>
              </a:extLst>
            </p:cNvPr>
            <p:cNvSpPr/>
            <p:nvPr/>
          </p:nvSpPr>
          <p:spPr>
            <a:xfrm flipH="1">
              <a:off x="-1630894" y="2745318"/>
              <a:ext cx="19" cy="19"/>
            </a:xfrm>
            <a:custGeom>
              <a:avLst/>
              <a:gdLst/>
              <a:ahLst/>
              <a:cxnLst/>
              <a:rect l="l" t="t" r="r" b="b"/>
              <a:pathLst>
                <a:path w="1" h="1" extrusionOk="0">
                  <a:moveTo>
                    <a:pt x="1" y="1"/>
                  </a:move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 name="Google Shape;331;p15">
              <a:extLst>
                <a:ext uri="{FF2B5EF4-FFF2-40B4-BE49-F238E27FC236}">
                  <a16:creationId xmlns:a16="http://schemas.microsoft.com/office/drawing/2014/main" id="{798EEAB3-63F4-2AEE-1E6C-EE3D0EDBA660}"/>
                </a:ext>
              </a:extLst>
            </p:cNvPr>
            <p:cNvSpPr/>
            <p:nvPr/>
          </p:nvSpPr>
          <p:spPr>
            <a:xfrm flipH="1">
              <a:off x="-1272712" y="2355350"/>
              <a:ext cx="53942" cy="32757"/>
            </a:xfrm>
            <a:custGeom>
              <a:avLst/>
              <a:gdLst/>
              <a:ahLst/>
              <a:cxnLst/>
              <a:rect l="l" t="t" r="r" b="b"/>
              <a:pathLst>
                <a:path w="2890" h="1755" extrusionOk="0">
                  <a:moveTo>
                    <a:pt x="2528" y="1"/>
                  </a:moveTo>
                  <a:cubicBezTo>
                    <a:pt x="2322" y="1"/>
                    <a:pt x="2167" y="52"/>
                    <a:pt x="2012" y="156"/>
                  </a:cubicBezTo>
                  <a:lnTo>
                    <a:pt x="1909" y="207"/>
                  </a:lnTo>
                  <a:lnTo>
                    <a:pt x="1857" y="207"/>
                  </a:lnTo>
                  <a:cubicBezTo>
                    <a:pt x="1703" y="310"/>
                    <a:pt x="1599" y="362"/>
                    <a:pt x="1445" y="465"/>
                  </a:cubicBezTo>
                  <a:lnTo>
                    <a:pt x="1290" y="465"/>
                  </a:lnTo>
                  <a:cubicBezTo>
                    <a:pt x="1135" y="517"/>
                    <a:pt x="929" y="568"/>
                    <a:pt x="774" y="672"/>
                  </a:cubicBezTo>
                  <a:cubicBezTo>
                    <a:pt x="722" y="723"/>
                    <a:pt x="619" y="826"/>
                    <a:pt x="619" y="878"/>
                  </a:cubicBezTo>
                  <a:lnTo>
                    <a:pt x="464" y="878"/>
                  </a:lnTo>
                  <a:cubicBezTo>
                    <a:pt x="361" y="878"/>
                    <a:pt x="258" y="929"/>
                    <a:pt x="206" y="981"/>
                  </a:cubicBezTo>
                  <a:cubicBezTo>
                    <a:pt x="52" y="1084"/>
                    <a:pt x="0" y="1239"/>
                    <a:pt x="52" y="1394"/>
                  </a:cubicBezTo>
                  <a:cubicBezTo>
                    <a:pt x="103" y="1549"/>
                    <a:pt x="206" y="1703"/>
                    <a:pt x="361" y="1755"/>
                  </a:cubicBezTo>
                  <a:lnTo>
                    <a:pt x="619" y="1755"/>
                  </a:lnTo>
                  <a:cubicBezTo>
                    <a:pt x="980" y="1703"/>
                    <a:pt x="1341" y="1652"/>
                    <a:pt x="1651" y="1497"/>
                  </a:cubicBezTo>
                  <a:cubicBezTo>
                    <a:pt x="1960" y="1342"/>
                    <a:pt x="2218" y="1136"/>
                    <a:pt x="2476" y="929"/>
                  </a:cubicBezTo>
                  <a:lnTo>
                    <a:pt x="2476" y="878"/>
                  </a:lnTo>
                  <a:cubicBezTo>
                    <a:pt x="2580" y="775"/>
                    <a:pt x="2683" y="672"/>
                    <a:pt x="2786" y="620"/>
                  </a:cubicBezTo>
                  <a:cubicBezTo>
                    <a:pt x="2889" y="517"/>
                    <a:pt x="2889" y="362"/>
                    <a:pt x="2889" y="259"/>
                  </a:cubicBezTo>
                  <a:cubicBezTo>
                    <a:pt x="2837" y="104"/>
                    <a:pt x="2683" y="1"/>
                    <a:pt x="2528"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0" name="Google Shape;332;p15">
              <a:extLst>
                <a:ext uri="{FF2B5EF4-FFF2-40B4-BE49-F238E27FC236}">
                  <a16:creationId xmlns:a16="http://schemas.microsoft.com/office/drawing/2014/main" id="{63BE8779-B62E-CDF8-D96D-DE77F8F9A77F}"/>
                </a:ext>
              </a:extLst>
            </p:cNvPr>
            <p:cNvSpPr/>
            <p:nvPr/>
          </p:nvSpPr>
          <p:spPr>
            <a:xfrm flipH="1">
              <a:off x="-1343957" y="2313223"/>
              <a:ext cx="23126" cy="35408"/>
            </a:xfrm>
            <a:custGeom>
              <a:avLst/>
              <a:gdLst/>
              <a:ahLst/>
              <a:cxnLst/>
              <a:rect l="l" t="t" r="r" b="b"/>
              <a:pathLst>
                <a:path w="1239" h="1897" extrusionOk="0">
                  <a:moveTo>
                    <a:pt x="748" y="1"/>
                  </a:moveTo>
                  <a:cubicBezTo>
                    <a:pt x="684" y="1"/>
                    <a:pt x="619" y="14"/>
                    <a:pt x="568" y="40"/>
                  </a:cubicBezTo>
                  <a:cubicBezTo>
                    <a:pt x="413" y="40"/>
                    <a:pt x="310" y="143"/>
                    <a:pt x="258" y="246"/>
                  </a:cubicBezTo>
                  <a:cubicBezTo>
                    <a:pt x="258" y="298"/>
                    <a:pt x="207" y="349"/>
                    <a:pt x="207" y="349"/>
                  </a:cubicBezTo>
                  <a:cubicBezTo>
                    <a:pt x="207" y="401"/>
                    <a:pt x="207" y="401"/>
                    <a:pt x="207" y="452"/>
                  </a:cubicBezTo>
                  <a:lnTo>
                    <a:pt x="207" y="504"/>
                  </a:lnTo>
                  <a:cubicBezTo>
                    <a:pt x="207" y="659"/>
                    <a:pt x="155" y="813"/>
                    <a:pt x="52" y="917"/>
                  </a:cubicBezTo>
                  <a:cubicBezTo>
                    <a:pt x="52" y="1020"/>
                    <a:pt x="0" y="1123"/>
                    <a:pt x="0" y="1278"/>
                  </a:cubicBezTo>
                  <a:cubicBezTo>
                    <a:pt x="0" y="1432"/>
                    <a:pt x="52" y="1536"/>
                    <a:pt x="155" y="1690"/>
                  </a:cubicBezTo>
                  <a:cubicBezTo>
                    <a:pt x="258" y="1845"/>
                    <a:pt x="413" y="1897"/>
                    <a:pt x="568" y="1897"/>
                  </a:cubicBezTo>
                  <a:cubicBezTo>
                    <a:pt x="826" y="1794"/>
                    <a:pt x="1032" y="1639"/>
                    <a:pt x="1135" y="1381"/>
                  </a:cubicBezTo>
                  <a:lnTo>
                    <a:pt x="1135" y="1123"/>
                  </a:lnTo>
                  <a:cubicBezTo>
                    <a:pt x="1239" y="865"/>
                    <a:pt x="1239" y="607"/>
                    <a:pt x="1187" y="349"/>
                  </a:cubicBezTo>
                  <a:cubicBezTo>
                    <a:pt x="1135" y="246"/>
                    <a:pt x="1084" y="143"/>
                    <a:pt x="929" y="40"/>
                  </a:cubicBezTo>
                  <a:cubicBezTo>
                    <a:pt x="877" y="14"/>
                    <a:pt x="813" y="1"/>
                    <a:pt x="748"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1" name="Google Shape;333;p15">
              <a:extLst>
                <a:ext uri="{FF2B5EF4-FFF2-40B4-BE49-F238E27FC236}">
                  <a16:creationId xmlns:a16="http://schemas.microsoft.com/office/drawing/2014/main" id="{C9296FC6-C543-316E-B410-B06AF0A481E4}"/>
                </a:ext>
              </a:extLst>
            </p:cNvPr>
            <p:cNvSpPr/>
            <p:nvPr/>
          </p:nvSpPr>
          <p:spPr>
            <a:xfrm flipH="1">
              <a:off x="-1080127" y="2094414"/>
              <a:ext cx="56835" cy="65738"/>
            </a:xfrm>
            <a:custGeom>
              <a:avLst/>
              <a:gdLst/>
              <a:ahLst/>
              <a:cxnLst/>
              <a:rect l="l" t="t" r="r" b="b"/>
              <a:pathLst>
                <a:path w="3045" h="3522" extrusionOk="0">
                  <a:moveTo>
                    <a:pt x="1806" y="1"/>
                  </a:moveTo>
                  <a:cubicBezTo>
                    <a:pt x="1548" y="1"/>
                    <a:pt x="1290" y="52"/>
                    <a:pt x="1033" y="155"/>
                  </a:cubicBezTo>
                  <a:lnTo>
                    <a:pt x="775" y="207"/>
                  </a:lnTo>
                  <a:lnTo>
                    <a:pt x="723" y="207"/>
                  </a:lnTo>
                  <a:cubicBezTo>
                    <a:pt x="671" y="207"/>
                    <a:pt x="620" y="258"/>
                    <a:pt x="568" y="258"/>
                  </a:cubicBezTo>
                  <a:lnTo>
                    <a:pt x="362" y="258"/>
                  </a:lnTo>
                  <a:cubicBezTo>
                    <a:pt x="156" y="258"/>
                    <a:pt x="1" y="413"/>
                    <a:pt x="1" y="671"/>
                  </a:cubicBezTo>
                  <a:cubicBezTo>
                    <a:pt x="1" y="878"/>
                    <a:pt x="156" y="1032"/>
                    <a:pt x="362" y="1032"/>
                  </a:cubicBezTo>
                  <a:lnTo>
                    <a:pt x="620" y="1032"/>
                  </a:lnTo>
                  <a:cubicBezTo>
                    <a:pt x="723" y="1045"/>
                    <a:pt x="826" y="1052"/>
                    <a:pt x="929" y="1052"/>
                  </a:cubicBezTo>
                  <a:cubicBezTo>
                    <a:pt x="1236" y="1052"/>
                    <a:pt x="1536" y="994"/>
                    <a:pt x="1806" y="878"/>
                  </a:cubicBezTo>
                  <a:lnTo>
                    <a:pt x="2309" y="827"/>
                  </a:lnTo>
                  <a:lnTo>
                    <a:pt x="2309" y="827"/>
                  </a:lnTo>
                  <a:cubicBezTo>
                    <a:pt x="2271" y="836"/>
                    <a:pt x="2271" y="882"/>
                    <a:pt x="2271" y="929"/>
                  </a:cubicBezTo>
                  <a:cubicBezTo>
                    <a:pt x="2219" y="1032"/>
                    <a:pt x="2167" y="1084"/>
                    <a:pt x="2167" y="1187"/>
                  </a:cubicBezTo>
                  <a:cubicBezTo>
                    <a:pt x="1961" y="1393"/>
                    <a:pt x="1858" y="1703"/>
                    <a:pt x="1806" y="1961"/>
                  </a:cubicBezTo>
                  <a:cubicBezTo>
                    <a:pt x="1755" y="2012"/>
                    <a:pt x="1755" y="2064"/>
                    <a:pt x="1755" y="2116"/>
                  </a:cubicBezTo>
                  <a:cubicBezTo>
                    <a:pt x="1703" y="2270"/>
                    <a:pt x="1806" y="2374"/>
                    <a:pt x="1910" y="2374"/>
                  </a:cubicBezTo>
                  <a:lnTo>
                    <a:pt x="1910" y="2477"/>
                  </a:lnTo>
                  <a:cubicBezTo>
                    <a:pt x="1755" y="2683"/>
                    <a:pt x="1703" y="2993"/>
                    <a:pt x="1755" y="3251"/>
                  </a:cubicBezTo>
                  <a:cubicBezTo>
                    <a:pt x="1798" y="3422"/>
                    <a:pt x="1946" y="3522"/>
                    <a:pt x="2114" y="3522"/>
                  </a:cubicBezTo>
                  <a:cubicBezTo>
                    <a:pt x="2148" y="3522"/>
                    <a:pt x="2184" y="3517"/>
                    <a:pt x="2219" y="3509"/>
                  </a:cubicBezTo>
                  <a:cubicBezTo>
                    <a:pt x="2374" y="3457"/>
                    <a:pt x="2477" y="3302"/>
                    <a:pt x="2529" y="3147"/>
                  </a:cubicBezTo>
                  <a:cubicBezTo>
                    <a:pt x="2529" y="3096"/>
                    <a:pt x="2529" y="3096"/>
                    <a:pt x="2529" y="3044"/>
                  </a:cubicBezTo>
                  <a:lnTo>
                    <a:pt x="2529" y="2993"/>
                  </a:lnTo>
                  <a:lnTo>
                    <a:pt x="2529" y="2941"/>
                  </a:lnTo>
                  <a:lnTo>
                    <a:pt x="2529" y="2889"/>
                  </a:lnTo>
                  <a:cubicBezTo>
                    <a:pt x="2529" y="2838"/>
                    <a:pt x="2529" y="2838"/>
                    <a:pt x="2580" y="2786"/>
                  </a:cubicBezTo>
                  <a:cubicBezTo>
                    <a:pt x="2683" y="2580"/>
                    <a:pt x="2787" y="2374"/>
                    <a:pt x="2838" y="2167"/>
                  </a:cubicBezTo>
                  <a:cubicBezTo>
                    <a:pt x="2993" y="1755"/>
                    <a:pt x="3044" y="1342"/>
                    <a:pt x="3044" y="878"/>
                  </a:cubicBezTo>
                  <a:cubicBezTo>
                    <a:pt x="3044" y="723"/>
                    <a:pt x="2941" y="568"/>
                    <a:pt x="2787" y="516"/>
                  </a:cubicBezTo>
                  <a:cubicBezTo>
                    <a:pt x="2761" y="491"/>
                    <a:pt x="2735" y="478"/>
                    <a:pt x="2703" y="478"/>
                  </a:cubicBezTo>
                  <a:cubicBezTo>
                    <a:pt x="2670" y="478"/>
                    <a:pt x="2632" y="491"/>
                    <a:pt x="2580" y="516"/>
                  </a:cubicBezTo>
                  <a:cubicBezTo>
                    <a:pt x="2580" y="465"/>
                    <a:pt x="2529" y="465"/>
                    <a:pt x="2477" y="465"/>
                  </a:cubicBezTo>
                  <a:lnTo>
                    <a:pt x="2219" y="465"/>
                  </a:lnTo>
                  <a:lnTo>
                    <a:pt x="2219" y="362"/>
                  </a:lnTo>
                  <a:cubicBezTo>
                    <a:pt x="2219" y="155"/>
                    <a:pt x="2013" y="52"/>
                    <a:pt x="1806"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 name="Google Shape;334;p15">
              <a:extLst>
                <a:ext uri="{FF2B5EF4-FFF2-40B4-BE49-F238E27FC236}">
                  <a16:creationId xmlns:a16="http://schemas.microsoft.com/office/drawing/2014/main" id="{549F2E5C-028A-DE12-A54E-10ACFD311585}"/>
                </a:ext>
              </a:extLst>
            </p:cNvPr>
            <p:cNvSpPr/>
            <p:nvPr/>
          </p:nvSpPr>
          <p:spPr>
            <a:xfrm flipH="1">
              <a:off x="-1188925" y="2060705"/>
              <a:ext cx="21203" cy="52990"/>
            </a:xfrm>
            <a:custGeom>
              <a:avLst/>
              <a:gdLst/>
              <a:ahLst/>
              <a:cxnLst/>
              <a:rect l="l" t="t" r="r" b="b"/>
              <a:pathLst>
                <a:path w="1136" h="2839" extrusionOk="0">
                  <a:moveTo>
                    <a:pt x="517" y="1"/>
                  </a:moveTo>
                  <a:cubicBezTo>
                    <a:pt x="310" y="1"/>
                    <a:pt x="207" y="156"/>
                    <a:pt x="207" y="362"/>
                  </a:cubicBezTo>
                  <a:cubicBezTo>
                    <a:pt x="156" y="672"/>
                    <a:pt x="156" y="1033"/>
                    <a:pt x="104" y="1342"/>
                  </a:cubicBezTo>
                  <a:lnTo>
                    <a:pt x="1" y="1755"/>
                  </a:lnTo>
                  <a:cubicBezTo>
                    <a:pt x="1" y="1807"/>
                    <a:pt x="1" y="1910"/>
                    <a:pt x="1" y="1961"/>
                  </a:cubicBezTo>
                  <a:cubicBezTo>
                    <a:pt x="1" y="2116"/>
                    <a:pt x="1" y="2271"/>
                    <a:pt x="1" y="2477"/>
                  </a:cubicBezTo>
                  <a:cubicBezTo>
                    <a:pt x="1" y="2632"/>
                    <a:pt x="156" y="2838"/>
                    <a:pt x="362" y="2838"/>
                  </a:cubicBezTo>
                  <a:cubicBezTo>
                    <a:pt x="568" y="2838"/>
                    <a:pt x="723" y="2632"/>
                    <a:pt x="723" y="2426"/>
                  </a:cubicBezTo>
                  <a:cubicBezTo>
                    <a:pt x="723" y="2271"/>
                    <a:pt x="723" y="2064"/>
                    <a:pt x="723" y="1910"/>
                  </a:cubicBezTo>
                  <a:cubicBezTo>
                    <a:pt x="723" y="1807"/>
                    <a:pt x="723" y="1703"/>
                    <a:pt x="775" y="1600"/>
                  </a:cubicBezTo>
                  <a:lnTo>
                    <a:pt x="775" y="1497"/>
                  </a:lnTo>
                  <a:cubicBezTo>
                    <a:pt x="775" y="1445"/>
                    <a:pt x="826" y="1394"/>
                    <a:pt x="826" y="1291"/>
                  </a:cubicBezTo>
                  <a:cubicBezTo>
                    <a:pt x="826" y="1187"/>
                    <a:pt x="826" y="1084"/>
                    <a:pt x="878" y="930"/>
                  </a:cubicBezTo>
                  <a:lnTo>
                    <a:pt x="930" y="878"/>
                  </a:lnTo>
                  <a:lnTo>
                    <a:pt x="930" y="826"/>
                  </a:lnTo>
                  <a:cubicBezTo>
                    <a:pt x="1136" y="775"/>
                    <a:pt x="1136" y="517"/>
                    <a:pt x="930" y="517"/>
                  </a:cubicBezTo>
                  <a:lnTo>
                    <a:pt x="878" y="517"/>
                  </a:lnTo>
                  <a:lnTo>
                    <a:pt x="878" y="362"/>
                  </a:lnTo>
                  <a:cubicBezTo>
                    <a:pt x="878" y="156"/>
                    <a:pt x="723" y="1"/>
                    <a:pt x="517"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 name="Google Shape;335;p15">
              <a:extLst>
                <a:ext uri="{FF2B5EF4-FFF2-40B4-BE49-F238E27FC236}">
                  <a16:creationId xmlns:a16="http://schemas.microsoft.com/office/drawing/2014/main" id="{0C57A22C-1315-82E2-2811-09EC978C2C7E}"/>
                </a:ext>
              </a:extLst>
            </p:cNvPr>
            <p:cNvSpPr/>
            <p:nvPr/>
          </p:nvSpPr>
          <p:spPr>
            <a:xfrm flipH="1">
              <a:off x="-873113" y="2120656"/>
              <a:ext cx="43359" cy="42164"/>
            </a:xfrm>
            <a:custGeom>
              <a:avLst/>
              <a:gdLst/>
              <a:ahLst/>
              <a:cxnLst/>
              <a:rect l="l" t="t" r="r" b="b"/>
              <a:pathLst>
                <a:path w="2323" h="2259" extrusionOk="0">
                  <a:moveTo>
                    <a:pt x="2096" y="0"/>
                  </a:moveTo>
                  <a:cubicBezTo>
                    <a:pt x="2038" y="0"/>
                    <a:pt x="1987" y="13"/>
                    <a:pt x="1961" y="39"/>
                  </a:cubicBezTo>
                  <a:cubicBezTo>
                    <a:pt x="1806" y="142"/>
                    <a:pt x="1703" y="245"/>
                    <a:pt x="1548" y="297"/>
                  </a:cubicBezTo>
                  <a:lnTo>
                    <a:pt x="1497" y="297"/>
                  </a:lnTo>
                  <a:lnTo>
                    <a:pt x="1394" y="400"/>
                  </a:lnTo>
                  <a:cubicBezTo>
                    <a:pt x="1136" y="503"/>
                    <a:pt x="929" y="658"/>
                    <a:pt x="774" y="813"/>
                  </a:cubicBezTo>
                  <a:lnTo>
                    <a:pt x="723" y="864"/>
                  </a:lnTo>
                  <a:cubicBezTo>
                    <a:pt x="671" y="864"/>
                    <a:pt x="620" y="916"/>
                    <a:pt x="568" y="968"/>
                  </a:cubicBezTo>
                  <a:cubicBezTo>
                    <a:pt x="517" y="1019"/>
                    <a:pt x="413" y="1071"/>
                    <a:pt x="310" y="1174"/>
                  </a:cubicBezTo>
                  <a:cubicBezTo>
                    <a:pt x="155" y="1277"/>
                    <a:pt x="1" y="1535"/>
                    <a:pt x="1" y="1741"/>
                  </a:cubicBezTo>
                  <a:cubicBezTo>
                    <a:pt x="1" y="1793"/>
                    <a:pt x="1" y="1845"/>
                    <a:pt x="52" y="1896"/>
                  </a:cubicBezTo>
                  <a:cubicBezTo>
                    <a:pt x="13" y="2093"/>
                    <a:pt x="153" y="2259"/>
                    <a:pt x="336" y="2259"/>
                  </a:cubicBezTo>
                  <a:cubicBezTo>
                    <a:pt x="393" y="2259"/>
                    <a:pt x="455" y="2243"/>
                    <a:pt x="517" y="2206"/>
                  </a:cubicBezTo>
                  <a:cubicBezTo>
                    <a:pt x="671" y="2103"/>
                    <a:pt x="826" y="1999"/>
                    <a:pt x="929" y="1845"/>
                  </a:cubicBezTo>
                  <a:cubicBezTo>
                    <a:pt x="1084" y="1741"/>
                    <a:pt x="1187" y="1638"/>
                    <a:pt x="1342" y="1535"/>
                  </a:cubicBezTo>
                  <a:cubicBezTo>
                    <a:pt x="1600" y="1277"/>
                    <a:pt x="1806" y="968"/>
                    <a:pt x="2013" y="761"/>
                  </a:cubicBezTo>
                  <a:cubicBezTo>
                    <a:pt x="2064" y="658"/>
                    <a:pt x="2064" y="606"/>
                    <a:pt x="2064" y="503"/>
                  </a:cubicBezTo>
                  <a:cubicBezTo>
                    <a:pt x="2116" y="452"/>
                    <a:pt x="2167" y="400"/>
                    <a:pt x="2219" y="349"/>
                  </a:cubicBezTo>
                  <a:cubicBezTo>
                    <a:pt x="2322" y="297"/>
                    <a:pt x="2322" y="142"/>
                    <a:pt x="2271" y="39"/>
                  </a:cubicBezTo>
                  <a:cubicBezTo>
                    <a:pt x="2219" y="13"/>
                    <a:pt x="2154" y="0"/>
                    <a:pt x="2096"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 name="Google Shape;336;p15">
              <a:extLst>
                <a:ext uri="{FF2B5EF4-FFF2-40B4-BE49-F238E27FC236}">
                  <a16:creationId xmlns:a16="http://schemas.microsoft.com/office/drawing/2014/main" id="{80456172-AF57-A4A9-7A9B-93FB7D593EDA}"/>
                </a:ext>
              </a:extLst>
            </p:cNvPr>
            <p:cNvSpPr/>
            <p:nvPr/>
          </p:nvSpPr>
          <p:spPr>
            <a:xfrm flipH="1">
              <a:off x="-1471065" y="1962732"/>
              <a:ext cx="24097" cy="71524"/>
            </a:xfrm>
            <a:custGeom>
              <a:avLst/>
              <a:gdLst/>
              <a:ahLst/>
              <a:cxnLst/>
              <a:rect l="l" t="t" r="r" b="b"/>
              <a:pathLst>
                <a:path w="1291" h="3832" extrusionOk="0">
                  <a:moveTo>
                    <a:pt x="516" y="1"/>
                  </a:moveTo>
                  <a:cubicBezTo>
                    <a:pt x="323" y="1"/>
                    <a:pt x="129" y="117"/>
                    <a:pt x="104" y="349"/>
                  </a:cubicBezTo>
                  <a:lnTo>
                    <a:pt x="104" y="452"/>
                  </a:lnTo>
                  <a:cubicBezTo>
                    <a:pt x="104" y="555"/>
                    <a:pt x="104" y="607"/>
                    <a:pt x="104" y="710"/>
                  </a:cubicBezTo>
                  <a:lnTo>
                    <a:pt x="104" y="1123"/>
                  </a:lnTo>
                  <a:lnTo>
                    <a:pt x="104" y="1897"/>
                  </a:lnTo>
                  <a:lnTo>
                    <a:pt x="104" y="2722"/>
                  </a:lnTo>
                  <a:cubicBezTo>
                    <a:pt x="104" y="2774"/>
                    <a:pt x="104" y="2877"/>
                    <a:pt x="52" y="2980"/>
                  </a:cubicBezTo>
                  <a:cubicBezTo>
                    <a:pt x="52" y="3135"/>
                    <a:pt x="0" y="3290"/>
                    <a:pt x="0" y="3444"/>
                  </a:cubicBezTo>
                  <a:cubicBezTo>
                    <a:pt x="0" y="3548"/>
                    <a:pt x="52" y="3702"/>
                    <a:pt x="207" y="3754"/>
                  </a:cubicBezTo>
                  <a:cubicBezTo>
                    <a:pt x="258" y="3806"/>
                    <a:pt x="323" y="3831"/>
                    <a:pt x="394" y="3831"/>
                  </a:cubicBezTo>
                  <a:cubicBezTo>
                    <a:pt x="465" y="3831"/>
                    <a:pt x="542" y="3806"/>
                    <a:pt x="619" y="3754"/>
                  </a:cubicBezTo>
                  <a:cubicBezTo>
                    <a:pt x="826" y="3548"/>
                    <a:pt x="981" y="3238"/>
                    <a:pt x="1032" y="2929"/>
                  </a:cubicBezTo>
                  <a:cubicBezTo>
                    <a:pt x="1084" y="2619"/>
                    <a:pt x="1135" y="2309"/>
                    <a:pt x="1135" y="2000"/>
                  </a:cubicBezTo>
                  <a:lnTo>
                    <a:pt x="1135" y="1897"/>
                  </a:lnTo>
                  <a:cubicBezTo>
                    <a:pt x="1135" y="1845"/>
                    <a:pt x="1135" y="1794"/>
                    <a:pt x="1135" y="1794"/>
                  </a:cubicBezTo>
                  <a:lnTo>
                    <a:pt x="1135" y="1587"/>
                  </a:lnTo>
                  <a:lnTo>
                    <a:pt x="1135" y="1329"/>
                  </a:lnTo>
                  <a:cubicBezTo>
                    <a:pt x="1135" y="1278"/>
                    <a:pt x="1135" y="1226"/>
                    <a:pt x="1135" y="1123"/>
                  </a:cubicBezTo>
                  <a:cubicBezTo>
                    <a:pt x="1290" y="968"/>
                    <a:pt x="1239" y="659"/>
                    <a:pt x="981" y="607"/>
                  </a:cubicBezTo>
                  <a:cubicBezTo>
                    <a:pt x="981" y="555"/>
                    <a:pt x="981" y="555"/>
                    <a:pt x="981" y="504"/>
                  </a:cubicBezTo>
                  <a:cubicBezTo>
                    <a:pt x="981" y="401"/>
                    <a:pt x="929" y="401"/>
                    <a:pt x="929" y="349"/>
                  </a:cubicBezTo>
                  <a:cubicBezTo>
                    <a:pt x="903" y="117"/>
                    <a:pt x="710" y="1"/>
                    <a:pt x="516"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 name="Google Shape;337;p15">
              <a:extLst>
                <a:ext uri="{FF2B5EF4-FFF2-40B4-BE49-F238E27FC236}">
                  <a16:creationId xmlns:a16="http://schemas.microsoft.com/office/drawing/2014/main" id="{61E7C753-CE5D-533D-C454-4697C27C7245}"/>
                </a:ext>
              </a:extLst>
            </p:cNvPr>
            <p:cNvSpPr/>
            <p:nvPr/>
          </p:nvSpPr>
          <p:spPr>
            <a:xfrm flipH="1">
              <a:off x="-1274635" y="1714842"/>
              <a:ext cx="65495" cy="40652"/>
            </a:xfrm>
            <a:custGeom>
              <a:avLst/>
              <a:gdLst/>
              <a:ahLst/>
              <a:cxnLst/>
              <a:rect l="l" t="t" r="r" b="b"/>
              <a:pathLst>
                <a:path w="3509" h="2178" extrusionOk="0">
                  <a:moveTo>
                    <a:pt x="2939" y="1"/>
                  </a:moveTo>
                  <a:cubicBezTo>
                    <a:pt x="2905" y="1"/>
                    <a:pt x="2871" y="4"/>
                    <a:pt x="2838" y="11"/>
                  </a:cubicBezTo>
                  <a:cubicBezTo>
                    <a:pt x="2683" y="63"/>
                    <a:pt x="2528" y="166"/>
                    <a:pt x="2322" y="217"/>
                  </a:cubicBezTo>
                  <a:cubicBezTo>
                    <a:pt x="2219" y="269"/>
                    <a:pt x="2115" y="269"/>
                    <a:pt x="2012" y="320"/>
                  </a:cubicBezTo>
                  <a:cubicBezTo>
                    <a:pt x="1961" y="372"/>
                    <a:pt x="1754" y="424"/>
                    <a:pt x="1599" y="527"/>
                  </a:cubicBezTo>
                  <a:lnTo>
                    <a:pt x="1496" y="527"/>
                  </a:lnTo>
                  <a:lnTo>
                    <a:pt x="1393" y="578"/>
                  </a:lnTo>
                  <a:cubicBezTo>
                    <a:pt x="1084" y="630"/>
                    <a:pt x="774" y="785"/>
                    <a:pt x="516" y="940"/>
                  </a:cubicBezTo>
                  <a:cubicBezTo>
                    <a:pt x="258" y="940"/>
                    <a:pt x="0" y="1146"/>
                    <a:pt x="0" y="1455"/>
                  </a:cubicBezTo>
                  <a:cubicBezTo>
                    <a:pt x="0" y="1507"/>
                    <a:pt x="0" y="1559"/>
                    <a:pt x="52" y="1610"/>
                  </a:cubicBezTo>
                  <a:cubicBezTo>
                    <a:pt x="52" y="1713"/>
                    <a:pt x="52" y="1816"/>
                    <a:pt x="103" y="1868"/>
                  </a:cubicBezTo>
                  <a:cubicBezTo>
                    <a:pt x="207" y="2023"/>
                    <a:pt x="361" y="2126"/>
                    <a:pt x="568" y="2178"/>
                  </a:cubicBezTo>
                  <a:cubicBezTo>
                    <a:pt x="980" y="2126"/>
                    <a:pt x="1393" y="2023"/>
                    <a:pt x="1754" y="1816"/>
                  </a:cubicBezTo>
                  <a:cubicBezTo>
                    <a:pt x="2064" y="1662"/>
                    <a:pt x="2373" y="1507"/>
                    <a:pt x="2683" y="1352"/>
                  </a:cubicBezTo>
                  <a:cubicBezTo>
                    <a:pt x="2786" y="1249"/>
                    <a:pt x="2838" y="1197"/>
                    <a:pt x="2889" y="1094"/>
                  </a:cubicBezTo>
                  <a:lnTo>
                    <a:pt x="3250" y="888"/>
                  </a:lnTo>
                  <a:cubicBezTo>
                    <a:pt x="3457" y="785"/>
                    <a:pt x="3508" y="527"/>
                    <a:pt x="3457" y="320"/>
                  </a:cubicBezTo>
                  <a:cubicBezTo>
                    <a:pt x="3367" y="141"/>
                    <a:pt x="3161" y="1"/>
                    <a:pt x="2939"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 name="Google Shape;338;p15">
              <a:extLst>
                <a:ext uri="{FF2B5EF4-FFF2-40B4-BE49-F238E27FC236}">
                  <a16:creationId xmlns:a16="http://schemas.microsoft.com/office/drawing/2014/main" id="{95758782-2D41-36AF-326C-C806C3DD0216}"/>
                </a:ext>
              </a:extLst>
            </p:cNvPr>
            <p:cNvSpPr/>
            <p:nvPr/>
          </p:nvSpPr>
          <p:spPr>
            <a:xfrm flipH="1">
              <a:off x="-1583709" y="1693433"/>
              <a:ext cx="50078" cy="56630"/>
            </a:xfrm>
            <a:custGeom>
              <a:avLst/>
              <a:gdLst/>
              <a:ahLst/>
              <a:cxnLst/>
              <a:rect l="l" t="t" r="r" b="b"/>
              <a:pathLst>
                <a:path w="2683" h="3034" extrusionOk="0">
                  <a:moveTo>
                    <a:pt x="2196" y="0"/>
                  </a:moveTo>
                  <a:cubicBezTo>
                    <a:pt x="2035" y="0"/>
                    <a:pt x="1875" y="92"/>
                    <a:pt x="1806" y="229"/>
                  </a:cubicBezTo>
                  <a:lnTo>
                    <a:pt x="1703" y="384"/>
                  </a:lnTo>
                  <a:lnTo>
                    <a:pt x="1600" y="539"/>
                  </a:lnTo>
                  <a:lnTo>
                    <a:pt x="1342" y="797"/>
                  </a:lnTo>
                  <a:lnTo>
                    <a:pt x="1290" y="952"/>
                  </a:lnTo>
                  <a:lnTo>
                    <a:pt x="1238" y="1003"/>
                  </a:lnTo>
                  <a:cubicBezTo>
                    <a:pt x="1135" y="1055"/>
                    <a:pt x="1032" y="1158"/>
                    <a:pt x="980" y="1261"/>
                  </a:cubicBezTo>
                  <a:cubicBezTo>
                    <a:pt x="619" y="1519"/>
                    <a:pt x="361" y="1829"/>
                    <a:pt x="155" y="2190"/>
                  </a:cubicBezTo>
                  <a:cubicBezTo>
                    <a:pt x="103" y="2241"/>
                    <a:pt x="103" y="2293"/>
                    <a:pt x="52" y="2344"/>
                  </a:cubicBezTo>
                  <a:cubicBezTo>
                    <a:pt x="0" y="2654"/>
                    <a:pt x="155" y="2963"/>
                    <a:pt x="465" y="3015"/>
                  </a:cubicBezTo>
                  <a:cubicBezTo>
                    <a:pt x="525" y="3027"/>
                    <a:pt x="584" y="3034"/>
                    <a:pt x="639" y="3034"/>
                  </a:cubicBezTo>
                  <a:cubicBezTo>
                    <a:pt x="817" y="3034"/>
                    <a:pt x="965" y="2966"/>
                    <a:pt x="1084" y="2809"/>
                  </a:cubicBezTo>
                  <a:cubicBezTo>
                    <a:pt x="1135" y="2706"/>
                    <a:pt x="1187" y="2654"/>
                    <a:pt x="1238" y="2602"/>
                  </a:cubicBezTo>
                  <a:lnTo>
                    <a:pt x="1342" y="2448"/>
                  </a:lnTo>
                  <a:cubicBezTo>
                    <a:pt x="1445" y="2344"/>
                    <a:pt x="1600" y="2190"/>
                    <a:pt x="1754" y="2035"/>
                  </a:cubicBezTo>
                  <a:cubicBezTo>
                    <a:pt x="1909" y="1829"/>
                    <a:pt x="2115" y="1622"/>
                    <a:pt x="2219" y="1364"/>
                  </a:cubicBezTo>
                  <a:cubicBezTo>
                    <a:pt x="2322" y="1158"/>
                    <a:pt x="2425" y="952"/>
                    <a:pt x="2528" y="745"/>
                  </a:cubicBezTo>
                  <a:cubicBezTo>
                    <a:pt x="2683" y="539"/>
                    <a:pt x="2631" y="229"/>
                    <a:pt x="2425" y="75"/>
                  </a:cubicBezTo>
                  <a:cubicBezTo>
                    <a:pt x="2356" y="23"/>
                    <a:pt x="2276" y="0"/>
                    <a:pt x="2196"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 name="Google Shape;339;p15">
              <a:extLst>
                <a:ext uri="{FF2B5EF4-FFF2-40B4-BE49-F238E27FC236}">
                  <a16:creationId xmlns:a16="http://schemas.microsoft.com/office/drawing/2014/main" id="{5EE00452-8A80-B68E-C4B5-AECDE043B632}"/>
                </a:ext>
              </a:extLst>
            </p:cNvPr>
            <p:cNvSpPr/>
            <p:nvPr/>
          </p:nvSpPr>
          <p:spPr>
            <a:xfrm flipH="1">
              <a:off x="-1568310" y="1696737"/>
              <a:ext cx="989" cy="989"/>
            </a:xfrm>
            <a:custGeom>
              <a:avLst/>
              <a:gdLst/>
              <a:ahLst/>
              <a:cxnLst/>
              <a:rect l="l" t="t" r="r" b="b"/>
              <a:pathLst>
                <a:path w="53" h="53" extrusionOk="0">
                  <a:moveTo>
                    <a:pt x="1" y="52"/>
                  </a:moveTo>
                  <a:lnTo>
                    <a:pt x="1" y="52"/>
                  </a:lnTo>
                  <a:cubicBezTo>
                    <a:pt x="1" y="52"/>
                    <a:pt x="52" y="1"/>
                    <a:pt x="1" y="52"/>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 name="Google Shape;340;p15">
              <a:extLst>
                <a:ext uri="{FF2B5EF4-FFF2-40B4-BE49-F238E27FC236}">
                  <a16:creationId xmlns:a16="http://schemas.microsoft.com/office/drawing/2014/main" id="{8E1A9D98-2879-5F9D-D6CC-26DB9F4C8321}"/>
                </a:ext>
              </a:extLst>
            </p:cNvPr>
            <p:cNvSpPr/>
            <p:nvPr/>
          </p:nvSpPr>
          <p:spPr>
            <a:xfrm flipH="1">
              <a:off x="-1554834" y="1744893"/>
              <a:ext cx="989" cy="971"/>
            </a:xfrm>
            <a:custGeom>
              <a:avLst/>
              <a:gdLst/>
              <a:ahLst/>
              <a:cxnLst/>
              <a:rect l="l" t="t" r="r" b="b"/>
              <a:pathLst>
                <a:path w="53" h="52" extrusionOk="0">
                  <a:moveTo>
                    <a:pt x="52" y="0"/>
                  </a:moveTo>
                  <a:lnTo>
                    <a:pt x="1" y="52"/>
                  </a:lnTo>
                  <a:lnTo>
                    <a:pt x="1" y="52"/>
                  </a:ln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 name="Google Shape;341;p15">
              <a:extLst>
                <a:ext uri="{FF2B5EF4-FFF2-40B4-BE49-F238E27FC236}">
                  <a16:creationId xmlns:a16="http://schemas.microsoft.com/office/drawing/2014/main" id="{51C8A713-5E42-6785-0F5D-BD19CC511976}"/>
                </a:ext>
              </a:extLst>
            </p:cNvPr>
            <p:cNvSpPr/>
            <p:nvPr/>
          </p:nvSpPr>
          <p:spPr>
            <a:xfrm flipH="1">
              <a:off x="-1554834" y="1745845"/>
              <a:ext cx="19" cy="19"/>
            </a:xfrm>
            <a:custGeom>
              <a:avLst/>
              <a:gdLst/>
              <a:ahLst/>
              <a:cxnLst/>
              <a:rect l="l" t="t" r="r" b="b"/>
              <a:pathLst>
                <a:path w="1" h="1" extrusionOk="0">
                  <a:moveTo>
                    <a:pt x="0" y="1"/>
                  </a:moveTo>
                  <a:lnTo>
                    <a:pt x="0" y="1"/>
                  </a:ln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 name="Google Shape;342;p15">
              <a:extLst>
                <a:ext uri="{FF2B5EF4-FFF2-40B4-BE49-F238E27FC236}">
                  <a16:creationId xmlns:a16="http://schemas.microsoft.com/office/drawing/2014/main" id="{583AC129-0250-0552-BEDE-40AB340B0A77}"/>
                </a:ext>
              </a:extLst>
            </p:cNvPr>
            <p:cNvSpPr/>
            <p:nvPr/>
          </p:nvSpPr>
          <p:spPr>
            <a:xfrm flipH="1">
              <a:off x="-1230343" y="1437947"/>
              <a:ext cx="28912" cy="46009"/>
            </a:xfrm>
            <a:custGeom>
              <a:avLst/>
              <a:gdLst/>
              <a:ahLst/>
              <a:cxnLst/>
              <a:rect l="l" t="t" r="r" b="b"/>
              <a:pathLst>
                <a:path w="1549" h="2465" extrusionOk="0">
                  <a:moveTo>
                    <a:pt x="547" y="0"/>
                  </a:moveTo>
                  <a:cubicBezTo>
                    <a:pt x="359" y="0"/>
                    <a:pt x="187" y="125"/>
                    <a:pt x="155" y="350"/>
                  </a:cubicBezTo>
                  <a:cubicBezTo>
                    <a:pt x="104" y="504"/>
                    <a:pt x="52" y="659"/>
                    <a:pt x="52" y="814"/>
                  </a:cubicBezTo>
                  <a:cubicBezTo>
                    <a:pt x="52" y="1020"/>
                    <a:pt x="52" y="1175"/>
                    <a:pt x="52" y="1381"/>
                  </a:cubicBezTo>
                  <a:cubicBezTo>
                    <a:pt x="1" y="1485"/>
                    <a:pt x="1" y="1639"/>
                    <a:pt x="52" y="1743"/>
                  </a:cubicBezTo>
                  <a:cubicBezTo>
                    <a:pt x="52" y="1846"/>
                    <a:pt x="104" y="1949"/>
                    <a:pt x="155" y="2052"/>
                  </a:cubicBezTo>
                  <a:cubicBezTo>
                    <a:pt x="207" y="2310"/>
                    <a:pt x="465" y="2465"/>
                    <a:pt x="723" y="2465"/>
                  </a:cubicBezTo>
                  <a:cubicBezTo>
                    <a:pt x="826" y="2465"/>
                    <a:pt x="929" y="2413"/>
                    <a:pt x="981" y="2310"/>
                  </a:cubicBezTo>
                  <a:cubicBezTo>
                    <a:pt x="1084" y="2310"/>
                    <a:pt x="1187" y="2258"/>
                    <a:pt x="1239" y="2155"/>
                  </a:cubicBezTo>
                  <a:cubicBezTo>
                    <a:pt x="1497" y="1846"/>
                    <a:pt x="1548" y="1433"/>
                    <a:pt x="1445" y="1020"/>
                  </a:cubicBezTo>
                  <a:cubicBezTo>
                    <a:pt x="1342" y="711"/>
                    <a:pt x="1135" y="401"/>
                    <a:pt x="878" y="143"/>
                  </a:cubicBezTo>
                  <a:cubicBezTo>
                    <a:pt x="780" y="46"/>
                    <a:pt x="661" y="0"/>
                    <a:pt x="547"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1" name="Google Shape;343;p15">
              <a:extLst>
                <a:ext uri="{FF2B5EF4-FFF2-40B4-BE49-F238E27FC236}">
                  <a16:creationId xmlns:a16="http://schemas.microsoft.com/office/drawing/2014/main" id="{BF4E0A7B-C313-5F86-1D08-8ECEDFF9D678}"/>
                </a:ext>
              </a:extLst>
            </p:cNvPr>
            <p:cNvSpPr/>
            <p:nvPr/>
          </p:nvSpPr>
          <p:spPr>
            <a:xfrm flipH="1">
              <a:off x="-1128264" y="2650201"/>
              <a:ext cx="56816" cy="43153"/>
            </a:xfrm>
            <a:custGeom>
              <a:avLst/>
              <a:gdLst/>
              <a:ahLst/>
              <a:cxnLst/>
              <a:rect l="l" t="t" r="r" b="b"/>
              <a:pathLst>
                <a:path w="3044" h="2312" extrusionOk="0">
                  <a:moveTo>
                    <a:pt x="2475" y="1"/>
                  </a:moveTo>
                  <a:cubicBezTo>
                    <a:pt x="2408" y="1"/>
                    <a:pt x="2339" y="14"/>
                    <a:pt x="2270" y="41"/>
                  </a:cubicBezTo>
                  <a:cubicBezTo>
                    <a:pt x="2012" y="248"/>
                    <a:pt x="1806" y="402"/>
                    <a:pt x="1548" y="557"/>
                  </a:cubicBezTo>
                  <a:cubicBezTo>
                    <a:pt x="1445" y="557"/>
                    <a:pt x="1341" y="609"/>
                    <a:pt x="1238" y="660"/>
                  </a:cubicBezTo>
                  <a:cubicBezTo>
                    <a:pt x="1135" y="712"/>
                    <a:pt x="1032" y="764"/>
                    <a:pt x="929" y="867"/>
                  </a:cubicBezTo>
                  <a:cubicBezTo>
                    <a:pt x="826" y="918"/>
                    <a:pt x="722" y="970"/>
                    <a:pt x="619" y="1022"/>
                  </a:cubicBezTo>
                  <a:cubicBezTo>
                    <a:pt x="464" y="1073"/>
                    <a:pt x="413" y="1228"/>
                    <a:pt x="361" y="1383"/>
                  </a:cubicBezTo>
                  <a:cubicBezTo>
                    <a:pt x="155" y="1434"/>
                    <a:pt x="0" y="1692"/>
                    <a:pt x="103" y="1950"/>
                  </a:cubicBezTo>
                  <a:cubicBezTo>
                    <a:pt x="155" y="2156"/>
                    <a:pt x="361" y="2311"/>
                    <a:pt x="568" y="2311"/>
                  </a:cubicBezTo>
                  <a:lnTo>
                    <a:pt x="722" y="2311"/>
                  </a:lnTo>
                  <a:cubicBezTo>
                    <a:pt x="1341" y="2156"/>
                    <a:pt x="1909" y="1795"/>
                    <a:pt x="2322" y="1331"/>
                  </a:cubicBezTo>
                  <a:cubicBezTo>
                    <a:pt x="2425" y="1279"/>
                    <a:pt x="2476" y="1176"/>
                    <a:pt x="2476" y="1073"/>
                  </a:cubicBezTo>
                  <a:lnTo>
                    <a:pt x="2734" y="918"/>
                  </a:lnTo>
                  <a:cubicBezTo>
                    <a:pt x="2941" y="764"/>
                    <a:pt x="3044" y="454"/>
                    <a:pt x="2941" y="248"/>
                  </a:cubicBezTo>
                  <a:cubicBezTo>
                    <a:pt x="2827" y="97"/>
                    <a:pt x="2659" y="1"/>
                    <a:pt x="2475"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grpSp>
      <p:pic>
        <p:nvPicPr>
          <p:cNvPr id="42" name="Picture 41">
            <a:extLst>
              <a:ext uri="{FF2B5EF4-FFF2-40B4-BE49-F238E27FC236}">
                <a16:creationId xmlns:a16="http://schemas.microsoft.com/office/drawing/2014/main" id="{ECD7AB80-38B6-54C5-D686-6943C50E462D}"/>
              </a:ext>
            </a:extLst>
          </p:cNvPr>
          <p:cNvPicPr>
            <a:picLocks noChangeAspect="1"/>
          </p:cNvPicPr>
          <p:nvPr/>
        </p:nvPicPr>
        <p:blipFill rotWithShape="1">
          <a:blip r:embed="rId3">
            <a:extLst>
              <a:ext uri="{28A0092B-C50C-407E-A947-70E740481C1C}">
                <a14:useLocalDpi xmlns:a14="http://schemas.microsoft.com/office/drawing/2010/main" val="0"/>
              </a:ext>
            </a:extLst>
          </a:blip>
          <a:srcRect t="11920" b="14456"/>
          <a:stretch/>
        </p:blipFill>
        <p:spPr>
          <a:xfrm>
            <a:off x="9273619" y="97455"/>
            <a:ext cx="2918268" cy="1181700"/>
          </a:xfrm>
          <a:prstGeom prst="rect">
            <a:avLst/>
          </a:prstGeom>
        </p:spPr>
      </p:pic>
      <p:sp>
        <p:nvSpPr>
          <p:cNvPr id="3" name="Flowchart: Alternate Process 2">
            <a:extLst>
              <a:ext uri="{FF2B5EF4-FFF2-40B4-BE49-F238E27FC236}">
                <a16:creationId xmlns:a16="http://schemas.microsoft.com/office/drawing/2014/main" id="{27CC41A5-04FF-131C-26CF-4E9E9E8D1718}"/>
              </a:ext>
            </a:extLst>
          </p:cNvPr>
          <p:cNvSpPr/>
          <p:nvPr/>
        </p:nvSpPr>
        <p:spPr>
          <a:xfrm>
            <a:off x="1551260" y="1069148"/>
            <a:ext cx="10547564" cy="4737292"/>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Tx/>
              <a:buFontTx/>
              <a:buNone/>
              <a:defRPr/>
            </a:pPr>
            <a:r>
              <a:rPr lang="ja-JP" altLang="en-US" sz="8800" b="1" dirty="0">
                <a:ln w="22225">
                  <a:solidFill>
                    <a:srgbClr val="313752">
                      <a:lumMod val="50000"/>
                    </a:srgbClr>
                  </a:solidFill>
                  <a:prstDash val="solid"/>
                </a:ln>
                <a:solidFill>
                  <a:srgbClr val="F89097">
                    <a:lumMod val="75000"/>
                  </a:srgbClr>
                </a:solidFill>
                <a:latin typeface="HGGyoshotai" panose="03000609000000000000" pitchFamily="65" charset="-128"/>
                <a:ea typeface="HGGyoshotai" panose="03000609000000000000" pitchFamily="65" charset="-128"/>
                <a:cs typeface="+mn-cs"/>
              </a:rPr>
              <a:t>第</a:t>
            </a:r>
            <a:r>
              <a:rPr lang="en-US" altLang="ja-JP" sz="8800" b="1" dirty="0">
                <a:ln w="22225">
                  <a:solidFill>
                    <a:srgbClr val="313752">
                      <a:lumMod val="50000"/>
                    </a:srgbClr>
                  </a:solidFill>
                  <a:prstDash val="solid"/>
                </a:ln>
                <a:solidFill>
                  <a:srgbClr val="F89097">
                    <a:lumMod val="75000"/>
                  </a:srgbClr>
                </a:solidFill>
                <a:latin typeface="HGGyoshotai" panose="03000609000000000000" pitchFamily="65" charset="-128"/>
                <a:ea typeface="HGGyoshotai" panose="03000609000000000000" pitchFamily="65" charset="-128"/>
                <a:cs typeface="+mn-cs"/>
              </a:rPr>
              <a:t>9</a:t>
            </a:r>
            <a:r>
              <a:rPr lang="ja-JP" altLang="en-US" sz="8800" b="1" dirty="0">
                <a:ln w="22225">
                  <a:solidFill>
                    <a:srgbClr val="313752">
                      <a:lumMod val="50000"/>
                    </a:srgbClr>
                  </a:solidFill>
                  <a:prstDash val="solid"/>
                </a:ln>
                <a:solidFill>
                  <a:srgbClr val="F89097">
                    <a:lumMod val="75000"/>
                  </a:srgbClr>
                </a:solidFill>
                <a:latin typeface="HGGyoshotai" panose="03000609000000000000" pitchFamily="65" charset="-128"/>
                <a:ea typeface="HGGyoshotai" panose="03000609000000000000" pitchFamily="65" charset="-128"/>
                <a:cs typeface="+mn-cs"/>
              </a:rPr>
              <a:t>課</a:t>
            </a:r>
            <a:endParaRPr lang="en-US" altLang="ja-JP" sz="8800" b="1" dirty="0">
              <a:ln w="22225">
                <a:solidFill>
                  <a:srgbClr val="313752">
                    <a:lumMod val="50000"/>
                  </a:srgbClr>
                </a:solidFill>
                <a:prstDash val="solid"/>
              </a:ln>
              <a:solidFill>
                <a:srgbClr val="F89097">
                  <a:lumMod val="75000"/>
                </a:srgbClr>
              </a:solidFill>
              <a:latin typeface="HGGyoshotai" panose="03000609000000000000" pitchFamily="65" charset="-128"/>
              <a:ea typeface="HGGyoshotai" panose="03000609000000000000" pitchFamily="65" charset="-128"/>
              <a:cs typeface="+mn-cs"/>
            </a:endParaRPr>
          </a:p>
          <a:p>
            <a:pPr algn="ctr">
              <a:buClrTx/>
              <a:buFontTx/>
              <a:buNone/>
              <a:defRPr/>
            </a:pPr>
            <a:r>
              <a:rPr lang="ja-JP" altLang="en-US" sz="9600" b="1" dirty="0">
                <a:ln w="22225">
                  <a:solidFill>
                    <a:srgbClr val="0070C0"/>
                  </a:solidFill>
                  <a:prstDash val="solid"/>
                </a:ln>
                <a:solidFill>
                  <a:srgbClr val="00B050"/>
                </a:solidFill>
                <a:latin typeface="HGSeikaishotaiPRO" panose="03000600000000000000" pitchFamily="66" charset="-128"/>
                <a:ea typeface="HGSeikaishotaiPRO" panose="03000600000000000000" pitchFamily="66" charset="-128"/>
                <a:cs typeface="+mn-cs"/>
              </a:rPr>
              <a:t>言葉を楽しむ</a:t>
            </a:r>
            <a:endParaRPr lang="en-US" altLang="ja-JP" sz="9600" b="1" dirty="0">
              <a:ln w="22225">
                <a:solidFill>
                  <a:srgbClr val="0070C0"/>
                </a:solidFill>
                <a:prstDash val="solid"/>
              </a:ln>
              <a:solidFill>
                <a:srgbClr val="00B050"/>
              </a:solidFill>
              <a:latin typeface="HGSeikaishotaiPRO" panose="03000600000000000000" pitchFamily="66" charset="-128"/>
              <a:ea typeface="HGSeikaishotaiPRO" panose="03000600000000000000" pitchFamily="66" charset="-128"/>
              <a:cs typeface="+mn-cs"/>
            </a:endParaRPr>
          </a:p>
        </p:txBody>
      </p:sp>
    </p:spTree>
    <p:extLst>
      <p:ext uri="{BB962C8B-B14F-4D97-AF65-F5344CB8AC3E}">
        <p14:creationId xmlns:p14="http://schemas.microsoft.com/office/powerpoint/2010/main" val="1158893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3" name="Picture 2"/>
          <p:cNvPicPr>
            <a:picLocks noChangeAspect="1"/>
          </p:cNvPicPr>
          <p:nvPr/>
        </p:nvPicPr>
        <p:blipFill>
          <a:blip r:embed="rId4"/>
          <a:stretch>
            <a:fillRect/>
          </a:stretch>
        </p:blipFill>
        <p:spPr>
          <a:xfrm>
            <a:off x="1811129" y="573932"/>
            <a:ext cx="8832529" cy="5885234"/>
          </a:xfrm>
          <a:prstGeom prst="rect">
            <a:avLst/>
          </a:prstGeom>
        </p:spPr>
      </p:pic>
    </p:spTree>
    <p:extLst>
      <p:ext uri="{BB962C8B-B14F-4D97-AF65-F5344CB8AC3E}">
        <p14:creationId xmlns:p14="http://schemas.microsoft.com/office/powerpoint/2010/main" val="3222019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4" name="Picture 3"/>
          <p:cNvPicPr>
            <a:picLocks noChangeAspect="1"/>
          </p:cNvPicPr>
          <p:nvPr/>
        </p:nvPicPr>
        <p:blipFill>
          <a:blip r:embed="rId4"/>
          <a:stretch>
            <a:fillRect/>
          </a:stretch>
        </p:blipFill>
        <p:spPr>
          <a:xfrm>
            <a:off x="3142034" y="107554"/>
            <a:ext cx="5496128" cy="6179857"/>
          </a:xfrm>
          <a:prstGeom prst="rect">
            <a:avLst/>
          </a:prstGeom>
        </p:spPr>
      </p:pic>
    </p:spTree>
    <p:extLst>
      <p:ext uri="{BB962C8B-B14F-4D97-AF65-F5344CB8AC3E}">
        <p14:creationId xmlns:p14="http://schemas.microsoft.com/office/powerpoint/2010/main" val="3253297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4" name="Picture 3"/>
          <p:cNvPicPr>
            <a:picLocks noChangeAspect="1"/>
          </p:cNvPicPr>
          <p:nvPr/>
        </p:nvPicPr>
        <p:blipFill>
          <a:blip r:embed="rId4"/>
          <a:stretch>
            <a:fillRect/>
          </a:stretch>
        </p:blipFill>
        <p:spPr>
          <a:xfrm>
            <a:off x="1534079" y="496111"/>
            <a:ext cx="9486076" cy="5671225"/>
          </a:xfrm>
          <a:prstGeom prst="rect">
            <a:avLst/>
          </a:prstGeom>
        </p:spPr>
      </p:pic>
    </p:spTree>
    <p:extLst>
      <p:ext uri="{BB962C8B-B14F-4D97-AF65-F5344CB8AC3E}">
        <p14:creationId xmlns:p14="http://schemas.microsoft.com/office/powerpoint/2010/main" val="3007142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AAB3-7CDB-4728-9C86-A3789205E21F}"/>
              </a:ext>
            </a:extLst>
          </p:cNvPr>
          <p:cNvSpPr>
            <a:spLocks noGrp="1"/>
          </p:cNvSpPr>
          <p:nvPr>
            <p:ph type="title"/>
          </p:nvPr>
        </p:nvSpPr>
        <p:spPr/>
        <p:txBody>
          <a:bodyPr/>
          <a:lstStyle/>
          <a:p>
            <a:pPr algn="ctr"/>
            <a:r>
              <a:rPr lang="ja-JP" altLang="en-US" b="1" dirty="0">
                <a:solidFill>
                  <a:srgbClr val="FF0000"/>
                </a:solidFill>
              </a:rPr>
              <a:t>なぞなぞ</a:t>
            </a:r>
            <a:endParaRPr lang="en-US" b="1" dirty="0">
              <a:solidFill>
                <a:srgbClr val="FF0000"/>
              </a:solidFill>
            </a:endParaRPr>
          </a:p>
        </p:txBody>
      </p:sp>
      <p:sp>
        <p:nvSpPr>
          <p:cNvPr id="3" name="Text Placeholder 2">
            <a:extLst>
              <a:ext uri="{FF2B5EF4-FFF2-40B4-BE49-F238E27FC236}">
                <a16:creationId xmlns:a16="http://schemas.microsoft.com/office/drawing/2014/main" id="{E3E6882A-FFC0-400D-918F-1D838B353143}"/>
              </a:ext>
            </a:extLst>
          </p:cNvPr>
          <p:cNvSpPr>
            <a:spLocks noGrp="1"/>
          </p:cNvSpPr>
          <p:nvPr>
            <p:ph type="body" idx="1"/>
          </p:nvPr>
        </p:nvSpPr>
        <p:spPr>
          <a:xfrm>
            <a:off x="1533330" y="2526849"/>
            <a:ext cx="10266799" cy="1169600"/>
          </a:xfrm>
        </p:spPr>
        <p:txBody>
          <a:bodyPr/>
          <a:lstStyle/>
          <a:p>
            <a:pPr marL="203192" indent="0">
              <a:buNone/>
            </a:pPr>
            <a:r>
              <a:rPr lang="ja-JP" altLang="en-US" sz="4000" b="1" dirty="0">
                <a:solidFill>
                  <a:srgbClr val="0070C0"/>
                </a:solidFill>
              </a:rPr>
              <a:t>例：冷蔵庫の中にいる動物ってなーんだ？</a:t>
            </a:r>
            <a:endParaRPr lang="en-US" sz="4000" b="1" dirty="0">
              <a:solidFill>
                <a:srgbClr val="0070C0"/>
              </a:solidFill>
            </a:endParaRPr>
          </a:p>
        </p:txBody>
      </p:sp>
      <p:pic>
        <p:nvPicPr>
          <p:cNvPr id="4" name="20 Second Countdown - Đếm Ngược 20 Giây - The Question is Coming! - YouTube">
            <a:hlinkClick r:id="" action="ppaction://media"/>
            <a:extLst>
              <a:ext uri="{FF2B5EF4-FFF2-40B4-BE49-F238E27FC236}">
                <a16:creationId xmlns:a16="http://schemas.microsoft.com/office/drawing/2014/main" id="{E8DF3A24-25D8-4DC5-BC06-FF443689D8E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39485" y="0"/>
            <a:ext cx="2587690" cy="1455576"/>
          </a:xfrm>
          <a:prstGeom prst="rect">
            <a:avLst/>
          </a:prstGeom>
        </p:spPr>
      </p:pic>
      <p:sp>
        <p:nvSpPr>
          <p:cNvPr id="5" name="Text Placeholder 2">
            <a:extLst>
              <a:ext uri="{FF2B5EF4-FFF2-40B4-BE49-F238E27FC236}">
                <a16:creationId xmlns:a16="http://schemas.microsoft.com/office/drawing/2014/main" id="{277DE821-0722-4423-BCFF-36260B76B71F}"/>
              </a:ext>
            </a:extLst>
          </p:cNvPr>
          <p:cNvSpPr txBox="1">
            <a:spLocks/>
          </p:cNvSpPr>
          <p:nvPr/>
        </p:nvSpPr>
        <p:spPr>
          <a:xfrm>
            <a:off x="1533330"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914363" rtl="0" eaLnBrk="1" fontAlgn="auto" latinLnBrk="0" hangingPunct="1">
              <a:lnSpc>
                <a:spcPct val="100000"/>
              </a:lnSpc>
              <a:spcBef>
                <a:spcPts val="0"/>
              </a:spcBef>
              <a:spcAft>
                <a:spcPts val="0"/>
              </a:spcAft>
              <a:buClr>
                <a:srgbClr val="A64B31"/>
              </a:buClr>
              <a:buSzPts val="1200"/>
              <a:buFont typeface="DM Sans"/>
              <a:buNone/>
              <a:tabLst/>
              <a:defRPr/>
            </a:pPr>
            <a:r>
              <a:rPr kumimoji="0" lang="ja-JP" altLang="en-US" sz="4400" b="1" i="0" u="none" strike="noStrike" kern="0" cap="none" spc="0" normalizeH="0" baseline="0" noProof="0" dirty="0">
                <a:ln>
                  <a:noFill/>
                </a:ln>
                <a:solidFill>
                  <a:srgbClr val="783013">
                    <a:lumMod val="60000"/>
                    <a:lumOff val="40000"/>
                  </a:srgbClr>
                </a:solidFill>
                <a:effectLst/>
                <a:uLnTx/>
                <a:uFillTx/>
                <a:latin typeface="DM Sans"/>
                <a:cs typeface="DM Sans"/>
                <a:sym typeface="DM Sans"/>
              </a:rPr>
              <a:t>答え：</a:t>
            </a:r>
            <a:endParaRPr kumimoji="0" lang="en-US" sz="4400" b="1" i="0" u="none" strike="noStrike" kern="0" cap="none" spc="0" normalizeH="0" baseline="0" noProof="0" dirty="0">
              <a:ln>
                <a:noFill/>
              </a:ln>
              <a:solidFill>
                <a:srgbClr val="783013">
                  <a:lumMod val="60000"/>
                  <a:lumOff val="40000"/>
                </a:srgbClr>
              </a:solidFill>
              <a:effectLst/>
              <a:uLnTx/>
              <a:uFillTx/>
              <a:latin typeface="DM Sans"/>
              <a:cs typeface="DM Sans"/>
              <a:sym typeface="DM Sans"/>
            </a:endParaRPr>
          </a:p>
        </p:txBody>
      </p:sp>
      <p:sp>
        <p:nvSpPr>
          <p:cNvPr id="6" name="Text Placeholder 2">
            <a:extLst>
              <a:ext uri="{FF2B5EF4-FFF2-40B4-BE49-F238E27FC236}">
                <a16:creationId xmlns:a16="http://schemas.microsoft.com/office/drawing/2014/main" id="{7B167745-1FE3-481E-AF4D-DE52F35A01F6}"/>
              </a:ext>
            </a:extLst>
          </p:cNvPr>
          <p:cNvSpPr txBox="1">
            <a:spLocks/>
          </p:cNvSpPr>
          <p:nvPr/>
        </p:nvSpPr>
        <p:spPr>
          <a:xfrm>
            <a:off x="3453853"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914363" rtl="0" eaLnBrk="1" fontAlgn="auto" latinLnBrk="0" hangingPunct="1">
              <a:lnSpc>
                <a:spcPct val="100000"/>
              </a:lnSpc>
              <a:spcBef>
                <a:spcPts val="0"/>
              </a:spcBef>
              <a:spcAft>
                <a:spcPts val="0"/>
              </a:spcAft>
              <a:buClr>
                <a:srgbClr val="A64B31"/>
              </a:buClr>
              <a:buSzPts val="1200"/>
              <a:buFont typeface="DM Sans"/>
              <a:buNone/>
              <a:tabLst/>
              <a:defRPr/>
            </a:pPr>
            <a:r>
              <a:rPr kumimoji="0" lang="ja-JP" altLang="en-US" sz="4000" b="1" i="0" u="none" strike="noStrike" kern="0" cap="none" spc="0" normalizeH="0" baseline="0" noProof="0" dirty="0">
                <a:ln>
                  <a:noFill/>
                </a:ln>
                <a:solidFill>
                  <a:srgbClr val="783013">
                    <a:lumMod val="60000"/>
                    <a:lumOff val="40000"/>
                  </a:srgbClr>
                </a:solidFill>
                <a:effectLst/>
                <a:uLnTx/>
                <a:uFillTx/>
                <a:latin typeface="DM Sans"/>
                <a:cs typeface="DM Sans"/>
                <a:sym typeface="DM Sans"/>
              </a:rPr>
              <a:t>ゾウ</a:t>
            </a:r>
            <a:endParaRPr kumimoji="0" lang="en-US" sz="4000" b="1" i="0" u="none" strike="noStrike" kern="0" cap="none" spc="0" normalizeH="0" baseline="0" noProof="0" dirty="0">
              <a:ln>
                <a:noFill/>
              </a:ln>
              <a:solidFill>
                <a:srgbClr val="783013">
                  <a:lumMod val="60000"/>
                  <a:lumOff val="40000"/>
                </a:srgbClr>
              </a:solidFill>
              <a:effectLst/>
              <a:uLnTx/>
              <a:uFillTx/>
              <a:latin typeface="DM Sans"/>
              <a:cs typeface="DM Sans"/>
              <a:sym typeface="DM Sans"/>
            </a:endParaRPr>
          </a:p>
        </p:txBody>
      </p:sp>
    </p:spTree>
    <p:extLst>
      <p:ext uri="{BB962C8B-B14F-4D97-AF65-F5344CB8AC3E}">
        <p14:creationId xmlns:p14="http://schemas.microsoft.com/office/powerpoint/2010/main" val="1261486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20991" fill="hold"/>
                                        <p:tgtEl>
                                          <p:spTgt spid="4"/>
                                        </p:tgtEl>
                                      </p:cBhvr>
                                    </p:cmd>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1000"/>
                                        <p:tgtEl>
                                          <p:spTgt spid="5">
                                            <p:txEl>
                                              <p:pRg st="0" end="0"/>
                                            </p:txEl>
                                          </p:spTgt>
                                        </p:tgtEl>
                                      </p:cBhvr>
                                    </p:animEffect>
                                    <p:anim calcmode="lin" valueType="num">
                                      <p:cBhvr>
                                        <p:cTn id="1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1000"/>
                                        <p:tgtEl>
                                          <p:spTgt spid="6">
                                            <p:txEl>
                                              <p:pRg st="0" end="0"/>
                                            </p:txEl>
                                          </p:spTgt>
                                        </p:tgtEl>
                                      </p:cBhvr>
                                    </p:animEffect>
                                    <p:anim calcmode="lin" valueType="num">
                                      <p:cBhvr>
                                        <p:cTn id="2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28" fill="hold" display="0">
                  <p:stCondLst>
                    <p:cond delay="indefinite"/>
                  </p:stCondLst>
                </p:cTn>
                <p:tgtEl>
                  <p:spTgt spid="4"/>
                </p:tgtEl>
              </p:cMediaNode>
            </p:video>
            <p:seq concurrent="1" nextAc="seek">
              <p:cTn id="29" restart="whenNotActive" fill="hold" evtFilter="cancelBubble" nodeType="interactiveSeq">
                <p:stCondLst>
                  <p:cond evt="onClick" delay="0">
                    <p:tgtEl>
                      <p:spTgt spid="4"/>
                    </p:tgtEl>
                  </p:cond>
                </p:stCondLst>
                <p:endSync evt="end" delay="0">
                  <p:rtn val="all"/>
                </p:endSync>
                <p:childTnLst>
                  <p:par>
                    <p:cTn id="30" fill="hold">
                      <p:stCondLst>
                        <p:cond delay="0"/>
                      </p:stCondLst>
                      <p:childTnLst>
                        <p:par>
                          <p:cTn id="31" fill="hold">
                            <p:stCondLst>
                              <p:cond delay="0"/>
                            </p:stCondLst>
                            <p:childTnLst>
                              <p:par>
                                <p:cTn id="32" presetID="2" presetClass="mediacall" presetSubtype="0" fill="hold" nodeType="clickEffect">
                                  <p:stCondLst>
                                    <p:cond delay="0"/>
                                  </p:stCondLst>
                                  <p:childTnLst>
                                    <p:cmd type="call" cmd="togglePause">
                                      <p:cBhvr>
                                        <p:cTn id="33" dur="1" fill="hold"/>
                                        <p:tgtEl>
                                          <p:spTgt spid="4"/>
                                        </p:tgtEl>
                                      </p:cBhvr>
                                    </p:cmd>
                                  </p:childTnLst>
                                </p:cTn>
                              </p:par>
                            </p:childTnLst>
                          </p:cTn>
                        </p:par>
                      </p:childTnLst>
                    </p:cTn>
                  </p:par>
                </p:childTnLst>
              </p:cTn>
              <p:nextCondLst>
                <p:cond evt="onClick" delay="0">
                  <p:tgtEl>
                    <p:spTgt spid="4"/>
                  </p:tgtEl>
                </p:cond>
              </p:nextCondLst>
            </p:seq>
          </p:childTnLst>
        </p:cTn>
      </p:par>
    </p:tnLst>
    <p:bldLst>
      <p:bldP spid="3" grpId="0" build="p"/>
      <p:bldP spid="5" grpId="0" build="p"/>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AAB3-7CDB-4728-9C86-A3789205E21F}"/>
              </a:ext>
            </a:extLst>
          </p:cNvPr>
          <p:cNvSpPr>
            <a:spLocks noGrp="1"/>
          </p:cNvSpPr>
          <p:nvPr>
            <p:ph type="title"/>
          </p:nvPr>
        </p:nvSpPr>
        <p:spPr/>
        <p:txBody>
          <a:bodyPr/>
          <a:lstStyle/>
          <a:p>
            <a:pPr algn="ctr"/>
            <a:r>
              <a:rPr lang="ja-JP" altLang="en-US" b="1" dirty="0">
                <a:solidFill>
                  <a:srgbClr val="FF0000"/>
                </a:solidFill>
              </a:rPr>
              <a:t>なぞなぞ</a:t>
            </a:r>
            <a:endParaRPr lang="en-US" b="1" dirty="0">
              <a:solidFill>
                <a:srgbClr val="FF0000"/>
              </a:solidFill>
            </a:endParaRPr>
          </a:p>
        </p:txBody>
      </p:sp>
      <p:sp>
        <p:nvSpPr>
          <p:cNvPr id="3" name="Text Placeholder 2">
            <a:extLst>
              <a:ext uri="{FF2B5EF4-FFF2-40B4-BE49-F238E27FC236}">
                <a16:creationId xmlns:a16="http://schemas.microsoft.com/office/drawing/2014/main" id="{E3E6882A-FFC0-400D-918F-1D838B353143}"/>
              </a:ext>
            </a:extLst>
          </p:cNvPr>
          <p:cNvSpPr>
            <a:spLocks noGrp="1"/>
          </p:cNvSpPr>
          <p:nvPr>
            <p:ph type="body" idx="1"/>
          </p:nvPr>
        </p:nvSpPr>
        <p:spPr>
          <a:xfrm>
            <a:off x="1533330" y="2526849"/>
            <a:ext cx="10266800" cy="1169600"/>
          </a:xfrm>
        </p:spPr>
        <p:txBody>
          <a:bodyPr/>
          <a:lstStyle/>
          <a:p>
            <a:pPr marL="203192" indent="0">
              <a:buNone/>
            </a:pPr>
            <a:r>
              <a:rPr lang="ja-JP" altLang="en-US" sz="4000" b="1" dirty="0">
                <a:solidFill>
                  <a:srgbClr val="0070C0"/>
                </a:solidFill>
              </a:rPr>
              <a:t>２．お父さんが嫌いな果物ってなに？</a:t>
            </a:r>
            <a:endParaRPr lang="en-US" sz="4000" b="1" dirty="0">
              <a:solidFill>
                <a:srgbClr val="0070C0"/>
              </a:solidFill>
            </a:endParaRPr>
          </a:p>
        </p:txBody>
      </p:sp>
      <p:pic>
        <p:nvPicPr>
          <p:cNvPr id="4" name="20 Second Countdown - Đếm Ngược 20 Giây - The Question is Coming! - YouTube">
            <a:hlinkClick r:id="" action="ppaction://media"/>
            <a:extLst>
              <a:ext uri="{FF2B5EF4-FFF2-40B4-BE49-F238E27FC236}">
                <a16:creationId xmlns:a16="http://schemas.microsoft.com/office/drawing/2014/main" id="{E8DF3A24-25D8-4DC5-BC06-FF443689D8E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39485" y="0"/>
            <a:ext cx="2587690" cy="1455576"/>
          </a:xfrm>
          <a:prstGeom prst="rect">
            <a:avLst/>
          </a:prstGeom>
        </p:spPr>
      </p:pic>
      <p:sp>
        <p:nvSpPr>
          <p:cNvPr id="5" name="Text Placeholder 2">
            <a:extLst>
              <a:ext uri="{FF2B5EF4-FFF2-40B4-BE49-F238E27FC236}">
                <a16:creationId xmlns:a16="http://schemas.microsoft.com/office/drawing/2014/main" id="{277DE821-0722-4423-BCFF-36260B76B71F}"/>
              </a:ext>
            </a:extLst>
          </p:cNvPr>
          <p:cNvSpPr txBox="1">
            <a:spLocks/>
          </p:cNvSpPr>
          <p:nvPr/>
        </p:nvSpPr>
        <p:spPr>
          <a:xfrm>
            <a:off x="1533330"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914363" rtl="0" eaLnBrk="1" fontAlgn="auto" latinLnBrk="0" hangingPunct="1">
              <a:lnSpc>
                <a:spcPct val="100000"/>
              </a:lnSpc>
              <a:spcBef>
                <a:spcPts val="0"/>
              </a:spcBef>
              <a:spcAft>
                <a:spcPts val="0"/>
              </a:spcAft>
              <a:buClr>
                <a:srgbClr val="A64B31"/>
              </a:buClr>
              <a:buSzPts val="1200"/>
              <a:buFont typeface="DM Sans"/>
              <a:buNone/>
              <a:tabLst/>
              <a:defRPr/>
            </a:pPr>
            <a:r>
              <a:rPr kumimoji="0" lang="ja-JP" altLang="en-US" sz="4400" b="1" i="0" u="none" strike="noStrike" kern="0" cap="none" spc="0" normalizeH="0" baseline="0" noProof="0" dirty="0">
                <a:ln>
                  <a:noFill/>
                </a:ln>
                <a:solidFill>
                  <a:srgbClr val="783013">
                    <a:lumMod val="60000"/>
                    <a:lumOff val="40000"/>
                  </a:srgbClr>
                </a:solidFill>
                <a:effectLst/>
                <a:uLnTx/>
                <a:uFillTx/>
                <a:latin typeface="DM Sans"/>
                <a:cs typeface="DM Sans"/>
                <a:sym typeface="DM Sans"/>
              </a:rPr>
              <a:t>答え：</a:t>
            </a:r>
            <a:endParaRPr kumimoji="0" lang="en-US" sz="4400" b="1" i="0" u="none" strike="noStrike" kern="0" cap="none" spc="0" normalizeH="0" baseline="0" noProof="0" dirty="0">
              <a:ln>
                <a:noFill/>
              </a:ln>
              <a:solidFill>
                <a:srgbClr val="783013">
                  <a:lumMod val="60000"/>
                  <a:lumOff val="40000"/>
                </a:srgbClr>
              </a:solidFill>
              <a:effectLst/>
              <a:uLnTx/>
              <a:uFillTx/>
              <a:latin typeface="DM Sans"/>
              <a:cs typeface="DM Sans"/>
              <a:sym typeface="DM Sans"/>
            </a:endParaRPr>
          </a:p>
        </p:txBody>
      </p:sp>
      <p:sp>
        <p:nvSpPr>
          <p:cNvPr id="6" name="Text Placeholder 2">
            <a:extLst>
              <a:ext uri="{FF2B5EF4-FFF2-40B4-BE49-F238E27FC236}">
                <a16:creationId xmlns:a16="http://schemas.microsoft.com/office/drawing/2014/main" id="{7B167745-1FE3-481E-AF4D-DE52F35A01F6}"/>
              </a:ext>
            </a:extLst>
          </p:cNvPr>
          <p:cNvSpPr txBox="1">
            <a:spLocks/>
          </p:cNvSpPr>
          <p:nvPr/>
        </p:nvSpPr>
        <p:spPr>
          <a:xfrm>
            <a:off x="3453853"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914363" rtl="0" eaLnBrk="1" fontAlgn="auto" latinLnBrk="0" hangingPunct="1">
              <a:lnSpc>
                <a:spcPct val="100000"/>
              </a:lnSpc>
              <a:spcBef>
                <a:spcPts val="0"/>
              </a:spcBef>
              <a:spcAft>
                <a:spcPts val="0"/>
              </a:spcAft>
              <a:buClr>
                <a:srgbClr val="A64B31"/>
              </a:buClr>
              <a:buSzPts val="1200"/>
              <a:buFont typeface="DM Sans"/>
              <a:buNone/>
              <a:tabLst/>
              <a:defRPr/>
            </a:pPr>
            <a:r>
              <a:rPr kumimoji="0" lang="ja-JP" altLang="en-US" sz="4000" b="1" i="0" u="none" strike="noStrike" kern="0" cap="none" spc="0" normalizeH="0" baseline="0" noProof="0" dirty="0">
                <a:ln>
                  <a:noFill/>
                </a:ln>
                <a:solidFill>
                  <a:srgbClr val="783013">
                    <a:lumMod val="60000"/>
                    <a:lumOff val="40000"/>
                  </a:srgbClr>
                </a:solidFill>
                <a:effectLst/>
                <a:uLnTx/>
                <a:uFillTx/>
                <a:latin typeface="DM Sans"/>
                <a:cs typeface="DM Sans"/>
                <a:sym typeface="DM Sans"/>
              </a:rPr>
              <a:t>パパイヤ</a:t>
            </a:r>
            <a:endParaRPr kumimoji="0" lang="en-US" sz="4000" b="1" i="0" u="none" strike="noStrike" kern="0" cap="none" spc="0" normalizeH="0" baseline="0" noProof="0" dirty="0">
              <a:ln>
                <a:noFill/>
              </a:ln>
              <a:solidFill>
                <a:srgbClr val="783013">
                  <a:lumMod val="60000"/>
                  <a:lumOff val="40000"/>
                </a:srgbClr>
              </a:solidFill>
              <a:effectLst/>
              <a:uLnTx/>
              <a:uFillTx/>
              <a:latin typeface="DM Sans"/>
              <a:cs typeface="DM Sans"/>
              <a:sym typeface="DM Sans"/>
            </a:endParaRPr>
          </a:p>
        </p:txBody>
      </p:sp>
    </p:spTree>
    <p:extLst>
      <p:ext uri="{BB962C8B-B14F-4D97-AF65-F5344CB8AC3E}">
        <p14:creationId xmlns:p14="http://schemas.microsoft.com/office/powerpoint/2010/main" val="3114196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20991" fill="hold"/>
                                        <p:tgtEl>
                                          <p:spTgt spid="4"/>
                                        </p:tgtEl>
                                      </p:cBhvr>
                                    </p:cmd>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1000"/>
                                        <p:tgtEl>
                                          <p:spTgt spid="5">
                                            <p:txEl>
                                              <p:pRg st="0" end="0"/>
                                            </p:txEl>
                                          </p:spTgt>
                                        </p:tgtEl>
                                      </p:cBhvr>
                                    </p:animEffect>
                                    <p:anim calcmode="lin" valueType="num">
                                      <p:cBhvr>
                                        <p:cTn id="1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1000"/>
                                        <p:tgtEl>
                                          <p:spTgt spid="6">
                                            <p:txEl>
                                              <p:pRg st="0" end="0"/>
                                            </p:txEl>
                                          </p:spTgt>
                                        </p:tgtEl>
                                      </p:cBhvr>
                                    </p:animEffect>
                                    <p:anim calcmode="lin" valueType="num">
                                      <p:cBhvr>
                                        <p:cTn id="2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28" fill="hold" display="0">
                  <p:stCondLst>
                    <p:cond delay="indefinite"/>
                  </p:stCondLst>
                </p:cTn>
                <p:tgtEl>
                  <p:spTgt spid="4"/>
                </p:tgtEl>
              </p:cMediaNode>
            </p:video>
            <p:seq concurrent="1" nextAc="seek">
              <p:cTn id="29" restart="whenNotActive" fill="hold" evtFilter="cancelBubble" nodeType="interactiveSeq">
                <p:stCondLst>
                  <p:cond evt="onClick" delay="0">
                    <p:tgtEl>
                      <p:spTgt spid="4"/>
                    </p:tgtEl>
                  </p:cond>
                </p:stCondLst>
                <p:endSync evt="end" delay="0">
                  <p:rtn val="all"/>
                </p:endSync>
                <p:childTnLst>
                  <p:par>
                    <p:cTn id="30" fill="hold">
                      <p:stCondLst>
                        <p:cond delay="0"/>
                      </p:stCondLst>
                      <p:childTnLst>
                        <p:par>
                          <p:cTn id="31" fill="hold">
                            <p:stCondLst>
                              <p:cond delay="0"/>
                            </p:stCondLst>
                            <p:childTnLst>
                              <p:par>
                                <p:cTn id="32" presetID="2" presetClass="mediacall" presetSubtype="0" fill="hold" nodeType="clickEffect">
                                  <p:stCondLst>
                                    <p:cond delay="0"/>
                                  </p:stCondLst>
                                  <p:childTnLst>
                                    <p:cmd type="call" cmd="togglePause">
                                      <p:cBhvr>
                                        <p:cTn id="33" dur="1" fill="hold"/>
                                        <p:tgtEl>
                                          <p:spTgt spid="4"/>
                                        </p:tgtEl>
                                      </p:cBhvr>
                                    </p:cmd>
                                  </p:childTnLst>
                                </p:cTn>
                              </p:par>
                            </p:childTnLst>
                          </p:cTn>
                        </p:par>
                      </p:childTnLst>
                    </p:cTn>
                  </p:par>
                </p:childTnLst>
              </p:cTn>
              <p:nextCondLst>
                <p:cond evt="onClick" delay="0">
                  <p:tgtEl>
                    <p:spTgt spid="4"/>
                  </p:tgtEl>
                </p:cond>
              </p:nextCondLst>
            </p:seq>
          </p:childTnLst>
        </p:cTn>
      </p:par>
    </p:tnLst>
    <p:bldLst>
      <p:bldP spid="3" grpId="0" build="p"/>
      <p:bldP spid="5" grpId="0" build="p"/>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AAB3-7CDB-4728-9C86-A3789205E21F}"/>
              </a:ext>
            </a:extLst>
          </p:cNvPr>
          <p:cNvSpPr>
            <a:spLocks noGrp="1"/>
          </p:cNvSpPr>
          <p:nvPr>
            <p:ph type="title"/>
          </p:nvPr>
        </p:nvSpPr>
        <p:spPr/>
        <p:txBody>
          <a:bodyPr/>
          <a:lstStyle/>
          <a:p>
            <a:pPr algn="ctr"/>
            <a:r>
              <a:rPr lang="ja-JP" altLang="en-US" b="1" dirty="0">
                <a:solidFill>
                  <a:srgbClr val="FF0000"/>
                </a:solidFill>
              </a:rPr>
              <a:t>なぞなぞ</a:t>
            </a:r>
            <a:endParaRPr lang="en-US" b="1" dirty="0">
              <a:solidFill>
                <a:srgbClr val="FF0000"/>
              </a:solidFill>
            </a:endParaRPr>
          </a:p>
        </p:txBody>
      </p:sp>
      <p:sp>
        <p:nvSpPr>
          <p:cNvPr id="3" name="Text Placeholder 2">
            <a:extLst>
              <a:ext uri="{FF2B5EF4-FFF2-40B4-BE49-F238E27FC236}">
                <a16:creationId xmlns:a16="http://schemas.microsoft.com/office/drawing/2014/main" id="{E3E6882A-FFC0-400D-918F-1D838B353143}"/>
              </a:ext>
            </a:extLst>
          </p:cNvPr>
          <p:cNvSpPr>
            <a:spLocks noGrp="1"/>
          </p:cNvSpPr>
          <p:nvPr>
            <p:ph type="body" idx="1"/>
          </p:nvPr>
        </p:nvSpPr>
        <p:spPr>
          <a:xfrm>
            <a:off x="1533330" y="2526849"/>
            <a:ext cx="9696006" cy="1169600"/>
          </a:xfrm>
        </p:spPr>
        <p:txBody>
          <a:bodyPr/>
          <a:lstStyle/>
          <a:p>
            <a:pPr marL="203192" indent="0">
              <a:buNone/>
            </a:pPr>
            <a:r>
              <a:rPr lang="ja-JP" altLang="en-US" sz="4000" b="1" dirty="0">
                <a:solidFill>
                  <a:srgbClr val="0070C0"/>
                </a:solidFill>
              </a:rPr>
              <a:t>２．何をしてても大変じゃない動物ってなーんだ？</a:t>
            </a:r>
            <a:endParaRPr lang="en-US" sz="4000" b="1" dirty="0">
              <a:solidFill>
                <a:srgbClr val="0070C0"/>
              </a:solidFill>
            </a:endParaRPr>
          </a:p>
        </p:txBody>
      </p:sp>
      <p:pic>
        <p:nvPicPr>
          <p:cNvPr id="4" name="20 Second Countdown - Đếm Ngược 20 Giây - The Question is Coming! - YouTube">
            <a:hlinkClick r:id="" action="ppaction://media"/>
            <a:extLst>
              <a:ext uri="{FF2B5EF4-FFF2-40B4-BE49-F238E27FC236}">
                <a16:creationId xmlns:a16="http://schemas.microsoft.com/office/drawing/2014/main" id="{E8DF3A24-25D8-4DC5-BC06-FF443689D8E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39485" y="0"/>
            <a:ext cx="2587690" cy="1455576"/>
          </a:xfrm>
          <a:prstGeom prst="rect">
            <a:avLst/>
          </a:prstGeom>
        </p:spPr>
      </p:pic>
      <p:sp>
        <p:nvSpPr>
          <p:cNvPr id="5" name="Text Placeholder 2">
            <a:extLst>
              <a:ext uri="{FF2B5EF4-FFF2-40B4-BE49-F238E27FC236}">
                <a16:creationId xmlns:a16="http://schemas.microsoft.com/office/drawing/2014/main" id="{277DE821-0722-4423-BCFF-36260B76B71F}"/>
              </a:ext>
            </a:extLst>
          </p:cNvPr>
          <p:cNvSpPr txBox="1">
            <a:spLocks/>
          </p:cNvSpPr>
          <p:nvPr/>
        </p:nvSpPr>
        <p:spPr>
          <a:xfrm>
            <a:off x="1533330"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914363" rtl="0" eaLnBrk="1" fontAlgn="auto" latinLnBrk="0" hangingPunct="1">
              <a:lnSpc>
                <a:spcPct val="100000"/>
              </a:lnSpc>
              <a:spcBef>
                <a:spcPts val="0"/>
              </a:spcBef>
              <a:spcAft>
                <a:spcPts val="0"/>
              </a:spcAft>
              <a:buClr>
                <a:srgbClr val="A64B31"/>
              </a:buClr>
              <a:buSzPts val="1200"/>
              <a:buFont typeface="DM Sans"/>
              <a:buNone/>
              <a:tabLst/>
              <a:defRPr/>
            </a:pPr>
            <a:r>
              <a:rPr kumimoji="0" lang="ja-JP" altLang="en-US" sz="4400" b="1" i="0" u="none" strike="noStrike" kern="0" cap="none" spc="0" normalizeH="0" baseline="0" noProof="0" dirty="0">
                <a:ln>
                  <a:noFill/>
                </a:ln>
                <a:solidFill>
                  <a:srgbClr val="783013">
                    <a:lumMod val="60000"/>
                    <a:lumOff val="40000"/>
                  </a:srgbClr>
                </a:solidFill>
                <a:effectLst/>
                <a:uLnTx/>
                <a:uFillTx/>
                <a:latin typeface="DM Sans"/>
                <a:cs typeface="DM Sans"/>
                <a:sym typeface="DM Sans"/>
              </a:rPr>
              <a:t>答え：</a:t>
            </a:r>
            <a:endParaRPr kumimoji="0" lang="en-US" sz="4400" b="1" i="0" u="none" strike="noStrike" kern="0" cap="none" spc="0" normalizeH="0" baseline="0" noProof="0" dirty="0">
              <a:ln>
                <a:noFill/>
              </a:ln>
              <a:solidFill>
                <a:srgbClr val="783013">
                  <a:lumMod val="60000"/>
                  <a:lumOff val="40000"/>
                </a:srgbClr>
              </a:solidFill>
              <a:effectLst/>
              <a:uLnTx/>
              <a:uFillTx/>
              <a:latin typeface="DM Sans"/>
              <a:cs typeface="DM Sans"/>
              <a:sym typeface="DM Sans"/>
            </a:endParaRPr>
          </a:p>
        </p:txBody>
      </p:sp>
      <p:sp>
        <p:nvSpPr>
          <p:cNvPr id="6" name="Text Placeholder 2">
            <a:extLst>
              <a:ext uri="{FF2B5EF4-FFF2-40B4-BE49-F238E27FC236}">
                <a16:creationId xmlns:a16="http://schemas.microsoft.com/office/drawing/2014/main" id="{7B167745-1FE3-481E-AF4D-DE52F35A01F6}"/>
              </a:ext>
            </a:extLst>
          </p:cNvPr>
          <p:cNvSpPr txBox="1">
            <a:spLocks/>
          </p:cNvSpPr>
          <p:nvPr/>
        </p:nvSpPr>
        <p:spPr>
          <a:xfrm>
            <a:off x="3453853"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914363" rtl="0" eaLnBrk="1" fontAlgn="auto" latinLnBrk="0" hangingPunct="1">
              <a:lnSpc>
                <a:spcPct val="100000"/>
              </a:lnSpc>
              <a:spcBef>
                <a:spcPts val="0"/>
              </a:spcBef>
              <a:spcAft>
                <a:spcPts val="0"/>
              </a:spcAft>
              <a:buClr>
                <a:srgbClr val="A64B31"/>
              </a:buClr>
              <a:buSzPts val="1200"/>
              <a:buFont typeface="DM Sans"/>
              <a:buNone/>
              <a:tabLst/>
              <a:defRPr/>
            </a:pPr>
            <a:r>
              <a:rPr kumimoji="0" lang="ja-JP" altLang="en-US" sz="4000" b="1" i="0" u="none" strike="noStrike" kern="0" cap="none" spc="0" normalizeH="0" baseline="0" noProof="0" dirty="0">
                <a:ln>
                  <a:noFill/>
                </a:ln>
                <a:solidFill>
                  <a:srgbClr val="783013">
                    <a:lumMod val="60000"/>
                    <a:lumOff val="40000"/>
                  </a:srgbClr>
                </a:solidFill>
                <a:effectLst/>
                <a:uLnTx/>
                <a:uFillTx/>
                <a:latin typeface="DM Sans"/>
                <a:cs typeface="DM Sans"/>
                <a:sym typeface="DM Sans"/>
              </a:rPr>
              <a:t>ラクダ</a:t>
            </a:r>
            <a:endParaRPr kumimoji="0" lang="en-US" sz="4000" b="1" i="0" u="none" strike="noStrike" kern="0" cap="none" spc="0" normalizeH="0" baseline="0" noProof="0" dirty="0">
              <a:ln>
                <a:noFill/>
              </a:ln>
              <a:solidFill>
                <a:srgbClr val="783013">
                  <a:lumMod val="60000"/>
                  <a:lumOff val="40000"/>
                </a:srgbClr>
              </a:solidFill>
              <a:effectLst/>
              <a:uLnTx/>
              <a:uFillTx/>
              <a:latin typeface="DM Sans"/>
              <a:cs typeface="DM Sans"/>
              <a:sym typeface="DM Sans"/>
            </a:endParaRPr>
          </a:p>
        </p:txBody>
      </p:sp>
    </p:spTree>
    <p:extLst>
      <p:ext uri="{BB962C8B-B14F-4D97-AF65-F5344CB8AC3E}">
        <p14:creationId xmlns:p14="http://schemas.microsoft.com/office/powerpoint/2010/main" val="124188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20991" fill="hold"/>
                                        <p:tgtEl>
                                          <p:spTgt spid="4"/>
                                        </p:tgtEl>
                                      </p:cBhvr>
                                    </p:cmd>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1000"/>
                                        <p:tgtEl>
                                          <p:spTgt spid="5">
                                            <p:txEl>
                                              <p:pRg st="0" end="0"/>
                                            </p:txEl>
                                          </p:spTgt>
                                        </p:tgtEl>
                                      </p:cBhvr>
                                    </p:animEffect>
                                    <p:anim calcmode="lin" valueType="num">
                                      <p:cBhvr>
                                        <p:cTn id="1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1000"/>
                                        <p:tgtEl>
                                          <p:spTgt spid="6">
                                            <p:txEl>
                                              <p:pRg st="0" end="0"/>
                                            </p:txEl>
                                          </p:spTgt>
                                        </p:tgtEl>
                                      </p:cBhvr>
                                    </p:animEffect>
                                    <p:anim calcmode="lin" valueType="num">
                                      <p:cBhvr>
                                        <p:cTn id="2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28" fill="hold" display="0">
                  <p:stCondLst>
                    <p:cond delay="indefinite"/>
                  </p:stCondLst>
                </p:cTn>
                <p:tgtEl>
                  <p:spTgt spid="4"/>
                </p:tgtEl>
              </p:cMediaNode>
            </p:video>
            <p:seq concurrent="1" nextAc="seek">
              <p:cTn id="29" restart="whenNotActive" fill="hold" evtFilter="cancelBubble" nodeType="interactiveSeq">
                <p:stCondLst>
                  <p:cond evt="onClick" delay="0">
                    <p:tgtEl>
                      <p:spTgt spid="4"/>
                    </p:tgtEl>
                  </p:cond>
                </p:stCondLst>
                <p:endSync evt="end" delay="0">
                  <p:rtn val="all"/>
                </p:endSync>
                <p:childTnLst>
                  <p:par>
                    <p:cTn id="30" fill="hold">
                      <p:stCondLst>
                        <p:cond delay="0"/>
                      </p:stCondLst>
                      <p:childTnLst>
                        <p:par>
                          <p:cTn id="31" fill="hold">
                            <p:stCondLst>
                              <p:cond delay="0"/>
                            </p:stCondLst>
                            <p:childTnLst>
                              <p:par>
                                <p:cTn id="32" presetID="2" presetClass="mediacall" presetSubtype="0" fill="hold" nodeType="clickEffect">
                                  <p:stCondLst>
                                    <p:cond delay="0"/>
                                  </p:stCondLst>
                                  <p:childTnLst>
                                    <p:cmd type="call" cmd="togglePause">
                                      <p:cBhvr>
                                        <p:cTn id="33" dur="1" fill="hold"/>
                                        <p:tgtEl>
                                          <p:spTgt spid="4"/>
                                        </p:tgtEl>
                                      </p:cBhvr>
                                    </p:cmd>
                                  </p:childTnLst>
                                </p:cTn>
                              </p:par>
                            </p:childTnLst>
                          </p:cTn>
                        </p:par>
                      </p:childTnLst>
                    </p:cTn>
                  </p:par>
                </p:childTnLst>
              </p:cTn>
              <p:nextCondLst>
                <p:cond evt="onClick" delay="0">
                  <p:tgtEl>
                    <p:spTgt spid="4"/>
                  </p:tgtEl>
                </p:cond>
              </p:nextCondLst>
            </p:seq>
          </p:childTnLst>
        </p:cTn>
      </p:par>
    </p:tnLst>
    <p:bldLst>
      <p:bldP spid="3" grpId="0" build="p"/>
      <p:bldP spid="5" grpId="0" build="p"/>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AAB3-7CDB-4728-9C86-A3789205E21F}"/>
              </a:ext>
            </a:extLst>
          </p:cNvPr>
          <p:cNvSpPr>
            <a:spLocks noGrp="1"/>
          </p:cNvSpPr>
          <p:nvPr>
            <p:ph type="title"/>
          </p:nvPr>
        </p:nvSpPr>
        <p:spPr/>
        <p:txBody>
          <a:bodyPr/>
          <a:lstStyle/>
          <a:p>
            <a:pPr algn="ctr"/>
            <a:r>
              <a:rPr lang="ja-JP" altLang="en-US" b="1" dirty="0">
                <a:solidFill>
                  <a:srgbClr val="FF0000"/>
                </a:solidFill>
              </a:rPr>
              <a:t>なぞなぞ</a:t>
            </a:r>
            <a:endParaRPr lang="en-US" b="1" dirty="0">
              <a:solidFill>
                <a:srgbClr val="FF0000"/>
              </a:solidFill>
            </a:endParaRPr>
          </a:p>
        </p:txBody>
      </p:sp>
      <p:sp>
        <p:nvSpPr>
          <p:cNvPr id="3" name="Text Placeholder 2">
            <a:extLst>
              <a:ext uri="{FF2B5EF4-FFF2-40B4-BE49-F238E27FC236}">
                <a16:creationId xmlns:a16="http://schemas.microsoft.com/office/drawing/2014/main" id="{E3E6882A-FFC0-400D-918F-1D838B353143}"/>
              </a:ext>
            </a:extLst>
          </p:cNvPr>
          <p:cNvSpPr>
            <a:spLocks noGrp="1"/>
          </p:cNvSpPr>
          <p:nvPr>
            <p:ph type="body" idx="1"/>
          </p:nvPr>
        </p:nvSpPr>
        <p:spPr>
          <a:xfrm>
            <a:off x="1533330" y="2526849"/>
            <a:ext cx="8713200" cy="1169600"/>
          </a:xfrm>
        </p:spPr>
        <p:txBody>
          <a:bodyPr/>
          <a:lstStyle/>
          <a:p>
            <a:pPr marL="203192" indent="0">
              <a:buNone/>
            </a:pPr>
            <a:r>
              <a:rPr lang="ja-JP" altLang="en-US" sz="4000" b="1" dirty="0">
                <a:solidFill>
                  <a:srgbClr val="0070C0"/>
                </a:solidFill>
              </a:rPr>
              <a:t>３．どんどん進んでも元のところに戻ってきてしまうものは何</a:t>
            </a:r>
            <a:r>
              <a:rPr lang="en-US" altLang="ja-JP" sz="4000" b="1" dirty="0">
                <a:solidFill>
                  <a:srgbClr val="0070C0"/>
                </a:solidFill>
              </a:rPr>
              <a:t>?</a:t>
            </a:r>
            <a:endParaRPr lang="en-US" sz="4000" b="1" dirty="0">
              <a:solidFill>
                <a:srgbClr val="0070C0"/>
              </a:solidFill>
            </a:endParaRPr>
          </a:p>
        </p:txBody>
      </p:sp>
      <p:pic>
        <p:nvPicPr>
          <p:cNvPr id="4" name="20 Second Countdown - Đếm Ngược 20 Giây - The Question is Coming! - YouTube">
            <a:hlinkClick r:id="" action="ppaction://media"/>
            <a:extLst>
              <a:ext uri="{FF2B5EF4-FFF2-40B4-BE49-F238E27FC236}">
                <a16:creationId xmlns:a16="http://schemas.microsoft.com/office/drawing/2014/main" id="{E8DF3A24-25D8-4DC5-BC06-FF443689D8E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39485" y="0"/>
            <a:ext cx="2587690" cy="1455576"/>
          </a:xfrm>
          <a:prstGeom prst="rect">
            <a:avLst/>
          </a:prstGeom>
        </p:spPr>
      </p:pic>
      <p:sp>
        <p:nvSpPr>
          <p:cNvPr id="5" name="Text Placeholder 2">
            <a:extLst>
              <a:ext uri="{FF2B5EF4-FFF2-40B4-BE49-F238E27FC236}">
                <a16:creationId xmlns:a16="http://schemas.microsoft.com/office/drawing/2014/main" id="{277DE821-0722-4423-BCFF-36260B76B71F}"/>
              </a:ext>
            </a:extLst>
          </p:cNvPr>
          <p:cNvSpPr txBox="1">
            <a:spLocks/>
          </p:cNvSpPr>
          <p:nvPr/>
        </p:nvSpPr>
        <p:spPr>
          <a:xfrm>
            <a:off x="1533330"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914363" rtl="0" eaLnBrk="1" fontAlgn="auto" latinLnBrk="0" hangingPunct="1">
              <a:lnSpc>
                <a:spcPct val="100000"/>
              </a:lnSpc>
              <a:spcBef>
                <a:spcPts val="0"/>
              </a:spcBef>
              <a:spcAft>
                <a:spcPts val="0"/>
              </a:spcAft>
              <a:buClr>
                <a:srgbClr val="A64B31"/>
              </a:buClr>
              <a:buSzPts val="1200"/>
              <a:buFont typeface="DM Sans"/>
              <a:buNone/>
              <a:tabLst/>
              <a:defRPr/>
            </a:pPr>
            <a:r>
              <a:rPr kumimoji="0" lang="ja-JP" altLang="en-US" sz="4400" b="1" i="0" u="none" strike="noStrike" kern="0" cap="none" spc="0" normalizeH="0" baseline="0" noProof="0" dirty="0">
                <a:ln>
                  <a:noFill/>
                </a:ln>
                <a:solidFill>
                  <a:srgbClr val="783013">
                    <a:lumMod val="60000"/>
                    <a:lumOff val="40000"/>
                  </a:srgbClr>
                </a:solidFill>
                <a:effectLst/>
                <a:uLnTx/>
                <a:uFillTx/>
                <a:latin typeface="DM Sans"/>
                <a:cs typeface="DM Sans"/>
                <a:sym typeface="DM Sans"/>
              </a:rPr>
              <a:t>答え：</a:t>
            </a:r>
            <a:endParaRPr kumimoji="0" lang="en-US" sz="4400" b="1" i="0" u="none" strike="noStrike" kern="0" cap="none" spc="0" normalizeH="0" baseline="0" noProof="0" dirty="0">
              <a:ln>
                <a:noFill/>
              </a:ln>
              <a:solidFill>
                <a:srgbClr val="783013">
                  <a:lumMod val="60000"/>
                  <a:lumOff val="40000"/>
                </a:srgbClr>
              </a:solidFill>
              <a:effectLst/>
              <a:uLnTx/>
              <a:uFillTx/>
              <a:latin typeface="DM Sans"/>
              <a:cs typeface="DM Sans"/>
              <a:sym typeface="DM Sans"/>
            </a:endParaRPr>
          </a:p>
        </p:txBody>
      </p:sp>
      <p:sp>
        <p:nvSpPr>
          <p:cNvPr id="6" name="Text Placeholder 2">
            <a:extLst>
              <a:ext uri="{FF2B5EF4-FFF2-40B4-BE49-F238E27FC236}">
                <a16:creationId xmlns:a16="http://schemas.microsoft.com/office/drawing/2014/main" id="{7B167745-1FE3-481E-AF4D-DE52F35A01F6}"/>
              </a:ext>
            </a:extLst>
          </p:cNvPr>
          <p:cNvSpPr txBox="1">
            <a:spLocks/>
          </p:cNvSpPr>
          <p:nvPr/>
        </p:nvSpPr>
        <p:spPr>
          <a:xfrm>
            <a:off x="3453853"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914363" rtl="0" eaLnBrk="1" fontAlgn="auto" latinLnBrk="0" hangingPunct="1">
              <a:lnSpc>
                <a:spcPct val="100000"/>
              </a:lnSpc>
              <a:spcBef>
                <a:spcPts val="0"/>
              </a:spcBef>
              <a:spcAft>
                <a:spcPts val="0"/>
              </a:spcAft>
              <a:buClr>
                <a:srgbClr val="A64B31"/>
              </a:buClr>
              <a:buSzPts val="1200"/>
              <a:buFont typeface="DM Sans"/>
              <a:buNone/>
              <a:tabLst/>
              <a:defRPr/>
            </a:pPr>
            <a:r>
              <a:rPr kumimoji="0" lang="ja-JP" altLang="en-US" sz="4000" b="1" i="0" u="none" strike="noStrike" kern="0" cap="none" spc="0" normalizeH="0" baseline="0" noProof="0" dirty="0">
                <a:ln>
                  <a:noFill/>
                </a:ln>
                <a:solidFill>
                  <a:srgbClr val="783013">
                    <a:lumMod val="60000"/>
                    <a:lumOff val="40000"/>
                  </a:srgbClr>
                </a:solidFill>
                <a:effectLst/>
                <a:uLnTx/>
                <a:uFillTx/>
                <a:latin typeface="DM Sans"/>
                <a:cs typeface="DM Sans"/>
                <a:sym typeface="DM Sans"/>
              </a:rPr>
              <a:t>時計の針</a:t>
            </a:r>
            <a:endParaRPr kumimoji="0" lang="en-US" sz="4000" b="1" i="0" u="none" strike="noStrike" kern="0" cap="none" spc="0" normalizeH="0" baseline="0" noProof="0" dirty="0">
              <a:ln>
                <a:noFill/>
              </a:ln>
              <a:solidFill>
                <a:srgbClr val="783013">
                  <a:lumMod val="60000"/>
                  <a:lumOff val="40000"/>
                </a:srgbClr>
              </a:solidFill>
              <a:effectLst/>
              <a:uLnTx/>
              <a:uFillTx/>
              <a:latin typeface="DM Sans"/>
              <a:cs typeface="DM Sans"/>
              <a:sym typeface="DM Sans"/>
            </a:endParaRPr>
          </a:p>
        </p:txBody>
      </p:sp>
    </p:spTree>
    <p:extLst>
      <p:ext uri="{BB962C8B-B14F-4D97-AF65-F5344CB8AC3E}">
        <p14:creationId xmlns:p14="http://schemas.microsoft.com/office/powerpoint/2010/main" val="566672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20991" fill="hold"/>
                                        <p:tgtEl>
                                          <p:spTgt spid="4"/>
                                        </p:tgtEl>
                                      </p:cBhvr>
                                    </p:cmd>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1000"/>
                                        <p:tgtEl>
                                          <p:spTgt spid="5">
                                            <p:txEl>
                                              <p:pRg st="0" end="0"/>
                                            </p:txEl>
                                          </p:spTgt>
                                        </p:tgtEl>
                                      </p:cBhvr>
                                    </p:animEffect>
                                    <p:anim calcmode="lin" valueType="num">
                                      <p:cBhvr>
                                        <p:cTn id="1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1000"/>
                                        <p:tgtEl>
                                          <p:spTgt spid="6">
                                            <p:txEl>
                                              <p:pRg st="0" end="0"/>
                                            </p:txEl>
                                          </p:spTgt>
                                        </p:tgtEl>
                                      </p:cBhvr>
                                    </p:animEffect>
                                    <p:anim calcmode="lin" valueType="num">
                                      <p:cBhvr>
                                        <p:cTn id="2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28" fill="hold" display="0">
                  <p:stCondLst>
                    <p:cond delay="indefinite"/>
                  </p:stCondLst>
                </p:cTn>
                <p:tgtEl>
                  <p:spTgt spid="4"/>
                </p:tgtEl>
              </p:cMediaNode>
            </p:video>
            <p:seq concurrent="1" nextAc="seek">
              <p:cTn id="29" restart="whenNotActive" fill="hold" evtFilter="cancelBubble" nodeType="interactiveSeq">
                <p:stCondLst>
                  <p:cond evt="onClick" delay="0">
                    <p:tgtEl>
                      <p:spTgt spid="4"/>
                    </p:tgtEl>
                  </p:cond>
                </p:stCondLst>
                <p:endSync evt="end" delay="0">
                  <p:rtn val="all"/>
                </p:endSync>
                <p:childTnLst>
                  <p:par>
                    <p:cTn id="30" fill="hold">
                      <p:stCondLst>
                        <p:cond delay="0"/>
                      </p:stCondLst>
                      <p:childTnLst>
                        <p:par>
                          <p:cTn id="31" fill="hold">
                            <p:stCondLst>
                              <p:cond delay="0"/>
                            </p:stCondLst>
                            <p:childTnLst>
                              <p:par>
                                <p:cTn id="32" presetID="2" presetClass="mediacall" presetSubtype="0" fill="hold" nodeType="clickEffect">
                                  <p:stCondLst>
                                    <p:cond delay="0"/>
                                  </p:stCondLst>
                                  <p:childTnLst>
                                    <p:cmd type="call" cmd="togglePause">
                                      <p:cBhvr>
                                        <p:cTn id="33" dur="1" fill="hold"/>
                                        <p:tgtEl>
                                          <p:spTgt spid="4"/>
                                        </p:tgtEl>
                                      </p:cBhvr>
                                    </p:cmd>
                                  </p:childTnLst>
                                </p:cTn>
                              </p:par>
                            </p:childTnLst>
                          </p:cTn>
                        </p:par>
                      </p:childTnLst>
                    </p:cTn>
                  </p:par>
                </p:childTnLst>
              </p:cTn>
              <p:nextCondLst>
                <p:cond evt="onClick" delay="0">
                  <p:tgtEl>
                    <p:spTgt spid="4"/>
                  </p:tgtEl>
                </p:cond>
              </p:nextCondLst>
            </p:seq>
          </p:childTnLst>
        </p:cTn>
      </p:par>
    </p:tnLst>
    <p:bldLst>
      <p:bldP spid="3" grpId="0" build="p"/>
      <p:bldP spid="5" grpId="0" build="p"/>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AAB3-7CDB-4728-9C86-A3789205E21F}"/>
              </a:ext>
            </a:extLst>
          </p:cNvPr>
          <p:cNvSpPr>
            <a:spLocks noGrp="1"/>
          </p:cNvSpPr>
          <p:nvPr>
            <p:ph type="title"/>
          </p:nvPr>
        </p:nvSpPr>
        <p:spPr/>
        <p:txBody>
          <a:bodyPr/>
          <a:lstStyle/>
          <a:p>
            <a:pPr algn="ctr"/>
            <a:r>
              <a:rPr lang="ja-JP" altLang="en-US" b="1" dirty="0">
                <a:solidFill>
                  <a:srgbClr val="FF0000"/>
                </a:solidFill>
              </a:rPr>
              <a:t>なぞなぞ</a:t>
            </a:r>
            <a:endParaRPr lang="en-US" b="1" dirty="0">
              <a:solidFill>
                <a:srgbClr val="FF0000"/>
              </a:solidFill>
            </a:endParaRPr>
          </a:p>
        </p:txBody>
      </p:sp>
      <p:sp>
        <p:nvSpPr>
          <p:cNvPr id="3" name="Text Placeholder 2">
            <a:extLst>
              <a:ext uri="{FF2B5EF4-FFF2-40B4-BE49-F238E27FC236}">
                <a16:creationId xmlns:a16="http://schemas.microsoft.com/office/drawing/2014/main" id="{E3E6882A-FFC0-400D-918F-1D838B353143}"/>
              </a:ext>
            </a:extLst>
          </p:cNvPr>
          <p:cNvSpPr>
            <a:spLocks noGrp="1"/>
          </p:cNvSpPr>
          <p:nvPr>
            <p:ph type="body" idx="1"/>
          </p:nvPr>
        </p:nvSpPr>
        <p:spPr>
          <a:xfrm>
            <a:off x="1533330" y="2526849"/>
            <a:ext cx="8713200" cy="1169600"/>
          </a:xfrm>
        </p:spPr>
        <p:txBody>
          <a:bodyPr>
            <a:normAutofit fontScale="92500" lnSpcReduction="20000"/>
          </a:bodyPr>
          <a:lstStyle/>
          <a:p>
            <a:pPr marL="203192" indent="0">
              <a:buNone/>
            </a:pPr>
            <a:r>
              <a:rPr lang="ja-JP" altLang="en-US" sz="4000" b="1" dirty="0">
                <a:solidFill>
                  <a:srgbClr val="0070C0"/>
                </a:solidFill>
              </a:rPr>
              <a:t>４．ひらがなの「ま」を</a:t>
            </a:r>
            <a:r>
              <a:rPr lang="en-US" altLang="ja-JP" sz="4000" b="1" dirty="0">
                <a:solidFill>
                  <a:srgbClr val="0070C0"/>
                </a:solidFill>
              </a:rPr>
              <a:t>1000</a:t>
            </a:r>
            <a:r>
              <a:rPr lang="ja-JP" altLang="en-US" sz="4000" b="1" dirty="0">
                <a:solidFill>
                  <a:srgbClr val="0070C0"/>
                </a:solidFill>
              </a:rPr>
              <a:t>回一生懸命に書くと何がかける？</a:t>
            </a:r>
            <a:endParaRPr lang="en-US" sz="4000" b="1" dirty="0">
              <a:solidFill>
                <a:srgbClr val="0070C0"/>
              </a:solidFill>
            </a:endParaRPr>
          </a:p>
        </p:txBody>
      </p:sp>
      <p:pic>
        <p:nvPicPr>
          <p:cNvPr id="4" name="20 Second Countdown - Đếm Ngược 20 Giây - The Question is Coming! - YouTube">
            <a:hlinkClick r:id="" action="ppaction://media"/>
            <a:extLst>
              <a:ext uri="{FF2B5EF4-FFF2-40B4-BE49-F238E27FC236}">
                <a16:creationId xmlns:a16="http://schemas.microsoft.com/office/drawing/2014/main" id="{E8DF3A24-25D8-4DC5-BC06-FF443689D8E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39485" y="0"/>
            <a:ext cx="2587690" cy="1455576"/>
          </a:xfrm>
          <a:prstGeom prst="rect">
            <a:avLst/>
          </a:prstGeom>
        </p:spPr>
      </p:pic>
      <p:sp>
        <p:nvSpPr>
          <p:cNvPr id="5" name="Text Placeholder 2">
            <a:extLst>
              <a:ext uri="{FF2B5EF4-FFF2-40B4-BE49-F238E27FC236}">
                <a16:creationId xmlns:a16="http://schemas.microsoft.com/office/drawing/2014/main" id="{277DE821-0722-4423-BCFF-36260B76B71F}"/>
              </a:ext>
            </a:extLst>
          </p:cNvPr>
          <p:cNvSpPr txBox="1">
            <a:spLocks/>
          </p:cNvSpPr>
          <p:nvPr/>
        </p:nvSpPr>
        <p:spPr>
          <a:xfrm>
            <a:off x="1533330"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761970" rtl="0" eaLnBrk="1" fontAlgn="auto" latinLnBrk="0" hangingPunct="1">
              <a:lnSpc>
                <a:spcPct val="100000"/>
              </a:lnSpc>
              <a:spcBef>
                <a:spcPts val="0"/>
              </a:spcBef>
              <a:spcAft>
                <a:spcPts val="0"/>
              </a:spcAft>
              <a:buClr>
                <a:srgbClr val="E7E6E6"/>
              </a:buClr>
              <a:buSzPts val="1200"/>
              <a:buFont typeface="DM Sans"/>
              <a:buNone/>
              <a:tabLst/>
              <a:defRPr/>
            </a:pPr>
            <a:r>
              <a:rPr kumimoji="0" lang="ja-JP" altLang="en-US" sz="4400" b="1" i="0" u="none" strike="noStrike" kern="1200" cap="none" spc="0" normalizeH="0" baseline="0" noProof="0" dirty="0">
                <a:ln>
                  <a:noFill/>
                </a:ln>
                <a:solidFill>
                  <a:srgbClr val="ED7D31"/>
                </a:solidFill>
                <a:effectLst/>
                <a:uLnTx/>
                <a:uFillTx/>
                <a:latin typeface="DM Sans"/>
                <a:cs typeface="DM Sans"/>
                <a:sym typeface="DM Sans"/>
              </a:rPr>
              <a:t>答え：</a:t>
            </a:r>
            <a:endParaRPr kumimoji="0" lang="en-US" sz="4400" b="1" i="0" u="none" strike="noStrike" kern="1200" cap="none" spc="0" normalizeH="0" baseline="0" noProof="0" dirty="0">
              <a:ln>
                <a:noFill/>
              </a:ln>
              <a:solidFill>
                <a:srgbClr val="ED7D31"/>
              </a:solidFill>
              <a:effectLst/>
              <a:uLnTx/>
              <a:uFillTx/>
              <a:latin typeface="DM Sans"/>
              <a:cs typeface="DM Sans"/>
              <a:sym typeface="DM Sans"/>
            </a:endParaRPr>
          </a:p>
        </p:txBody>
      </p:sp>
      <p:sp>
        <p:nvSpPr>
          <p:cNvPr id="6" name="Text Placeholder 2">
            <a:extLst>
              <a:ext uri="{FF2B5EF4-FFF2-40B4-BE49-F238E27FC236}">
                <a16:creationId xmlns:a16="http://schemas.microsoft.com/office/drawing/2014/main" id="{7B167745-1FE3-481E-AF4D-DE52F35A01F6}"/>
              </a:ext>
            </a:extLst>
          </p:cNvPr>
          <p:cNvSpPr txBox="1">
            <a:spLocks/>
          </p:cNvSpPr>
          <p:nvPr/>
        </p:nvSpPr>
        <p:spPr>
          <a:xfrm>
            <a:off x="3453853"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761970" rtl="0" eaLnBrk="1" fontAlgn="auto" latinLnBrk="0" hangingPunct="1">
              <a:lnSpc>
                <a:spcPct val="100000"/>
              </a:lnSpc>
              <a:spcBef>
                <a:spcPts val="0"/>
              </a:spcBef>
              <a:spcAft>
                <a:spcPts val="0"/>
              </a:spcAft>
              <a:buClr>
                <a:srgbClr val="E7E6E6"/>
              </a:buClr>
              <a:buSzPts val="1200"/>
              <a:buFont typeface="DM Sans"/>
              <a:buNone/>
              <a:tabLst/>
              <a:defRPr/>
            </a:pPr>
            <a:r>
              <a:rPr kumimoji="0" lang="ja-JP" altLang="en-US" sz="4000" b="1" i="0" u="none" strike="noStrike" kern="1200" cap="none" spc="0" normalizeH="0" baseline="0" noProof="0" dirty="0">
                <a:ln>
                  <a:noFill/>
                </a:ln>
                <a:solidFill>
                  <a:srgbClr val="ED7D31"/>
                </a:solidFill>
                <a:effectLst/>
                <a:uLnTx/>
                <a:uFillTx/>
                <a:latin typeface="DM Sans"/>
                <a:cs typeface="DM Sans"/>
                <a:sym typeface="DM Sans"/>
              </a:rPr>
              <a:t>汗</a:t>
            </a:r>
            <a:endParaRPr kumimoji="0" lang="en-US" sz="4000" b="1" i="0" u="none" strike="noStrike" kern="1200" cap="none" spc="0" normalizeH="0" baseline="0" noProof="0" dirty="0">
              <a:ln>
                <a:noFill/>
              </a:ln>
              <a:solidFill>
                <a:srgbClr val="ED7D31"/>
              </a:solidFill>
              <a:effectLst/>
              <a:uLnTx/>
              <a:uFillTx/>
              <a:latin typeface="DM Sans"/>
              <a:cs typeface="DM Sans"/>
              <a:sym typeface="DM Sans"/>
            </a:endParaRPr>
          </a:p>
        </p:txBody>
      </p:sp>
    </p:spTree>
    <p:extLst>
      <p:ext uri="{BB962C8B-B14F-4D97-AF65-F5344CB8AC3E}">
        <p14:creationId xmlns:p14="http://schemas.microsoft.com/office/powerpoint/2010/main" val="1161153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20991" fill="hold"/>
                                        <p:tgtEl>
                                          <p:spTgt spid="4"/>
                                        </p:tgtEl>
                                      </p:cBhvr>
                                    </p:cmd>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1000"/>
                                        <p:tgtEl>
                                          <p:spTgt spid="5">
                                            <p:txEl>
                                              <p:pRg st="0" end="0"/>
                                            </p:txEl>
                                          </p:spTgt>
                                        </p:tgtEl>
                                      </p:cBhvr>
                                    </p:animEffect>
                                    <p:anim calcmode="lin" valueType="num">
                                      <p:cBhvr>
                                        <p:cTn id="1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1000"/>
                                        <p:tgtEl>
                                          <p:spTgt spid="6">
                                            <p:txEl>
                                              <p:pRg st="0" end="0"/>
                                            </p:txEl>
                                          </p:spTgt>
                                        </p:tgtEl>
                                      </p:cBhvr>
                                    </p:animEffect>
                                    <p:anim calcmode="lin" valueType="num">
                                      <p:cBhvr>
                                        <p:cTn id="2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28" fill="hold" display="0">
                  <p:stCondLst>
                    <p:cond delay="indefinite"/>
                  </p:stCondLst>
                </p:cTn>
                <p:tgtEl>
                  <p:spTgt spid="4"/>
                </p:tgtEl>
              </p:cMediaNode>
            </p:video>
            <p:seq concurrent="1" nextAc="seek">
              <p:cTn id="29" restart="whenNotActive" fill="hold" evtFilter="cancelBubble" nodeType="interactiveSeq">
                <p:stCondLst>
                  <p:cond evt="onClick" delay="0">
                    <p:tgtEl>
                      <p:spTgt spid="4"/>
                    </p:tgtEl>
                  </p:cond>
                </p:stCondLst>
                <p:endSync evt="end" delay="0">
                  <p:rtn val="all"/>
                </p:endSync>
                <p:childTnLst>
                  <p:par>
                    <p:cTn id="30" fill="hold">
                      <p:stCondLst>
                        <p:cond delay="0"/>
                      </p:stCondLst>
                      <p:childTnLst>
                        <p:par>
                          <p:cTn id="31" fill="hold">
                            <p:stCondLst>
                              <p:cond delay="0"/>
                            </p:stCondLst>
                            <p:childTnLst>
                              <p:par>
                                <p:cTn id="32" presetID="2" presetClass="mediacall" presetSubtype="0" fill="hold" nodeType="clickEffect">
                                  <p:stCondLst>
                                    <p:cond delay="0"/>
                                  </p:stCondLst>
                                  <p:childTnLst>
                                    <p:cmd type="call" cmd="togglePause">
                                      <p:cBhvr>
                                        <p:cTn id="33" dur="1" fill="hold"/>
                                        <p:tgtEl>
                                          <p:spTgt spid="4"/>
                                        </p:tgtEl>
                                      </p:cBhvr>
                                    </p:cmd>
                                  </p:childTnLst>
                                </p:cTn>
                              </p:par>
                            </p:childTnLst>
                          </p:cTn>
                        </p:par>
                      </p:childTnLst>
                    </p:cTn>
                  </p:par>
                </p:childTnLst>
              </p:cTn>
              <p:nextCondLst>
                <p:cond evt="onClick" delay="0">
                  <p:tgtEl>
                    <p:spTgt spid="4"/>
                  </p:tgtEl>
                </p:cond>
              </p:nextCondLst>
            </p:seq>
          </p:childTnLst>
        </p:cTn>
      </p:par>
    </p:tnLst>
    <p:bldLst>
      <p:bldP spid="3" grpId="0" build="p"/>
      <p:bldP spid="5" grpId="0" build="p"/>
      <p:bldP spid="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AAB3-7CDB-4728-9C86-A3789205E21F}"/>
              </a:ext>
            </a:extLst>
          </p:cNvPr>
          <p:cNvSpPr>
            <a:spLocks noGrp="1"/>
          </p:cNvSpPr>
          <p:nvPr>
            <p:ph type="title"/>
          </p:nvPr>
        </p:nvSpPr>
        <p:spPr/>
        <p:txBody>
          <a:bodyPr/>
          <a:lstStyle/>
          <a:p>
            <a:pPr algn="ctr"/>
            <a:r>
              <a:rPr lang="ja-JP" altLang="en-US" b="1" dirty="0">
                <a:solidFill>
                  <a:srgbClr val="FF0000"/>
                </a:solidFill>
              </a:rPr>
              <a:t>なぞなぞ</a:t>
            </a:r>
            <a:endParaRPr lang="en-US" b="1" dirty="0">
              <a:solidFill>
                <a:srgbClr val="FF0000"/>
              </a:solidFill>
            </a:endParaRPr>
          </a:p>
        </p:txBody>
      </p:sp>
      <p:sp>
        <p:nvSpPr>
          <p:cNvPr id="3" name="Text Placeholder 2">
            <a:extLst>
              <a:ext uri="{FF2B5EF4-FFF2-40B4-BE49-F238E27FC236}">
                <a16:creationId xmlns:a16="http://schemas.microsoft.com/office/drawing/2014/main" id="{E3E6882A-FFC0-400D-918F-1D838B353143}"/>
              </a:ext>
            </a:extLst>
          </p:cNvPr>
          <p:cNvSpPr>
            <a:spLocks noGrp="1"/>
          </p:cNvSpPr>
          <p:nvPr>
            <p:ph type="body" idx="1"/>
          </p:nvPr>
        </p:nvSpPr>
        <p:spPr>
          <a:xfrm>
            <a:off x="1533330" y="2526849"/>
            <a:ext cx="8713200" cy="1169600"/>
          </a:xfrm>
        </p:spPr>
        <p:txBody>
          <a:bodyPr>
            <a:normAutofit fontScale="92500" lnSpcReduction="20000"/>
          </a:bodyPr>
          <a:lstStyle/>
          <a:p>
            <a:pPr marL="203192" indent="0">
              <a:buNone/>
            </a:pPr>
            <a:r>
              <a:rPr lang="ja-JP" altLang="en-US" sz="4000" b="1" dirty="0">
                <a:solidFill>
                  <a:srgbClr val="0070C0"/>
                </a:solidFill>
              </a:rPr>
              <a:t>６．魚が　お金持ちになったら　どんな魚になるかな？</a:t>
            </a:r>
            <a:endParaRPr lang="en-US" sz="4000" b="1" dirty="0">
              <a:solidFill>
                <a:srgbClr val="0070C0"/>
              </a:solidFill>
            </a:endParaRPr>
          </a:p>
        </p:txBody>
      </p:sp>
      <p:pic>
        <p:nvPicPr>
          <p:cNvPr id="4" name="20 Second Countdown - Đếm Ngược 20 Giây - The Question is Coming! - YouTube">
            <a:hlinkClick r:id="" action="ppaction://media"/>
            <a:extLst>
              <a:ext uri="{FF2B5EF4-FFF2-40B4-BE49-F238E27FC236}">
                <a16:creationId xmlns:a16="http://schemas.microsoft.com/office/drawing/2014/main" id="{E8DF3A24-25D8-4DC5-BC06-FF443689D8E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39485" y="0"/>
            <a:ext cx="2587690" cy="1455576"/>
          </a:xfrm>
          <a:prstGeom prst="rect">
            <a:avLst/>
          </a:prstGeom>
        </p:spPr>
      </p:pic>
      <p:sp>
        <p:nvSpPr>
          <p:cNvPr id="5" name="Text Placeholder 2">
            <a:extLst>
              <a:ext uri="{FF2B5EF4-FFF2-40B4-BE49-F238E27FC236}">
                <a16:creationId xmlns:a16="http://schemas.microsoft.com/office/drawing/2014/main" id="{277DE821-0722-4423-BCFF-36260B76B71F}"/>
              </a:ext>
            </a:extLst>
          </p:cNvPr>
          <p:cNvSpPr txBox="1">
            <a:spLocks/>
          </p:cNvSpPr>
          <p:nvPr/>
        </p:nvSpPr>
        <p:spPr>
          <a:xfrm>
            <a:off x="1533330"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761970" rtl="0" eaLnBrk="1" fontAlgn="auto" latinLnBrk="0" hangingPunct="1">
              <a:lnSpc>
                <a:spcPct val="100000"/>
              </a:lnSpc>
              <a:spcBef>
                <a:spcPts val="0"/>
              </a:spcBef>
              <a:spcAft>
                <a:spcPts val="0"/>
              </a:spcAft>
              <a:buClr>
                <a:srgbClr val="E7E6E6"/>
              </a:buClr>
              <a:buSzPts val="1200"/>
              <a:buFont typeface="DM Sans"/>
              <a:buNone/>
              <a:tabLst/>
              <a:defRPr/>
            </a:pPr>
            <a:r>
              <a:rPr kumimoji="0" lang="ja-JP" altLang="en-US" sz="4400" b="1" i="0" u="none" strike="noStrike" kern="1200" cap="none" spc="0" normalizeH="0" baseline="0" noProof="0" dirty="0">
                <a:ln>
                  <a:noFill/>
                </a:ln>
                <a:solidFill>
                  <a:srgbClr val="ED7D31"/>
                </a:solidFill>
                <a:effectLst/>
                <a:uLnTx/>
                <a:uFillTx/>
                <a:latin typeface="DM Sans"/>
                <a:cs typeface="DM Sans"/>
                <a:sym typeface="DM Sans"/>
              </a:rPr>
              <a:t>答え：</a:t>
            </a:r>
            <a:endParaRPr kumimoji="0" lang="en-US" sz="4400" b="1" i="0" u="none" strike="noStrike" kern="1200" cap="none" spc="0" normalizeH="0" baseline="0" noProof="0" dirty="0">
              <a:ln>
                <a:noFill/>
              </a:ln>
              <a:solidFill>
                <a:srgbClr val="ED7D31"/>
              </a:solidFill>
              <a:effectLst/>
              <a:uLnTx/>
              <a:uFillTx/>
              <a:latin typeface="DM Sans"/>
              <a:cs typeface="DM Sans"/>
              <a:sym typeface="DM Sans"/>
            </a:endParaRPr>
          </a:p>
        </p:txBody>
      </p:sp>
      <p:sp>
        <p:nvSpPr>
          <p:cNvPr id="6" name="Text Placeholder 2">
            <a:extLst>
              <a:ext uri="{FF2B5EF4-FFF2-40B4-BE49-F238E27FC236}">
                <a16:creationId xmlns:a16="http://schemas.microsoft.com/office/drawing/2014/main" id="{7B167745-1FE3-481E-AF4D-DE52F35A01F6}"/>
              </a:ext>
            </a:extLst>
          </p:cNvPr>
          <p:cNvSpPr txBox="1">
            <a:spLocks/>
          </p:cNvSpPr>
          <p:nvPr/>
        </p:nvSpPr>
        <p:spPr>
          <a:xfrm>
            <a:off x="3453853"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761970" rtl="0" eaLnBrk="1" fontAlgn="auto" latinLnBrk="0" hangingPunct="1">
              <a:lnSpc>
                <a:spcPct val="100000"/>
              </a:lnSpc>
              <a:spcBef>
                <a:spcPts val="0"/>
              </a:spcBef>
              <a:spcAft>
                <a:spcPts val="0"/>
              </a:spcAft>
              <a:buClr>
                <a:srgbClr val="E7E6E6"/>
              </a:buClr>
              <a:buSzPts val="1200"/>
              <a:buFont typeface="DM Sans"/>
              <a:buNone/>
              <a:tabLst/>
              <a:defRPr/>
            </a:pPr>
            <a:r>
              <a:rPr kumimoji="0" lang="ja-JP" altLang="en-US" sz="4000" b="1" i="0" u="none" strike="noStrike" kern="1200" cap="none" spc="0" normalizeH="0" baseline="0" noProof="0" dirty="0">
                <a:ln>
                  <a:noFill/>
                </a:ln>
                <a:solidFill>
                  <a:srgbClr val="ED7D31"/>
                </a:solidFill>
                <a:effectLst/>
                <a:uLnTx/>
                <a:uFillTx/>
                <a:latin typeface="DM Sans"/>
                <a:cs typeface="DM Sans"/>
                <a:sym typeface="DM Sans"/>
              </a:rPr>
              <a:t>金魚</a:t>
            </a:r>
            <a:endParaRPr kumimoji="0" lang="en-US" sz="4000" b="1" i="0" u="none" strike="noStrike" kern="1200" cap="none" spc="0" normalizeH="0" baseline="0" noProof="0" dirty="0">
              <a:ln>
                <a:noFill/>
              </a:ln>
              <a:solidFill>
                <a:srgbClr val="ED7D31"/>
              </a:solidFill>
              <a:effectLst/>
              <a:uLnTx/>
              <a:uFillTx/>
              <a:latin typeface="DM Sans"/>
              <a:cs typeface="DM Sans"/>
              <a:sym typeface="DM Sans"/>
            </a:endParaRPr>
          </a:p>
        </p:txBody>
      </p:sp>
    </p:spTree>
    <p:extLst>
      <p:ext uri="{BB962C8B-B14F-4D97-AF65-F5344CB8AC3E}">
        <p14:creationId xmlns:p14="http://schemas.microsoft.com/office/powerpoint/2010/main" val="3322673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20991" fill="hold"/>
                                        <p:tgtEl>
                                          <p:spTgt spid="4"/>
                                        </p:tgtEl>
                                      </p:cBhvr>
                                    </p:cmd>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1000"/>
                                        <p:tgtEl>
                                          <p:spTgt spid="5">
                                            <p:txEl>
                                              <p:pRg st="0" end="0"/>
                                            </p:txEl>
                                          </p:spTgt>
                                        </p:tgtEl>
                                      </p:cBhvr>
                                    </p:animEffect>
                                    <p:anim calcmode="lin" valueType="num">
                                      <p:cBhvr>
                                        <p:cTn id="1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1000"/>
                                        <p:tgtEl>
                                          <p:spTgt spid="6">
                                            <p:txEl>
                                              <p:pRg st="0" end="0"/>
                                            </p:txEl>
                                          </p:spTgt>
                                        </p:tgtEl>
                                      </p:cBhvr>
                                    </p:animEffect>
                                    <p:anim calcmode="lin" valueType="num">
                                      <p:cBhvr>
                                        <p:cTn id="2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28" fill="hold" display="0">
                  <p:stCondLst>
                    <p:cond delay="indefinite"/>
                  </p:stCondLst>
                </p:cTn>
                <p:tgtEl>
                  <p:spTgt spid="4"/>
                </p:tgtEl>
              </p:cMediaNode>
            </p:video>
            <p:seq concurrent="1" nextAc="seek">
              <p:cTn id="29" restart="whenNotActive" fill="hold" evtFilter="cancelBubble" nodeType="interactiveSeq">
                <p:stCondLst>
                  <p:cond evt="onClick" delay="0">
                    <p:tgtEl>
                      <p:spTgt spid="4"/>
                    </p:tgtEl>
                  </p:cond>
                </p:stCondLst>
                <p:endSync evt="end" delay="0">
                  <p:rtn val="all"/>
                </p:endSync>
                <p:childTnLst>
                  <p:par>
                    <p:cTn id="30" fill="hold">
                      <p:stCondLst>
                        <p:cond delay="0"/>
                      </p:stCondLst>
                      <p:childTnLst>
                        <p:par>
                          <p:cTn id="31" fill="hold">
                            <p:stCondLst>
                              <p:cond delay="0"/>
                            </p:stCondLst>
                            <p:childTnLst>
                              <p:par>
                                <p:cTn id="32" presetID="2" presetClass="mediacall" presetSubtype="0" fill="hold" nodeType="clickEffect">
                                  <p:stCondLst>
                                    <p:cond delay="0"/>
                                  </p:stCondLst>
                                  <p:childTnLst>
                                    <p:cmd type="call" cmd="togglePause">
                                      <p:cBhvr>
                                        <p:cTn id="33" dur="1" fill="hold"/>
                                        <p:tgtEl>
                                          <p:spTgt spid="4"/>
                                        </p:tgtEl>
                                      </p:cBhvr>
                                    </p:cmd>
                                  </p:childTnLst>
                                </p:cTn>
                              </p:par>
                            </p:childTnLst>
                          </p:cTn>
                        </p:par>
                      </p:childTnLst>
                    </p:cTn>
                  </p:par>
                </p:childTnLst>
              </p:cTn>
              <p:nextCondLst>
                <p:cond evt="onClick" delay="0">
                  <p:tgtEl>
                    <p:spTgt spid="4"/>
                  </p:tgtEl>
                </p:cond>
              </p:nextCondLst>
            </p:seq>
          </p:childTnLst>
        </p:cTn>
      </p:par>
    </p:tnLst>
    <p:bldLst>
      <p:bldP spid="3" grpId="0" build="p"/>
      <p:bldP spid="5" grpId="0" build="p"/>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AAB3-7CDB-4728-9C86-A3789205E21F}"/>
              </a:ext>
            </a:extLst>
          </p:cNvPr>
          <p:cNvSpPr>
            <a:spLocks noGrp="1"/>
          </p:cNvSpPr>
          <p:nvPr>
            <p:ph type="title"/>
          </p:nvPr>
        </p:nvSpPr>
        <p:spPr/>
        <p:txBody>
          <a:bodyPr/>
          <a:lstStyle/>
          <a:p>
            <a:pPr algn="ctr"/>
            <a:r>
              <a:rPr lang="ja-JP" altLang="en-US" b="1" dirty="0">
                <a:solidFill>
                  <a:srgbClr val="FF0000"/>
                </a:solidFill>
              </a:rPr>
              <a:t>なぞなぞ</a:t>
            </a:r>
            <a:endParaRPr lang="en-US" b="1" dirty="0">
              <a:solidFill>
                <a:srgbClr val="FF0000"/>
              </a:solidFill>
            </a:endParaRPr>
          </a:p>
        </p:txBody>
      </p:sp>
      <p:sp>
        <p:nvSpPr>
          <p:cNvPr id="3" name="Text Placeholder 2">
            <a:extLst>
              <a:ext uri="{FF2B5EF4-FFF2-40B4-BE49-F238E27FC236}">
                <a16:creationId xmlns:a16="http://schemas.microsoft.com/office/drawing/2014/main" id="{E3E6882A-FFC0-400D-918F-1D838B353143}"/>
              </a:ext>
            </a:extLst>
          </p:cNvPr>
          <p:cNvSpPr>
            <a:spLocks noGrp="1"/>
          </p:cNvSpPr>
          <p:nvPr>
            <p:ph type="body" idx="1"/>
          </p:nvPr>
        </p:nvSpPr>
        <p:spPr>
          <a:xfrm>
            <a:off x="1533330" y="2526849"/>
            <a:ext cx="8713200" cy="1169600"/>
          </a:xfrm>
        </p:spPr>
        <p:txBody>
          <a:bodyPr>
            <a:normAutofit fontScale="92500" lnSpcReduction="20000"/>
          </a:bodyPr>
          <a:lstStyle/>
          <a:p>
            <a:pPr marL="203192" indent="0">
              <a:buNone/>
            </a:pPr>
            <a:r>
              <a:rPr lang="ja-JP" altLang="en-US" sz="4000" b="1" dirty="0">
                <a:solidFill>
                  <a:srgbClr val="0070C0"/>
                </a:solidFill>
              </a:rPr>
              <a:t>５．ものを買うと　必ずついてくるのに　持って帰れないもの　な</a:t>
            </a:r>
            <a:r>
              <a:rPr lang="en-US" altLang="ja-JP" sz="4000" b="1" dirty="0">
                <a:solidFill>
                  <a:srgbClr val="0070C0"/>
                </a:solidFill>
              </a:rPr>
              <a:t>〜</a:t>
            </a:r>
            <a:r>
              <a:rPr lang="ja-JP" altLang="en-US" sz="4000" b="1" dirty="0">
                <a:solidFill>
                  <a:srgbClr val="0070C0"/>
                </a:solidFill>
              </a:rPr>
              <a:t>んだ？</a:t>
            </a:r>
            <a:endParaRPr lang="en-US" sz="4000" b="1" dirty="0">
              <a:solidFill>
                <a:srgbClr val="0070C0"/>
              </a:solidFill>
            </a:endParaRPr>
          </a:p>
        </p:txBody>
      </p:sp>
      <p:pic>
        <p:nvPicPr>
          <p:cNvPr id="4" name="20 Second Countdown - Đếm Ngược 20 Giây - The Question is Coming! - YouTube">
            <a:hlinkClick r:id="" action="ppaction://media"/>
            <a:extLst>
              <a:ext uri="{FF2B5EF4-FFF2-40B4-BE49-F238E27FC236}">
                <a16:creationId xmlns:a16="http://schemas.microsoft.com/office/drawing/2014/main" id="{E8DF3A24-25D8-4DC5-BC06-FF443689D8E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39485" y="0"/>
            <a:ext cx="2587690" cy="1455576"/>
          </a:xfrm>
          <a:prstGeom prst="rect">
            <a:avLst/>
          </a:prstGeom>
        </p:spPr>
      </p:pic>
      <p:sp>
        <p:nvSpPr>
          <p:cNvPr id="5" name="Text Placeholder 2">
            <a:extLst>
              <a:ext uri="{FF2B5EF4-FFF2-40B4-BE49-F238E27FC236}">
                <a16:creationId xmlns:a16="http://schemas.microsoft.com/office/drawing/2014/main" id="{277DE821-0722-4423-BCFF-36260B76B71F}"/>
              </a:ext>
            </a:extLst>
          </p:cNvPr>
          <p:cNvSpPr txBox="1">
            <a:spLocks/>
          </p:cNvSpPr>
          <p:nvPr/>
        </p:nvSpPr>
        <p:spPr>
          <a:xfrm>
            <a:off x="1533330"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761970" rtl="0" eaLnBrk="1" fontAlgn="auto" latinLnBrk="0" hangingPunct="1">
              <a:lnSpc>
                <a:spcPct val="100000"/>
              </a:lnSpc>
              <a:spcBef>
                <a:spcPts val="0"/>
              </a:spcBef>
              <a:spcAft>
                <a:spcPts val="0"/>
              </a:spcAft>
              <a:buClr>
                <a:srgbClr val="E7E6E6"/>
              </a:buClr>
              <a:buSzPts val="1200"/>
              <a:buFont typeface="DM Sans"/>
              <a:buNone/>
              <a:tabLst/>
              <a:defRPr/>
            </a:pPr>
            <a:r>
              <a:rPr kumimoji="0" lang="ja-JP" altLang="en-US" sz="4400" b="1" i="0" u="none" strike="noStrike" kern="1200" cap="none" spc="0" normalizeH="0" baseline="0" noProof="0" dirty="0">
                <a:ln>
                  <a:noFill/>
                </a:ln>
                <a:solidFill>
                  <a:srgbClr val="ED7D31"/>
                </a:solidFill>
                <a:effectLst/>
                <a:uLnTx/>
                <a:uFillTx/>
                <a:latin typeface="DM Sans"/>
                <a:cs typeface="DM Sans"/>
                <a:sym typeface="DM Sans"/>
              </a:rPr>
              <a:t>答え：</a:t>
            </a:r>
            <a:endParaRPr kumimoji="0" lang="en-US" sz="4400" b="1" i="0" u="none" strike="noStrike" kern="1200" cap="none" spc="0" normalizeH="0" baseline="0" noProof="0" dirty="0">
              <a:ln>
                <a:noFill/>
              </a:ln>
              <a:solidFill>
                <a:srgbClr val="ED7D31"/>
              </a:solidFill>
              <a:effectLst/>
              <a:uLnTx/>
              <a:uFillTx/>
              <a:latin typeface="DM Sans"/>
              <a:cs typeface="DM Sans"/>
              <a:sym typeface="DM Sans"/>
            </a:endParaRPr>
          </a:p>
        </p:txBody>
      </p:sp>
      <p:sp>
        <p:nvSpPr>
          <p:cNvPr id="6" name="Text Placeholder 2">
            <a:extLst>
              <a:ext uri="{FF2B5EF4-FFF2-40B4-BE49-F238E27FC236}">
                <a16:creationId xmlns:a16="http://schemas.microsoft.com/office/drawing/2014/main" id="{7B167745-1FE3-481E-AF4D-DE52F35A01F6}"/>
              </a:ext>
            </a:extLst>
          </p:cNvPr>
          <p:cNvSpPr txBox="1">
            <a:spLocks/>
          </p:cNvSpPr>
          <p:nvPr/>
        </p:nvSpPr>
        <p:spPr>
          <a:xfrm>
            <a:off x="3453853" y="4281931"/>
            <a:ext cx="8713200" cy="116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10870" marR="0" lvl="0" indent="-407670" algn="l" rtl="0">
              <a:lnSpc>
                <a:spcPct val="100000"/>
              </a:lnSpc>
              <a:spcBef>
                <a:spcPts val="0"/>
              </a:spcBef>
              <a:spcAft>
                <a:spcPts val="0"/>
              </a:spcAft>
              <a:buClr>
                <a:schemeClr val="lt2"/>
              </a:buClr>
              <a:buSzPts val="1200"/>
              <a:buFont typeface="DM Sans"/>
              <a:buChar char="●"/>
              <a:defRPr sz="1200" b="0" i="0" u="none" strike="noStrike" cap="none">
                <a:solidFill>
                  <a:schemeClr val="dk1"/>
                </a:solidFill>
                <a:latin typeface="DM Sans"/>
                <a:ea typeface="DM Sans"/>
                <a:cs typeface="DM Sans"/>
                <a:sym typeface="DM Sans"/>
              </a:defRPr>
            </a:lvl1pPr>
            <a:lvl2pPr marL="1222375" marR="0" lvl="1"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2pPr>
            <a:lvl3pPr marL="1833245" marR="0" lvl="2"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3pPr>
            <a:lvl4pPr marL="2444750" marR="0" lvl="3"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4pPr>
            <a:lvl5pPr marL="3055620" marR="0" lvl="4"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5pPr>
            <a:lvl6pPr marL="3666490" marR="0" lvl="5"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6pPr>
            <a:lvl7pPr marL="4277995" marR="0" lvl="6"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7pPr>
            <a:lvl8pPr marL="4888865" marR="0" lvl="7"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8pPr>
            <a:lvl9pPr marL="5500370" marR="0" lvl="8" indent="-407670" algn="l" rtl="0">
              <a:lnSpc>
                <a:spcPct val="100000"/>
              </a:lnSpc>
              <a:spcBef>
                <a:spcPts val="0"/>
              </a:spcBef>
              <a:spcAft>
                <a:spcPts val="0"/>
              </a:spcAft>
              <a:buClr>
                <a:schemeClr val="dk1"/>
              </a:buClr>
              <a:buSzPts val="1200"/>
              <a:buFont typeface="DM Sans"/>
              <a:buChar char="■"/>
              <a:defRPr sz="1200" b="0" i="0" u="none" strike="noStrike" cap="none">
                <a:solidFill>
                  <a:schemeClr val="dk1"/>
                </a:solidFill>
                <a:latin typeface="DM Sans"/>
                <a:ea typeface="DM Sans"/>
                <a:cs typeface="DM Sans"/>
                <a:sym typeface="DM Sans"/>
              </a:defRPr>
            </a:lvl9pPr>
          </a:lstStyle>
          <a:p>
            <a:pPr marL="203192" marR="0" lvl="0" indent="0" algn="l" defTabSz="761970" rtl="0" eaLnBrk="1" fontAlgn="auto" latinLnBrk="0" hangingPunct="1">
              <a:lnSpc>
                <a:spcPct val="100000"/>
              </a:lnSpc>
              <a:spcBef>
                <a:spcPts val="0"/>
              </a:spcBef>
              <a:spcAft>
                <a:spcPts val="0"/>
              </a:spcAft>
              <a:buClr>
                <a:srgbClr val="E7E6E6"/>
              </a:buClr>
              <a:buSzPts val="1200"/>
              <a:buFont typeface="DM Sans"/>
              <a:buNone/>
              <a:tabLst/>
              <a:defRPr/>
            </a:pPr>
            <a:r>
              <a:rPr kumimoji="0" lang="zh-CN" altLang="en-US" sz="4000" b="1" i="0" u="none" strike="noStrike" kern="1200" cap="none" spc="0" normalizeH="0" baseline="0" noProof="0" dirty="0">
                <a:ln>
                  <a:noFill/>
                </a:ln>
                <a:solidFill>
                  <a:srgbClr val="ED7D31"/>
                </a:solidFill>
                <a:effectLst/>
                <a:uLnTx/>
                <a:uFillTx/>
                <a:latin typeface="DM Sans"/>
                <a:cs typeface="DM Sans"/>
                <a:sym typeface="DM Sans"/>
              </a:rPr>
              <a:t>消費税（税金）</a:t>
            </a:r>
            <a:endParaRPr kumimoji="0" lang="en-US" sz="4000" b="1" i="0" u="none" strike="noStrike" kern="1200" cap="none" spc="0" normalizeH="0" baseline="0" noProof="0" dirty="0">
              <a:ln>
                <a:noFill/>
              </a:ln>
              <a:solidFill>
                <a:srgbClr val="ED7D31"/>
              </a:solidFill>
              <a:effectLst/>
              <a:uLnTx/>
              <a:uFillTx/>
              <a:latin typeface="DM Sans"/>
              <a:cs typeface="DM Sans"/>
              <a:sym typeface="DM Sans"/>
            </a:endParaRPr>
          </a:p>
        </p:txBody>
      </p:sp>
    </p:spTree>
    <p:extLst>
      <p:ext uri="{BB962C8B-B14F-4D97-AF65-F5344CB8AC3E}">
        <p14:creationId xmlns:p14="http://schemas.microsoft.com/office/powerpoint/2010/main" val="2521507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20991" fill="hold"/>
                                        <p:tgtEl>
                                          <p:spTgt spid="4"/>
                                        </p:tgtEl>
                                      </p:cBhvr>
                                    </p:cmd>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1000"/>
                                        <p:tgtEl>
                                          <p:spTgt spid="5">
                                            <p:txEl>
                                              <p:pRg st="0" end="0"/>
                                            </p:txEl>
                                          </p:spTgt>
                                        </p:tgtEl>
                                      </p:cBhvr>
                                    </p:animEffect>
                                    <p:anim calcmode="lin" valueType="num">
                                      <p:cBhvr>
                                        <p:cTn id="1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1000"/>
                                        <p:tgtEl>
                                          <p:spTgt spid="6">
                                            <p:txEl>
                                              <p:pRg st="0" end="0"/>
                                            </p:txEl>
                                          </p:spTgt>
                                        </p:tgtEl>
                                      </p:cBhvr>
                                    </p:animEffect>
                                    <p:anim calcmode="lin" valueType="num">
                                      <p:cBhvr>
                                        <p:cTn id="2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28" fill="hold" display="0">
                  <p:stCondLst>
                    <p:cond delay="indefinite"/>
                  </p:stCondLst>
                </p:cTn>
                <p:tgtEl>
                  <p:spTgt spid="4"/>
                </p:tgtEl>
              </p:cMediaNode>
            </p:video>
            <p:seq concurrent="1" nextAc="seek">
              <p:cTn id="29" restart="whenNotActive" fill="hold" evtFilter="cancelBubble" nodeType="interactiveSeq">
                <p:stCondLst>
                  <p:cond evt="onClick" delay="0">
                    <p:tgtEl>
                      <p:spTgt spid="4"/>
                    </p:tgtEl>
                  </p:cond>
                </p:stCondLst>
                <p:endSync evt="end" delay="0">
                  <p:rtn val="all"/>
                </p:endSync>
                <p:childTnLst>
                  <p:par>
                    <p:cTn id="30" fill="hold">
                      <p:stCondLst>
                        <p:cond delay="0"/>
                      </p:stCondLst>
                      <p:childTnLst>
                        <p:par>
                          <p:cTn id="31" fill="hold">
                            <p:stCondLst>
                              <p:cond delay="0"/>
                            </p:stCondLst>
                            <p:childTnLst>
                              <p:par>
                                <p:cTn id="32" presetID="2" presetClass="mediacall" presetSubtype="0" fill="hold" nodeType="clickEffect">
                                  <p:stCondLst>
                                    <p:cond delay="0"/>
                                  </p:stCondLst>
                                  <p:childTnLst>
                                    <p:cmd type="call" cmd="togglePause">
                                      <p:cBhvr>
                                        <p:cTn id="33" dur="1" fill="hold"/>
                                        <p:tgtEl>
                                          <p:spTgt spid="4"/>
                                        </p:tgtEl>
                                      </p:cBhvr>
                                    </p:cmd>
                                  </p:childTnLst>
                                </p:cTn>
                              </p:par>
                            </p:childTnLst>
                          </p:cTn>
                        </p:par>
                      </p:childTnLst>
                    </p:cTn>
                  </p:par>
                </p:childTnLst>
              </p:cTn>
              <p:nextCondLst>
                <p:cond evt="onClick" delay="0">
                  <p:tgtEl>
                    <p:spTgt spid="4"/>
                  </p:tgtEl>
                </p:cond>
              </p:nextCondLst>
            </p:seq>
          </p:childTnLst>
        </p:cTn>
      </p:par>
    </p:tnLst>
    <p:bldLst>
      <p:bldP spid="3" grpId="0" build="p"/>
      <p:bldP spid="5" grpId="0" build="p"/>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88E425F9-FCF6-BE23-8C8E-ACC15A319C11}"/>
              </a:ext>
            </a:extLst>
          </p:cNvPr>
          <p:cNvSpPr/>
          <p:nvPr/>
        </p:nvSpPr>
        <p:spPr>
          <a:xfrm>
            <a:off x="245774" y="664296"/>
            <a:ext cx="11700452" cy="4245647"/>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600" b="1" i="0" u="none" strike="noStrike" kern="0" cap="none" spc="0" normalizeH="0" baseline="0" noProof="0" dirty="0">
                <a:ln w="22225">
                  <a:solidFill>
                    <a:srgbClr val="ED7D31"/>
                  </a:solidFill>
                  <a:prstDash val="solid"/>
                </a:ln>
                <a:solidFill>
                  <a:srgbClr val="A64B31">
                    <a:lumMod val="75000"/>
                  </a:srgbClr>
                </a:solidFill>
                <a:effectLst/>
                <a:uLnTx/>
                <a:uFillTx/>
                <a:latin typeface="HGPSoeiKakupoptai" panose="040B0A00000000000000" pitchFamily="82" charset="-128"/>
                <a:ea typeface="HGPSoeiKakupoptai" panose="040B0A00000000000000" pitchFamily="82" charset="-128"/>
                <a:cs typeface="Arial"/>
                <a:sym typeface="Arial"/>
              </a:rPr>
              <a:t>Part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0" cap="none" spc="0" normalizeH="0" baseline="0" noProof="0">
                <a:ln w="22225">
                  <a:solidFill>
                    <a:srgbClr val="ED7D31"/>
                  </a:solidFill>
                  <a:prstDash val="solid"/>
                </a:ln>
                <a:solidFill>
                  <a:srgbClr val="313752">
                    <a:lumMod val="50000"/>
                  </a:srgbClr>
                </a:solidFill>
                <a:effectLst/>
                <a:uLnTx/>
                <a:uFillTx/>
                <a:latin typeface="UD Digi Kyokasho N-B" panose="02020700000000000000" pitchFamily="17" charset="-128"/>
                <a:ea typeface="UD Digi Kyokasho N-B" panose="02020700000000000000" pitchFamily="17" charset="-128"/>
                <a:cs typeface="Arial"/>
                <a:sym typeface="Arial"/>
              </a:rPr>
              <a:t> </a:t>
            </a:r>
            <a:endParaRPr kumimoji="0" lang="en-US" sz="9600" b="1" i="0" u="none" strike="noStrike" kern="0" cap="none" spc="0" normalizeH="0" baseline="0" noProof="0" dirty="0">
              <a:ln w="22225">
                <a:solidFill>
                  <a:srgbClr val="ED7D31"/>
                </a:solidFill>
                <a:prstDash val="solid"/>
              </a:ln>
              <a:solidFill>
                <a:srgbClr val="1F271D">
                  <a:lumMod val="90000"/>
                  <a:lumOff val="10000"/>
                </a:srgbClr>
              </a:solidFill>
              <a:effectLst/>
              <a:uLnTx/>
              <a:uFillTx/>
              <a:latin typeface="UD Digi Kyokasho N-B" panose="02020700000000000000" pitchFamily="17" charset="-128"/>
              <a:ea typeface="UD Digi Kyokasho N-B" panose="02020700000000000000" pitchFamily="17" charset="-128"/>
              <a:cs typeface="Arial"/>
              <a:sym typeface="Arial"/>
            </a:endParaRPr>
          </a:p>
        </p:txBody>
      </p:sp>
      <p:pic>
        <p:nvPicPr>
          <p:cNvPr id="2" name="Google Shape;368;p40">
            <a:extLst>
              <a:ext uri="{FF2B5EF4-FFF2-40B4-BE49-F238E27FC236}">
                <a16:creationId xmlns:a16="http://schemas.microsoft.com/office/drawing/2014/main" id="{D86EED46-F645-F758-804D-C983D8CE15B4}"/>
              </a:ext>
            </a:extLst>
          </p:cNvPr>
          <p:cNvPicPr preferRelativeResize="0"/>
          <p:nvPr/>
        </p:nvPicPr>
        <p:blipFill>
          <a:blip r:embed="rId3">
            <a:alphaModFix/>
          </a:blip>
          <a:stretch>
            <a:fillRect/>
          </a:stretch>
        </p:blipFill>
        <p:spPr>
          <a:xfrm>
            <a:off x="9033328" y="2787120"/>
            <a:ext cx="3955573" cy="5143501"/>
          </a:xfrm>
          <a:prstGeom prst="rect">
            <a:avLst/>
          </a:prstGeom>
          <a:noFill/>
          <a:ln>
            <a:noFill/>
          </a:ln>
        </p:spPr>
      </p:pic>
    </p:spTree>
    <p:extLst>
      <p:ext uri="{BB962C8B-B14F-4D97-AF65-F5344CB8AC3E}">
        <p14:creationId xmlns:p14="http://schemas.microsoft.com/office/powerpoint/2010/main" val="2046110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9640" y="1016676"/>
            <a:ext cx="2285865"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詩　</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6" name="TextBox 5"/>
          <p:cNvSpPr txBox="1"/>
          <p:nvPr/>
        </p:nvSpPr>
        <p:spPr>
          <a:xfrm>
            <a:off x="2987345" y="1034293"/>
            <a:ext cx="2577813" cy="58356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唄</a:t>
            </a:r>
          </a:p>
        </p:txBody>
      </p:sp>
      <p:sp>
        <p:nvSpPr>
          <p:cNvPr id="7" name="TextBox 6"/>
          <p:cNvSpPr txBox="1"/>
          <p:nvPr/>
        </p:nvSpPr>
        <p:spPr>
          <a:xfrm>
            <a:off x="339640" y="5631554"/>
            <a:ext cx="2285865" cy="58356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地べた</a:t>
            </a:r>
          </a:p>
        </p:txBody>
      </p:sp>
      <p:sp>
        <p:nvSpPr>
          <p:cNvPr id="8" name="TextBox 7"/>
          <p:cNvSpPr txBox="1"/>
          <p:nvPr/>
        </p:nvSpPr>
        <p:spPr>
          <a:xfrm>
            <a:off x="339005" y="4946509"/>
            <a:ext cx="2285865" cy="58356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空</a:t>
            </a:r>
          </a:p>
        </p:txBody>
      </p:sp>
      <p:sp>
        <p:nvSpPr>
          <p:cNvPr id="9" name="TextBox 8"/>
          <p:cNvSpPr txBox="1"/>
          <p:nvPr/>
        </p:nvSpPr>
        <p:spPr>
          <a:xfrm>
            <a:off x="339640" y="1677160"/>
            <a:ext cx="2285865"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載せる</a:t>
            </a:r>
            <a:endParaRPr kumimoji="0" lang="en-US" altLang="ja-JP"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10" name="TextBox 9"/>
          <p:cNvSpPr txBox="1"/>
          <p:nvPr/>
        </p:nvSpPr>
        <p:spPr>
          <a:xfrm>
            <a:off x="339004" y="2969389"/>
            <a:ext cx="2285865" cy="58356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鈴</a:t>
            </a:r>
          </a:p>
        </p:txBody>
      </p:sp>
      <p:sp>
        <p:nvSpPr>
          <p:cNvPr id="11" name="TextBox 10"/>
          <p:cNvSpPr txBox="1"/>
          <p:nvPr/>
        </p:nvSpPr>
        <p:spPr>
          <a:xfrm>
            <a:off x="339004" y="3610709"/>
            <a:ext cx="2285865"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両手</a:t>
            </a:r>
          </a:p>
        </p:txBody>
      </p:sp>
      <p:sp>
        <p:nvSpPr>
          <p:cNvPr id="12" name="TextBox 11"/>
          <p:cNvSpPr txBox="1"/>
          <p:nvPr/>
        </p:nvSpPr>
        <p:spPr>
          <a:xfrm>
            <a:off x="339005" y="4246224"/>
            <a:ext cx="2285865"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広げる</a:t>
            </a:r>
          </a:p>
        </p:txBody>
      </p:sp>
      <p:sp>
        <p:nvSpPr>
          <p:cNvPr id="13" name="Flowchart: Punched Tape 12"/>
          <p:cNvSpPr/>
          <p:nvPr/>
        </p:nvSpPr>
        <p:spPr>
          <a:xfrm>
            <a:off x="4880885" y="64510"/>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a:endParaRPr>
          </a:p>
        </p:txBody>
      </p:sp>
      <p:sp>
        <p:nvSpPr>
          <p:cNvPr id="22" name="TextBox 21"/>
          <p:cNvSpPr txBox="1"/>
          <p:nvPr/>
        </p:nvSpPr>
        <p:spPr>
          <a:xfrm>
            <a:off x="2987345" y="1693665"/>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揺する</a:t>
            </a:r>
          </a:p>
        </p:txBody>
      </p:sp>
      <p:sp>
        <p:nvSpPr>
          <p:cNvPr id="23" name="TextBox 22"/>
          <p:cNvSpPr txBox="1"/>
          <p:nvPr/>
        </p:nvSpPr>
        <p:spPr>
          <a:xfrm>
            <a:off x="2987346" y="5703309"/>
            <a:ext cx="2577813" cy="58356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個性</a:t>
            </a:r>
            <a:endPar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24" name="TextBox 23"/>
          <p:cNvSpPr txBox="1"/>
          <p:nvPr/>
        </p:nvSpPr>
        <p:spPr>
          <a:xfrm>
            <a:off x="2987346" y="5018264"/>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生きる</a:t>
            </a:r>
          </a:p>
        </p:txBody>
      </p:sp>
      <p:sp>
        <p:nvSpPr>
          <p:cNvPr id="25" name="TextBox 24"/>
          <p:cNvSpPr txBox="1"/>
          <p:nvPr/>
        </p:nvSpPr>
        <p:spPr>
          <a:xfrm>
            <a:off x="2987346" y="4333219"/>
            <a:ext cx="2577813" cy="58356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時代</a:t>
            </a:r>
          </a:p>
        </p:txBody>
      </p:sp>
      <p:sp>
        <p:nvSpPr>
          <p:cNvPr id="26" name="TextBox 25"/>
          <p:cNvSpPr txBox="1"/>
          <p:nvPr/>
        </p:nvSpPr>
        <p:spPr>
          <a:xfrm>
            <a:off x="2987346" y="2354248"/>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動揺</a:t>
            </a:r>
          </a:p>
        </p:txBody>
      </p:sp>
      <p:sp>
        <p:nvSpPr>
          <p:cNvPr id="28" name="TextBox 27"/>
          <p:cNvSpPr txBox="1"/>
          <p:nvPr/>
        </p:nvSpPr>
        <p:spPr>
          <a:xfrm>
            <a:off x="2987346" y="2980482"/>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暮らす</a:t>
            </a:r>
          </a:p>
        </p:txBody>
      </p:sp>
      <p:sp>
        <p:nvSpPr>
          <p:cNvPr id="29" name="TextBox 28"/>
          <p:cNvSpPr txBox="1"/>
          <p:nvPr/>
        </p:nvSpPr>
        <p:spPr>
          <a:xfrm>
            <a:off x="2987346" y="3648174"/>
            <a:ext cx="2577813" cy="58356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励ます</a:t>
            </a:r>
          </a:p>
        </p:txBody>
      </p:sp>
      <p:sp>
        <p:nvSpPr>
          <p:cNvPr id="38" name="TextBox 37"/>
          <p:cNvSpPr txBox="1"/>
          <p:nvPr/>
        </p:nvSpPr>
        <p:spPr>
          <a:xfrm>
            <a:off x="5927000" y="1016940"/>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認める</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9" name="TextBox 38"/>
          <p:cNvSpPr txBox="1"/>
          <p:nvPr/>
        </p:nvSpPr>
        <p:spPr>
          <a:xfrm>
            <a:off x="5927000" y="5703309"/>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消費する</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0" name="TextBox 39"/>
          <p:cNvSpPr txBox="1"/>
          <p:nvPr/>
        </p:nvSpPr>
        <p:spPr>
          <a:xfrm>
            <a:off x="5926999" y="5018263"/>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許可</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1" name="TextBox 40"/>
          <p:cNvSpPr txBox="1"/>
          <p:nvPr/>
        </p:nvSpPr>
        <p:spPr>
          <a:xfrm>
            <a:off x="5927000" y="4333219"/>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許す</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2" name="TextBox 41"/>
          <p:cNvSpPr txBox="1"/>
          <p:nvPr/>
        </p:nvSpPr>
        <p:spPr>
          <a:xfrm>
            <a:off x="5927000" y="1677160"/>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込める</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3" name="TextBox 42"/>
          <p:cNvSpPr txBox="1"/>
          <p:nvPr/>
        </p:nvSpPr>
        <p:spPr>
          <a:xfrm>
            <a:off x="5927000" y="2312790"/>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込む</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4" name="TextBox 43"/>
          <p:cNvSpPr txBox="1"/>
          <p:nvPr/>
        </p:nvSpPr>
        <p:spPr>
          <a:xfrm>
            <a:off x="5926998" y="2980482"/>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振り込む</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5" name="TextBox 44"/>
          <p:cNvSpPr txBox="1"/>
          <p:nvPr/>
        </p:nvSpPr>
        <p:spPr>
          <a:xfrm>
            <a:off x="5927000" y="3648174"/>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飛び込む</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0" name="TextBox 29"/>
          <p:cNvSpPr txBox="1"/>
          <p:nvPr/>
        </p:nvSpPr>
        <p:spPr>
          <a:xfrm>
            <a:off x="8983596" y="961328"/>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消費者</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1" name="TextBox 30"/>
          <p:cNvSpPr txBox="1"/>
          <p:nvPr/>
        </p:nvSpPr>
        <p:spPr>
          <a:xfrm>
            <a:off x="8983596" y="5647697"/>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柿</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2" name="TextBox 31"/>
          <p:cNvSpPr txBox="1"/>
          <p:nvPr/>
        </p:nvSpPr>
        <p:spPr>
          <a:xfrm>
            <a:off x="8983596" y="4962652"/>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ちっとも</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3" name="TextBox 32"/>
          <p:cNvSpPr txBox="1"/>
          <p:nvPr/>
        </p:nvSpPr>
        <p:spPr>
          <a:xfrm>
            <a:off x="8983596" y="4277607"/>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印象</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4" name="TextBox 33"/>
          <p:cNvSpPr txBox="1"/>
          <p:nvPr/>
        </p:nvSpPr>
        <p:spPr>
          <a:xfrm>
            <a:off x="8983596" y="1601715"/>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開発する</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5" name="TextBox 34"/>
          <p:cNvSpPr txBox="1"/>
          <p:nvPr/>
        </p:nvSpPr>
        <p:spPr>
          <a:xfrm>
            <a:off x="8983596" y="2257178"/>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実話</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6" name="TextBox 35"/>
          <p:cNvSpPr txBox="1"/>
          <p:nvPr/>
        </p:nvSpPr>
        <p:spPr>
          <a:xfrm>
            <a:off x="8983596" y="2924870"/>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感想</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7" name="TextBox 36"/>
          <p:cNvSpPr txBox="1"/>
          <p:nvPr/>
        </p:nvSpPr>
        <p:spPr>
          <a:xfrm>
            <a:off x="8983596" y="3592562"/>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述べる</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6" name="TextBox 45"/>
          <p:cNvSpPr txBox="1"/>
          <p:nvPr/>
        </p:nvSpPr>
        <p:spPr>
          <a:xfrm>
            <a:off x="339005" y="2327499"/>
            <a:ext cx="2285865"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小鳥</a:t>
            </a:r>
            <a:endParaRPr kumimoji="0" lang="en-US" altLang="ja-JP"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Tree>
    <p:extLst>
      <p:ext uri="{BB962C8B-B14F-4D97-AF65-F5344CB8AC3E}">
        <p14:creationId xmlns:p14="http://schemas.microsoft.com/office/powerpoint/2010/main" val="220984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1000"/>
                                        <p:tgtEl>
                                          <p:spTgt spid="46"/>
                                        </p:tgtEl>
                                      </p:cBhvr>
                                    </p:animEffect>
                                    <p:anim calcmode="lin" valueType="num">
                                      <p:cBhvr>
                                        <p:cTn id="29" dur="1000" fill="hold"/>
                                        <p:tgtEl>
                                          <p:spTgt spid="46"/>
                                        </p:tgtEl>
                                        <p:attrNameLst>
                                          <p:attrName>ppt_x</p:attrName>
                                        </p:attrNameLst>
                                      </p:cBhvr>
                                      <p:tavLst>
                                        <p:tav tm="0">
                                          <p:val>
                                            <p:strVal val="#ppt_x"/>
                                          </p:val>
                                        </p:tav>
                                        <p:tav tm="100000">
                                          <p:val>
                                            <p:strVal val="#ppt_x"/>
                                          </p:val>
                                        </p:tav>
                                      </p:tavLst>
                                    </p:anim>
                                    <p:anim calcmode="lin" valueType="num">
                                      <p:cBhvr>
                                        <p:cTn id="3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1000"/>
                                        <p:tgtEl>
                                          <p:spTgt spid="7"/>
                                        </p:tgtEl>
                                      </p:cBhvr>
                                    </p:animEffect>
                                    <p:anim calcmode="lin" valueType="num">
                                      <p:cBhvr>
                                        <p:cTn id="64" dur="1000" fill="hold"/>
                                        <p:tgtEl>
                                          <p:spTgt spid="7"/>
                                        </p:tgtEl>
                                        <p:attrNameLst>
                                          <p:attrName>ppt_x</p:attrName>
                                        </p:attrNameLst>
                                      </p:cBhvr>
                                      <p:tavLst>
                                        <p:tav tm="0">
                                          <p:val>
                                            <p:strVal val="#ppt_x"/>
                                          </p:val>
                                        </p:tav>
                                        <p:tav tm="100000">
                                          <p:val>
                                            <p:strVal val="#ppt_x"/>
                                          </p:val>
                                        </p:tav>
                                      </p:tavLst>
                                    </p:anim>
                                    <p:anim calcmode="lin" valueType="num">
                                      <p:cBhvr>
                                        <p:cTn id="6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1000"/>
                                        <p:tgtEl>
                                          <p:spTgt spid="6"/>
                                        </p:tgtEl>
                                      </p:cBhvr>
                                    </p:animEffect>
                                    <p:anim calcmode="lin" valueType="num">
                                      <p:cBhvr>
                                        <p:cTn id="71" dur="1000" fill="hold"/>
                                        <p:tgtEl>
                                          <p:spTgt spid="6"/>
                                        </p:tgtEl>
                                        <p:attrNameLst>
                                          <p:attrName>ppt_x</p:attrName>
                                        </p:attrNameLst>
                                      </p:cBhvr>
                                      <p:tavLst>
                                        <p:tav tm="0">
                                          <p:val>
                                            <p:strVal val="#ppt_x"/>
                                          </p:val>
                                        </p:tav>
                                        <p:tav tm="100000">
                                          <p:val>
                                            <p:strVal val="#ppt_x"/>
                                          </p:val>
                                        </p:tav>
                                      </p:tavLst>
                                    </p:anim>
                                    <p:anim calcmode="lin" valueType="num">
                                      <p:cBhvr>
                                        <p:cTn id="7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1000"/>
                                        <p:tgtEl>
                                          <p:spTgt spid="22"/>
                                        </p:tgtEl>
                                      </p:cBhvr>
                                    </p:animEffect>
                                    <p:anim calcmode="lin" valueType="num">
                                      <p:cBhvr>
                                        <p:cTn id="78" dur="1000" fill="hold"/>
                                        <p:tgtEl>
                                          <p:spTgt spid="22"/>
                                        </p:tgtEl>
                                        <p:attrNameLst>
                                          <p:attrName>ppt_x</p:attrName>
                                        </p:attrNameLst>
                                      </p:cBhvr>
                                      <p:tavLst>
                                        <p:tav tm="0">
                                          <p:val>
                                            <p:strVal val="#ppt_x"/>
                                          </p:val>
                                        </p:tav>
                                        <p:tav tm="100000">
                                          <p:val>
                                            <p:strVal val="#ppt_x"/>
                                          </p:val>
                                        </p:tav>
                                      </p:tavLst>
                                    </p:anim>
                                    <p:anim calcmode="lin" valueType="num">
                                      <p:cBhvr>
                                        <p:cTn id="7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1000"/>
                                        <p:tgtEl>
                                          <p:spTgt spid="26"/>
                                        </p:tgtEl>
                                      </p:cBhvr>
                                    </p:animEffect>
                                    <p:anim calcmode="lin" valueType="num">
                                      <p:cBhvr>
                                        <p:cTn id="85" dur="1000" fill="hold"/>
                                        <p:tgtEl>
                                          <p:spTgt spid="26"/>
                                        </p:tgtEl>
                                        <p:attrNameLst>
                                          <p:attrName>ppt_x</p:attrName>
                                        </p:attrNameLst>
                                      </p:cBhvr>
                                      <p:tavLst>
                                        <p:tav tm="0">
                                          <p:val>
                                            <p:strVal val="#ppt_x"/>
                                          </p:val>
                                        </p:tav>
                                        <p:tav tm="100000">
                                          <p:val>
                                            <p:strVal val="#ppt_x"/>
                                          </p:val>
                                        </p:tav>
                                      </p:tavLst>
                                    </p:anim>
                                    <p:anim calcmode="lin" valueType="num">
                                      <p:cBhvr>
                                        <p:cTn id="8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fade">
                                      <p:cBhvr>
                                        <p:cTn id="91" dur="1000"/>
                                        <p:tgtEl>
                                          <p:spTgt spid="28"/>
                                        </p:tgtEl>
                                      </p:cBhvr>
                                    </p:animEffect>
                                    <p:anim calcmode="lin" valueType="num">
                                      <p:cBhvr>
                                        <p:cTn id="92" dur="1000" fill="hold"/>
                                        <p:tgtEl>
                                          <p:spTgt spid="28"/>
                                        </p:tgtEl>
                                        <p:attrNameLst>
                                          <p:attrName>ppt_x</p:attrName>
                                        </p:attrNameLst>
                                      </p:cBhvr>
                                      <p:tavLst>
                                        <p:tav tm="0">
                                          <p:val>
                                            <p:strVal val="#ppt_x"/>
                                          </p:val>
                                        </p:tav>
                                        <p:tav tm="100000">
                                          <p:val>
                                            <p:strVal val="#ppt_x"/>
                                          </p:val>
                                        </p:tav>
                                      </p:tavLst>
                                    </p:anim>
                                    <p:anim calcmode="lin" valueType="num">
                                      <p:cBhvr>
                                        <p:cTn id="9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1000"/>
                                        <p:tgtEl>
                                          <p:spTgt spid="29"/>
                                        </p:tgtEl>
                                      </p:cBhvr>
                                    </p:animEffect>
                                    <p:anim calcmode="lin" valueType="num">
                                      <p:cBhvr>
                                        <p:cTn id="99" dur="1000" fill="hold"/>
                                        <p:tgtEl>
                                          <p:spTgt spid="29"/>
                                        </p:tgtEl>
                                        <p:attrNameLst>
                                          <p:attrName>ppt_x</p:attrName>
                                        </p:attrNameLst>
                                      </p:cBhvr>
                                      <p:tavLst>
                                        <p:tav tm="0">
                                          <p:val>
                                            <p:strVal val="#ppt_x"/>
                                          </p:val>
                                        </p:tav>
                                        <p:tav tm="100000">
                                          <p:val>
                                            <p:strVal val="#ppt_x"/>
                                          </p:val>
                                        </p:tav>
                                      </p:tavLst>
                                    </p:anim>
                                    <p:anim calcmode="lin" valueType="num">
                                      <p:cBhvr>
                                        <p:cTn id="10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1000"/>
                                        <p:tgtEl>
                                          <p:spTgt spid="25"/>
                                        </p:tgtEl>
                                      </p:cBhvr>
                                    </p:animEffect>
                                    <p:anim calcmode="lin" valueType="num">
                                      <p:cBhvr>
                                        <p:cTn id="106" dur="1000" fill="hold"/>
                                        <p:tgtEl>
                                          <p:spTgt spid="25"/>
                                        </p:tgtEl>
                                        <p:attrNameLst>
                                          <p:attrName>ppt_x</p:attrName>
                                        </p:attrNameLst>
                                      </p:cBhvr>
                                      <p:tavLst>
                                        <p:tav tm="0">
                                          <p:val>
                                            <p:strVal val="#ppt_x"/>
                                          </p:val>
                                        </p:tav>
                                        <p:tav tm="100000">
                                          <p:val>
                                            <p:strVal val="#ppt_x"/>
                                          </p:val>
                                        </p:tav>
                                      </p:tavLst>
                                    </p:anim>
                                    <p:anim calcmode="lin" valueType="num">
                                      <p:cBhvr>
                                        <p:cTn id="10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4"/>
                                        </p:tgtEl>
                                        <p:attrNameLst>
                                          <p:attrName>style.visibility</p:attrName>
                                        </p:attrNameLst>
                                      </p:cBhvr>
                                      <p:to>
                                        <p:strVal val="visible"/>
                                      </p:to>
                                    </p:set>
                                    <p:animEffect transition="in" filter="fade">
                                      <p:cBhvr>
                                        <p:cTn id="112" dur="1000"/>
                                        <p:tgtEl>
                                          <p:spTgt spid="24"/>
                                        </p:tgtEl>
                                      </p:cBhvr>
                                    </p:animEffect>
                                    <p:anim calcmode="lin" valueType="num">
                                      <p:cBhvr>
                                        <p:cTn id="113" dur="1000" fill="hold"/>
                                        <p:tgtEl>
                                          <p:spTgt spid="24"/>
                                        </p:tgtEl>
                                        <p:attrNameLst>
                                          <p:attrName>ppt_x</p:attrName>
                                        </p:attrNameLst>
                                      </p:cBhvr>
                                      <p:tavLst>
                                        <p:tav tm="0">
                                          <p:val>
                                            <p:strVal val="#ppt_x"/>
                                          </p:val>
                                        </p:tav>
                                        <p:tav tm="100000">
                                          <p:val>
                                            <p:strVal val="#ppt_x"/>
                                          </p:val>
                                        </p:tav>
                                      </p:tavLst>
                                    </p:anim>
                                    <p:anim calcmode="lin" valueType="num">
                                      <p:cBhvr>
                                        <p:cTn id="11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23"/>
                                        </p:tgtEl>
                                        <p:attrNameLst>
                                          <p:attrName>style.visibility</p:attrName>
                                        </p:attrNameLst>
                                      </p:cBhvr>
                                      <p:to>
                                        <p:strVal val="visible"/>
                                      </p:to>
                                    </p:set>
                                    <p:animEffect transition="in" filter="fade">
                                      <p:cBhvr>
                                        <p:cTn id="119" dur="1000"/>
                                        <p:tgtEl>
                                          <p:spTgt spid="23"/>
                                        </p:tgtEl>
                                      </p:cBhvr>
                                    </p:animEffect>
                                    <p:anim calcmode="lin" valueType="num">
                                      <p:cBhvr>
                                        <p:cTn id="120" dur="1000" fill="hold"/>
                                        <p:tgtEl>
                                          <p:spTgt spid="23"/>
                                        </p:tgtEl>
                                        <p:attrNameLst>
                                          <p:attrName>ppt_x</p:attrName>
                                        </p:attrNameLst>
                                      </p:cBhvr>
                                      <p:tavLst>
                                        <p:tav tm="0">
                                          <p:val>
                                            <p:strVal val="#ppt_x"/>
                                          </p:val>
                                        </p:tav>
                                        <p:tav tm="100000">
                                          <p:val>
                                            <p:strVal val="#ppt_x"/>
                                          </p:val>
                                        </p:tav>
                                      </p:tavLst>
                                    </p:anim>
                                    <p:anim calcmode="lin" valueType="num">
                                      <p:cBhvr>
                                        <p:cTn id="12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38"/>
                                        </p:tgtEl>
                                        <p:attrNameLst>
                                          <p:attrName>style.visibility</p:attrName>
                                        </p:attrNameLst>
                                      </p:cBhvr>
                                      <p:to>
                                        <p:strVal val="visible"/>
                                      </p:to>
                                    </p:set>
                                    <p:animEffect transition="in" filter="fade">
                                      <p:cBhvr>
                                        <p:cTn id="126" dur="1000"/>
                                        <p:tgtEl>
                                          <p:spTgt spid="38"/>
                                        </p:tgtEl>
                                      </p:cBhvr>
                                    </p:animEffect>
                                    <p:anim calcmode="lin" valueType="num">
                                      <p:cBhvr>
                                        <p:cTn id="127" dur="1000" fill="hold"/>
                                        <p:tgtEl>
                                          <p:spTgt spid="38"/>
                                        </p:tgtEl>
                                        <p:attrNameLst>
                                          <p:attrName>ppt_x</p:attrName>
                                        </p:attrNameLst>
                                      </p:cBhvr>
                                      <p:tavLst>
                                        <p:tav tm="0">
                                          <p:val>
                                            <p:strVal val="#ppt_x"/>
                                          </p:val>
                                        </p:tav>
                                        <p:tav tm="100000">
                                          <p:val>
                                            <p:strVal val="#ppt_x"/>
                                          </p:val>
                                        </p:tav>
                                      </p:tavLst>
                                    </p:anim>
                                    <p:anim calcmode="lin" valueType="num">
                                      <p:cBhvr>
                                        <p:cTn id="128"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42"/>
                                        </p:tgtEl>
                                        <p:attrNameLst>
                                          <p:attrName>style.visibility</p:attrName>
                                        </p:attrNameLst>
                                      </p:cBhvr>
                                      <p:to>
                                        <p:strVal val="visible"/>
                                      </p:to>
                                    </p:set>
                                    <p:animEffect transition="in" filter="fade">
                                      <p:cBhvr>
                                        <p:cTn id="133" dur="1000"/>
                                        <p:tgtEl>
                                          <p:spTgt spid="42"/>
                                        </p:tgtEl>
                                      </p:cBhvr>
                                    </p:animEffect>
                                    <p:anim calcmode="lin" valueType="num">
                                      <p:cBhvr>
                                        <p:cTn id="134" dur="1000" fill="hold"/>
                                        <p:tgtEl>
                                          <p:spTgt spid="42"/>
                                        </p:tgtEl>
                                        <p:attrNameLst>
                                          <p:attrName>ppt_x</p:attrName>
                                        </p:attrNameLst>
                                      </p:cBhvr>
                                      <p:tavLst>
                                        <p:tav tm="0">
                                          <p:val>
                                            <p:strVal val="#ppt_x"/>
                                          </p:val>
                                        </p:tav>
                                        <p:tav tm="100000">
                                          <p:val>
                                            <p:strVal val="#ppt_x"/>
                                          </p:val>
                                        </p:tav>
                                      </p:tavLst>
                                    </p:anim>
                                    <p:anim calcmode="lin" valueType="num">
                                      <p:cBhvr>
                                        <p:cTn id="135"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43"/>
                                        </p:tgtEl>
                                        <p:attrNameLst>
                                          <p:attrName>style.visibility</p:attrName>
                                        </p:attrNameLst>
                                      </p:cBhvr>
                                      <p:to>
                                        <p:strVal val="visible"/>
                                      </p:to>
                                    </p:set>
                                    <p:animEffect transition="in" filter="fade">
                                      <p:cBhvr>
                                        <p:cTn id="140" dur="1000"/>
                                        <p:tgtEl>
                                          <p:spTgt spid="43"/>
                                        </p:tgtEl>
                                      </p:cBhvr>
                                    </p:animEffect>
                                    <p:anim calcmode="lin" valueType="num">
                                      <p:cBhvr>
                                        <p:cTn id="141" dur="1000" fill="hold"/>
                                        <p:tgtEl>
                                          <p:spTgt spid="43"/>
                                        </p:tgtEl>
                                        <p:attrNameLst>
                                          <p:attrName>ppt_x</p:attrName>
                                        </p:attrNameLst>
                                      </p:cBhvr>
                                      <p:tavLst>
                                        <p:tav tm="0">
                                          <p:val>
                                            <p:strVal val="#ppt_x"/>
                                          </p:val>
                                        </p:tav>
                                        <p:tav tm="100000">
                                          <p:val>
                                            <p:strVal val="#ppt_x"/>
                                          </p:val>
                                        </p:tav>
                                      </p:tavLst>
                                    </p:anim>
                                    <p:anim calcmode="lin" valueType="num">
                                      <p:cBhvr>
                                        <p:cTn id="142"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grpId="0" nodeType="clickEffect">
                                  <p:stCondLst>
                                    <p:cond delay="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7" dur="1000"/>
                                        <p:tgtEl>
                                          <p:spTgt spid="44"/>
                                        </p:tgtEl>
                                      </p:cBhvr>
                                    </p:animEffect>
                                    <p:anim calcmode="lin" valueType="num">
                                      <p:cBhvr>
                                        <p:cTn id="148" dur="1000" fill="hold"/>
                                        <p:tgtEl>
                                          <p:spTgt spid="44"/>
                                        </p:tgtEl>
                                        <p:attrNameLst>
                                          <p:attrName>ppt_x</p:attrName>
                                        </p:attrNameLst>
                                      </p:cBhvr>
                                      <p:tavLst>
                                        <p:tav tm="0">
                                          <p:val>
                                            <p:strVal val="#ppt_x"/>
                                          </p:val>
                                        </p:tav>
                                        <p:tav tm="100000">
                                          <p:val>
                                            <p:strVal val="#ppt_x"/>
                                          </p:val>
                                        </p:tav>
                                      </p:tavLst>
                                    </p:anim>
                                    <p:anim calcmode="lin" valueType="num">
                                      <p:cBhvr>
                                        <p:cTn id="149"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45"/>
                                        </p:tgtEl>
                                        <p:attrNameLst>
                                          <p:attrName>style.visibility</p:attrName>
                                        </p:attrNameLst>
                                      </p:cBhvr>
                                      <p:to>
                                        <p:strVal val="visible"/>
                                      </p:to>
                                    </p:set>
                                    <p:animEffect transition="in" filter="fade">
                                      <p:cBhvr>
                                        <p:cTn id="154" dur="1000"/>
                                        <p:tgtEl>
                                          <p:spTgt spid="45"/>
                                        </p:tgtEl>
                                      </p:cBhvr>
                                    </p:animEffect>
                                    <p:anim calcmode="lin" valueType="num">
                                      <p:cBhvr>
                                        <p:cTn id="155" dur="1000" fill="hold"/>
                                        <p:tgtEl>
                                          <p:spTgt spid="45"/>
                                        </p:tgtEl>
                                        <p:attrNameLst>
                                          <p:attrName>ppt_x</p:attrName>
                                        </p:attrNameLst>
                                      </p:cBhvr>
                                      <p:tavLst>
                                        <p:tav tm="0">
                                          <p:val>
                                            <p:strVal val="#ppt_x"/>
                                          </p:val>
                                        </p:tav>
                                        <p:tav tm="100000">
                                          <p:val>
                                            <p:strVal val="#ppt_x"/>
                                          </p:val>
                                        </p:tav>
                                      </p:tavLst>
                                    </p:anim>
                                    <p:anim calcmode="lin" valueType="num">
                                      <p:cBhvr>
                                        <p:cTn id="156"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42" presetClass="entr" presetSubtype="0" fill="hold" grpId="0" nodeType="clickEffect">
                                  <p:stCondLst>
                                    <p:cond delay="0"/>
                                  </p:stCondLst>
                                  <p:childTnLst>
                                    <p:set>
                                      <p:cBhvr>
                                        <p:cTn id="160" dur="1" fill="hold">
                                          <p:stCondLst>
                                            <p:cond delay="0"/>
                                          </p:stCondLst>
                                        </p:cTn>
                                        <p:tgtEl>
                                          <p:spTgt spid="41"/>
                                        </p:tgtEl>
                                        <p:attrNameLst>
                                          <p:attrName>style.visibility</p:attrName>
                                        </p:attrNameLst>
                                      </p:cBhvr>
                                      <p:to>
                                        <p:strVal val="visible"/>
                                      </p:to>
                                    </p:set>
                                    <p:animEffect transition="in" filter="fade">
                                      <p:cBhvr>
                                        <p:cTn id="161" dur="1000"/>
                                        <p:tgtEl>
                                          <p:spTgt spid="41"/>
                                        </p:tgtEl>
                                      </p:cBhvr>
                                    </p:animEffect>
                                    <p:anim calcmode="lin" valueType="num">
                                      <p:cBhvr>
                                        <p:cTn id="162" dur="1000" fill="hold"/>
                                        <p:tgtEl>
                                          <p:spTgt spid="41"/>
                                        </p:tgtEl>
                                        <p:attrNameLst>
                                          <p:attrName>ppt_x</p:attrName>
                                        </p:attrNameLst>
                                      </p:cBhvr>
                                      <p:tavLst>
                                        <p:tav tm="0">
                                          <p:val>
                                            <p:strVal val="#ppt_x"/>
                                          </p:val>
                                        </p:tav>
                                        <p:tav tm="100000">
                                          <p:val>
                                            <p:strVal val="#ppt_x"/>
                                          </p:val>
                                        </p:tav>
                                      </p:tavLst>
                                    </p:anim>
                                    <p:anim calcmode="lin" valueType="num">
                                      <p:cBhvr>
                                        <p:cTn id="163"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42" presetClass="entr" presetSubtype="0" fill="hold" grpId="0" nodeType="clickEffect">
                                  <p:stCondLst>
                                    <p:cond delay="0"/>
                                  </p:stCondLst>
                                  <p:childTnLst>
                                    <p:set>
                                      <p:cBhvr>
                                        <p:cTn id="167" dur="1" fill="hold">
                                          <p:stCondLst>
                                            <p:cond delay="0"/>
                                          </p:stCondLst>
                                        </p:cTn>
                                        <p:tgtEl>
                                          <p:spTgt spid="40"/>
                                        </p:tgtEl>
                                        <p:attrNameLst>
                                          <p:attrName>style.visibility</p:attrName>
                                        </p:attrNameLst>
                                      </p:cBhvr>
                                      <p:to>
                                        <p:strVal val="visible"/>
                                      </p:to>
                                    </p:set>
                                    <p:animEffect transition="in" filter="fade">
                                      <p:cBhvr>
                                        <p:cTn id="168" dur="1000"/>
                                        <p:tgtEl>
                                          <p:spTgt spid="40"/>
                                        </p:tgtEl>
                                      </p:cBhvr>
                                    </p:animEffect>
                                    <p:anim calcmode="lin" valueType="num">
                                      <p:cBhvr>
                                        <p:cTn id="169" dur="1000" fill="hold"/>
                                        <p:tgtEl>
                                          <p:spTgt spid="40"/>
                                        </p:tgtEl>
                                        <p:attrNameLst>
                                          <p:attrName>ppt_x</p:attrName>
                                        </p:attrNameLst>
                                      </p:cBhvr>
                                      <p:tavLst>
                                        <p:tav tm="0">
                                          <p:val>
                                            <p:strVal val="#ppt_x"/>
                                          </p:val>
                                        </p:tav>
                                        <p:tav tm="100000">
                                          <p:val>
                                            <p:strVal val="#ppt_x"/>
                                          </p:val>
                                        </p:tav>
                                      </p:tavLst>
                                    </p:anim>
                                    <p:anim calcmode="lin" valueType="num">
                                      <p:cBhvr>
                                        <p:cTn id="170"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42" presetClass="entr" presetSubtype="0" fill="hold" grpId="0" nodeType="clickEffect">
                                  <p:stCondLst>
                                    <p:cond delay="0"/>
                                  </p:stCondLst>
                                  <p:childTnLst>
                                    <p:set>
                                      <p:cBhvr>
                                        <p:cTn id="174" dur="1" fill="hold">
                                          <p:stCondLst>
                                            <p:cond delay="0"/>
                                          </p:stCondLst>
                                        </p:cTn>
                                        <p:tgtEl>
                                          <p:spTgt spid="39"/>
                                        </p:tgtEl>
                                        <p:attrNameLst>
                                          <p:attrName>style.visibility</p:attrName>
                                        </p:attrNameLst>
                                      </p:cBhvr>
                                      <p:to>
                                        <p:strVal val="visible"/>
                                      </p:to>
                                    </p:set>
                                    <p:animEffect transition="in" filter="fade">
                                      <p:cBhvr>
                                        <p:cTn id="175" dur="1000"/>
                                        <p:tgtEl>
                                          <p:spTgt spid="39"/>
                                        </p:tgtEl>
                                      </p:cBhvr>
                                    </p:animEffect>
                                    <p:anim calcmode="lin" valueType="num">
                                      <p:cBhvr>
                                        <p:cTn id="176" dur="1000" fill="hold"/>
                                        <p:tgtEl>
                                          <p:spTgt spid="39"/>
                                        </p:tgtEl>
                                        <p:attrNameLst>
                                          <p:attrName>ppt_x</p:attrName>
                                        </p:attrNameLst>
                                      </p:cBhvr>
                                      <p:tavLst>
                                        <p:tav tm="0">
                                          <p:val>
                                            <p:strVal val="#ppt_x"/>
                                          </p:val>
                                        </p:tav>
                                        <p:tav tm="100000">
                                          <p:val>
                                            <p:strVal val="#ppt_x"/>
                                          </p:val>
                                        </p:tav>
                                      </p:tavLst>
                                    </p:anim>
                                    <p:anim calcmode="lin" valueType="num">
                                      <p:cBhvr>
                                        <p:cTn id="177"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42" presetClass="entr" presetSubtype="0" fill="hold" grpId="0" nodeType="clickEffect">
                                  <p:stCondLst>
                                    <p:cond delay="0"/>
                                  </p:stCondLst>
                                  <p:childTnLst>
                                    <p:set>
                                      <p:cBhvr>
                                        <p:cTn id="181" dur="1" fill="hold">
                                          <p:stCondLst>
                                            <p:cond delay="0"/>
                                          </p:stCondLst>
                                        </p:cTn>
                                        <p:tgtEl>
                                          <p:spTgt spid="30"/>
                                        </p:tgtEl>
                                        <p:attrNameLst>
                                          <p:attrName>style.visibility</p:attrName>
                                        </p:attrNameLst>
                                      </p:cBhvr>
                                      <p:to>
                                        <p:strVal val="visible"/>
                                      </p:to>
                                    </p:set>
                                    <p:animEffect transition="in" filter="fade">
                                      <p:cBhvr>
                                        <p:cTn id="182" dur="1000"/>
                                        <p:tgtEl>
                                          <p:spTgt spid="30"/>
                                        </p:tgtEl>
                                      </p:cBhvr>
                                    </p:animEffect>
                                    <p:anim calcmode="lin" valueType="num">
                                      <p:cBhvr>
                                        <p:cTn id="183" dur="1000" fill="hold"/>
                                        <p:tgtEl>
                                          <p:spTgt spid="30"/>
                                        </p:tgtEl>
                                        <p:attrNameLst>
                                          <p:attrName>ppt_x</p:attrName>
                                        </p:attrNameLst>
                                      </p:cBhvr>
                                      <p:tavLst>
                                        <p:tav tm="0">
                                          <p:val>
                                            <p:strVal val="#ppt_x"/>
                                          </p:val>
                                        </p:tav>
                                        <p:tav tm="100000">
                                          <p:val>
                                            <p:strVal val="#ppt_x"/>
                                          </p:val>
                                        </p:tav>
                                      </p:tavLst>
                                    </p:anim>
                                    <p:anim calcmode="lin" valueType="num">
                                      <p:cBhvr>
                                        <p:cTn id="18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42" presetClass="entr" presetSubtype="0" fill="hold" grpId="0" nodeType="clickEffect">
                                  <p:stCondLst>
                                    <p:cond delay="0"/>
                                  </p:stCondLst>
                                  <p:childTnLst>
                                    <p:set>
                                      <p:cBhvr>
                                        <p:cTn id="188" dur="1" fill="hold">
                                          <p:stCondLst>
                                            <p:cond delay="0"/>
                                          </p:stCondLst>
                                        </p:cTn>
                                        <p:tgtEl>
                                          <p:spTgt spid="34"/>
                                        </p:tgtEl>
                                        <p:attrNameLst>
                                          <p:attrName>style.visibility</p:attrName>
                                        </p:attrNameLst>
                                      </p:cBhvr>
                                      <p:to>
                                        <p:strVal val="visible"/>
                                      </p:to>
                                    </p:set>
                                    <p:animEffect transition="in" filter="fade">
                                      <p:cBhvr>
                                        <p:cTn id="189" dur="1000"/>
                                        <p:tgtEl>
                                          <p:spTgt spid="34"/>
                                        </p:tgtEl>
                                      </p:cBhvr>
                                    </p:animEffect>
                                    <p:anim calcmode="lin" valueType="num">
                                      <p:cBhvr>
                                        <p:cTn id="190" dur="1000" fill="hold"/>
                                        <p:tgtEl>
                                          <p:spTgt spid="34"/>
                                        </p:tgtEl>
                                        <p:attrNameLst>
                                          <p:attrName>ppt_x</p:attrName>
                                        </p:attrNameLst>
                                      </p:cBhvr>
                                      <p:tavLst>
                                        <p:tav tm="0">
                                          <p:val>
                                            <p:strVal val="#ppt_x"/>
                                          </p:val>
                                        </p:tav>
                                        <p:tav tm="100000">
                                          <p:val>
                                            <p:strVal val="#ppt_x"/>
                                          </p:val>
                                        </p:tav>
                                      </p:tavLst>
                                    </p:anim>
                                    <p:anim calcmode="lin" valueType="num">
                                      <p:cBhvr>
                                        <p:cTn id="191"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92" fill="hold">
                      <p:stCondLst>
                        <p:cond delay="indefinite"/>
                      </p:stCondLst>
                      <p:childTnLst>
                        <p:par>
                          <p:cTn id="193" fill="hold">
                            <p:stCondLst>
                              <p:cond delay="0"/>
                            </p:stCondLst>
                            <p:childTnLst>
                              <p:par>
                                <p:cTn id="194" presetID="42" presetClass="entr" presetSubtype="0" fill="hold" grpId="0" nodeType="clickEffect">
                                  <p:stCondLst>
                                    <p:cond delay="0"/>
                                  </p:stCondLst>
                                  <p:childTnLst>
                                    <p:set>
                                      <p:cBhvr>
                                        <p:cTn id="195" dur="1" fill="hold">
                                          <p:stCondLst>
                                            <p:cond delay="0"/>
                                          </p:stCondLst>
                                        </p:cTn>
                                        <p:tgtEl>
                                          <p:spTgt spid="35"/>
                                        </p:tgtEl>
                                        <p:attrNameLst>
                                          <p:attrName>style.visibility</p:attrName>
                                        </p:attrNameLst>
                                      </p:cBhvr>
                                      <p:to>
                                        <p:strVal val="visible"/>
                                      </p:to>
                                    </p:set>
                                    <p:animEffect transition="in" filter="fade">
                                      <p:cBhvr>
                                        <p:cTn id="196" dur="1000"/>
                                        <p:tgtEl>
                                          <p:spTgt spid="35"/>
                                        </p:tgtEl>
                                      </p:cBhvr>
                                    </p:animEffect>
                                    <p:anim calcmode="lin" valueType="num">
                                      <p:cBhvr>
                                        <p:cTn id="197" dur="1000" fill="hold"/>
                                        <p:tgtEl>
                                          <p:spTgt spid="35"/>
                                        </p:tgtEl>
                                        <p:attrNameLst>
                                          <p:attrName>ppt_x</p:attrName>
                                        </p:attrNameLst>
                                      </p:cBhvr>
                                      <p:tavLst>
                                        <p:tav tm="0">
                                          <p:val>
                                            <p:strVal val="#ppt_x"/>
                                          </p:val>
                                        </p:tav>
                                        <p:tav tm="100000">
                                          <p:val>
                                            <p:strVal val="#ppt_x"/>
                                          </p:val>
                                        </p:tav>
                                      </p:tavLst>
                                    </p:anim>
                                    <p:anim calcmode="lin" valueType="num">
                                      <p:cBhvr>
                                        <p:cTn id="198"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ID="42" presetClass="entr" presetSubtype="0" fill="hold" grpId="0" nodeType="clickEffect">
                                  <p:stCondLst>
                                    <p:cond delay="0"/>
                                  </p:stCondLst>
                                  <p:childTnLst>
                                    <p:set>
                                      <p:cBhvr>
                                        <p:cTn id="202" dur="1" fill="hold">
                                          <p:stCondLst>
                                            <p:cond delay="0"/>
                                          </p:stCondLst>
                                        </p:cTn>
                                        <p:tgtEl>
                                          <p:spTgt spid="36"/>
                                        </p:tgtEl>
                                        <p:attrNameLst>
                                          <p:attrName>style.visibility</p:attrName>
                                        </p:attrNameLst>
                                      </p:cBhvr>
                                      <p:to>
                                        <p:strVal val="visible"/>
                                      </p:to>
                                    </p:set>
                                    <p:animEffect transition="in" filter="fade">
                                      <p:cBhvr>
                                        <p:cTn id="203" dur="1000"/>
                                        <p:tgtEl>
                                          <p:spTgt spid="36"/>
                                        </p:tgtEl>
                                      </p:cBhvr>
                                    </p:animEffect>
                                    <p:anim calcmode="lin" valueType="num">
                                      <p:cBhvr>
                                        <p:cTn id="204" dur="1000" fill="hold"/>
                                        <p:tgtEl>
                                          <p:spTgt spid="36"/>
                                        </p:tgtEl>
                                        <p:attrNameLst>
                                          <p:attrName>ppt_x</p:attrName>
                                        </p:attrNameLst>
                                      </p:cBhvr>
                                      <p:tavLst>
                                        <p:tav tm="0">
                                          <p:val>
                                            <p:strVal val="#ppt_x"/>
                                          </p:val>
                                        </p:tav>
                                        <p:tav tm="100000">
                                          <p:val>
                                            <p:strVal val="#ppt_x"/>
                                          </p:val>
                                        </p:tav>
                                      </p:tavLst>
                                    </p:anim>
                                    <p:anim calcmode="lin" valueType="num">
                                      <p:cBhvr>
                                        <p:cTn id="205"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206" fill="hold">
                      <p:stCondLst>
                        <p:cond delay="indefinite"/>
                      </p:stCondLst>
                      <p:childTnLst>
                        <p:par>
                          <p:cTn id="207" fill="hold">
                            <p:stCondLst>
                              <p:cond delay="0"/>
                            </p:stCondLst>
                            <p:childTnLst>
                              <p:par>
                                <p:cTn id="208" presetID="42" presetClass="entr" presetSubtype="0" fill="hold" grpId="0" nodeType="clickEffect">
                                  <p:stCondLst>
                                    <p:cond delay="0"/>
                                  </p:stCondLst>
                                  <p:childTnLst>
                                    <p:set>
                                      <p:cBhvr>
                                        <p:cTn id="209" dur="1" fill="hold">
                                          <p:stCondLst>
                                            <p:cond delay="0"/>
                                          </p:stCondLst>
                                        </p:cTn>
                                        <p:tgtEl>
                                          <p:spTgt spid="37"/>
                                        </p:tgtEl>
                                        <p:attrNameLst>
                                          <p:attrName>style.visibility</p:attrName>
                                        </p:attrNameLst>
                                      </p:cBhvr>
                                      <p:to>
                                        <p:strVal val="visible"/>
                                      </p:to>
                                    </p:set>
                                    <p:animEffect transition="in" filter="fade">
                                      <p:cBhvr>
                                        <p:cTn id="210" dur="1000"/>
                                        <p:tgtEl>
                                          <p:spTgt spid="37"/>
                                        </p:tgtEl>
                                      </p:cBhvr>
                                    </p:animEffect>
                                    <p:anim calcmode="lin" valueType="num">
                                      <p:cBhvr>
                                        <p:cTn id="211" dur="1000" fill="hold"/>
                                        <p:tgtEl>
                                          <p:spTgt spid="37"/>
                                        </p:tgtEl>
                                        <p:attrNameLst>
                                          <p:attrName>ppt_x</p:attrName>
                                        </p:attrNameLst>
                                      </p:cBhvr>
                                      <p:tavLst>
                                        <p:tav tm="0">
                                          <p:val>
                                            <p:strVal val="#ppt_x"/>
                                          </p:val>
                                        </p:tav>
                                        <p:tav tm="100000">
                                          <p:val>
                                            <p:strVal val="#ppt_x"/>
                                          </p:val>
                                        </p:tav>
                                      </p:tavLst>
                                    </p:anim>
                                    <p:anim calcmode="lin" valueType="num">
                                      <p:cBhvr>
                                        <p:cTn id="212"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42" presetClass="entr" presetSubtype="0" fill="hold" grpId="0" nodeType="clickEffect">
                                  <p:stCondLst>
                                    <p:cond delay="0"/>
                                  </p:stCondLst>
                                  <p:childTnLst>
                                    <p:set>
                                      <p:cBhvr>
                                        <p:cTn id="216" dur="1" fill="hold">
                                          <p:stCondLst>
                                            <p:cond delay="0"/>
                                          </p:stCondLst>
                                        </p:cTn>
                                        <p:tgtEl>
                                          <p:spTgt spid="33"/>
                                        </p:tgtEl>
                                        <p:attrNameLst>
                                          <p:attrName>style.visibility</p:attrName>
                                        </p:attrNameLst>
                                      </p:cBhvr>
                                      <p:to>
                                        <p:strVal val="visible"/>
                                      </p:to>
                                    </p:set>
                                    <p:animEffect transition="in" filter="fade">
                                      <p:cBhvr>
                                        <p:cTn id="217" dur="1000"/>
                                        <p:tgtEl>
                                          <p:spTgt spid="33"/>
                                        </p:tgtEl>
                                      </p:cBhvr>
                                    </p:animEffect>
                                    <p:anim calcmode="lin" valueType="num">
                                      <p:cBhvr>
                                        <p:cTn id="218" dur="1000" fill="hold"/>
                                        <p:tgtEl>
                                          <p:spTgt spid="33"/>
                                        </p:tgtEl>
                                        <p:attrNameLst>
                                          <p:attrName>ppt_x</p:attrName>
                                        </p:attrNameLst>
                                      </p:cBhvr>
                                      <p:tavLst>
                                        <p:tav tm="0">
                                          <p:val>
                                            <p:strVal val="#ppt_x"/>
                                          </p:val>
                                        </p:tav>
                                        <p:tav tm="100000">
                                          <p:val>
                                            <p:strVal val="#ppt_x"/>
                                          </p:val>
                                        </p:tav>
                                      </p:tavLst>
                                    </p:anim>
                                    <p:anim calcmode="lin" valueType="num">
                                      <p:cBhvr>
                                        <p:cTn id="21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20" fill="hold">
                      <p:stCondLst>
                        <p:cond delay="indefinite"/>
                      </p:stCondLst>
                      <p:childTnLst>
                        <p:par>
                          <p:cTn id="221" fill="hold">
                            <p:stCondLst>
                              <p:cond delay="0"/>
                            </p:stCondLst>
                            <p:childTnLst>
                              <p:par>
                                <p:cTn id="222" presetID="42" presetClass="entr" presetSubtype="0" fill="hold" grpId="0" nodeType="clickEffect">
                                  <p:stCondLst>
                                    <p:cond delay="0"/>
                                  </p:stCondLst>
                                  <p:childTnLst>
                                    <p:set>
                                      <p:cBhvr>
                                        <p:cTn id="223" dur="1" fill="hold">
                                          <p:stCondLst>
                                            <p:cond delay="0"/>
                                          </p:stCondLst>
                                        </p:cTn>
                                        <p:tgtEl>
                                          <p:spTgt spid="32"/>
                                        </p:tgtEl>
                                        <p:attrNameLst>
                                          <p:attrName>style.visibility</p:attrName>
                                        </p:attrNameLst>
                                      </p:cBhvr>
                                      <p:to>
                                        <p:strVal val="visible"/>
                                      </p:to>
                                    </p:set>
                                    <p:animEffect transition="in" filter="fade">
                                      <p:cBhvr>
                                        <p:cTn id="224" dur="1000"/>
                                        <p:tgtEl>
                                          <p:spTgt spid="32"/>
                                        </p:tgtEl>
                                      </p:cBhvr>
                                    </p:animEffect>
                                    <p:anim calcmode="lin" valueType="num">
                                      <p:cBhvr>
                                        <p:cTn id="225" dur="1000" fill="hold"/>
                                        <p:tgtEl>
                                          <p:spTgt spid="32"/>
                                        </p:tgtEl>
                                        <p:attrNameLst>
                                          <p:attrName>ppt_x</p:attrName>
                                        </p:attrNameLst>
                                      </p:cBhvr>
                                      <p:tavLst>
                                        <p:tav tm="0">
                                          <p:val>
                                            <p:strVal val="#ppt_x"/>
                                          </p:val>
                                        </p:tav>
                                        <p:tav tm="100000">
                                          <p:val>
                                            <p:strVal val="#ppt_x"/>
                                          </p:val>
                                        </p:tav>
                                      </p:tavLst>
                                    </p:anim>
                                    <p:anim calcmode="lin" valueType="num">
                                      <p:cBhvr>
                                        <p:cTn id="22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27" fill="hold">
                      <p:stCondLst>
                        <p:cond delay="indefinite"/>
                      </p:stCondLst>
                      <p:childTnLst>
                        <p:par>
                          <p:cTn id="228" fill="hold">
                            <p:stCondLst>
                              <p:cond delay="0"/>
                            </p:stCondLst>
                            <p:childTnLst>
                              <p:par>
                                <p:cTn id="229" presetID="42" presetClass="entr" presetSubtype="0" fill="hold" grpId="0" nodeType="clickEffect">
                                  <p:stCondLst>
                                    <p:cond delay="0"/>
                                  </p:stCondLst>
                                  <p:childTnLst>
                                    <p:set>
                                      <p:cBhvr>
                                        <p:cTn id="230" dur="1" fill="hold">
                                          <p:stCondLst>
                                            <p:cond delay="0"/>
                                          </p:stCondLst>
                                        </p:cTn>
                                        <p:tgtEl>
                                          <p:spTgt spid="31"/>
                                        </p:tgtEl>
                                        <p:attrNameLst>
                                          <p:attrName>style.visibility</p:attrName>
                                        </p:attrNameLst>
                                      </p:cBhvr>
                                      <p:to>
                                        <p:strVal val="visible"/>
                                      </p:to>
                                    </p:set>
                                    <p:animEffect transition="in" filter="fade">
                                      <p:cBhvr>
                                        <p:cTn id="231" dur="1000"/>
                                        <p:tgtEl>
                                          <p:spTgt spid="31"/>
                                        </p:tgtEl>
                                      </p:cBhvr>
                                    </p:animEffect>
                                    <p:anim calcmode="lin" valueType="num">
                                      <p:cBhvr>
                                        <p:cTn id="232" dur="1000" fill="hold"/>
                                        <p:tgtEl>
                                          <p:spTgt spid="31"/>
                                        </p:tgtEl>
                                        <p:attrNameLst>
                                          <p:attrName>ppt_x</p:attrName>
                                        </p:attrNameLst>
                                      </p:cBhvr>
                                      <p:tavLst>
                                        <p:tav tm="0">
                                          <p:val>
                                            <p:strVal val="#ppt_x"/>
                                          </p:val>
                                        </p:tav>
                                        <p:tav tm="100000">
                                          <p:val>
                                            <p:strVal val="#ppt_x"/>
                                          </p:val>
                                        </p:tav>
                                      </p:tavLst>
                                    </p:anim>
                                    <p:anim calcmode="lin" valueType="num">
                                      <p:cBhvr>
                                        <p:cTn id="23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0" grpId="0" bldLvl="0" animBg="1"/>
      <p:bldP spid="11" grpId="0" animBg="1"/>
      <p:bldP spid="12" grpId="0" bldLvl="0" animBg="1"/>
      <p:bldP spid="13" grpId="0" bldLvl="0" animBg="1"/>
      <p:bldP spid="22" grpId="0" bldLvl="0" animBg="1"/>
      <p:bldP spid="23" grpId="0" bldLvl="0" animBg="1"/>
      <p:bldP spid="24" grpId="0" bldLvl="0" animBg="1"/>
      <p:bldP spid="25" grpId="0" bldLvl="0" animBg="1"/>
      <p:bldP spid="26" grpId="0" bldLvl="0" animBg="1"/>
      <p:bldP spid="28" grpId="0" bldLvl="0" animBg="1"/>
      <p:bldP spid="29" grpId="0" bldLvl="0" animBg="1"/>
      <p:bldP spid="38" grpId="0" bldLvl="0" animBg="1"/>
      <p:bldP spid="39" grpId="0" bldLvl="0" animBg="1"/>
      <p:bldP spid="40" grpId="0" bldLvl="0" animBg="1"/>
      <p:bldP spid="41" grpId="0" bldLvl="0" animBg="1"/>
      <p:bldP spid="42" grpId="0" bldLvl="0" animBg="1"/>
      <p:bldP spid="43" grpId="0" bldLvl="0" animBg="1"/>
      <p:bldP spid="44" grpId="0" bldLvl="0" animBg="1"/>
      <p:bldP spid="45" grpId="0" bldLvl="0" animBg="1"/>
      <p:bldP spid="30" grpId="0" bldLvl="0" animBg="1"/>
      <p:bldP spid="31" grpId="0" bldLvl="0" animBg="1"/>
      <p:bldP spid="32" grpId="0" bldLvl="0" animBg="1"/>
      <p:bldP spid="33" grpId="0" bldLvl="0" animBg="1"/>
      <p:bldP spid="34" grpId="0" bldLvl="0" animBg="1"/>
      <p:bldP spid="35" grpId="0" bldLvl="0" animBg="1"/>
      <p:bldP spid="36" grpId="0" bldLvl="0" animBg="1"/>
      <p:bldP spid="37" grpId="0" bldLvl="0" animBg="1"/>
      <p:bldP spid="46"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066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読み物</a:t>
            </a:r>
            <a:endParaRPr lang="ja-JP" sz="1600"/>
          </a:p>
        </p:txBody>
      </p:sp>
      <p:sp>
        <p:nvSpPr>
          <p:cNvPr id="6" name="t 6"/>
          <p:cNvSpPr txBox="1"/>
          <p:nvPr/>
        </p:nvSpPr>
        <p:spPr>
          <a:xfrm>
            <a:off x="1935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私の好きな詩</a:t>
            </a:r>
            <a:endParaRPr lang="ja-JP" sz="1400"/>
          </a:p>
        </p:txBody>
      </p:sp>
      <p:sp>
        <p:nvSpPr>
          <p:cNvPr id="7" name="paper 7"/>
          <p:cNvSpPr/>
          <p:nvPr/>
        </p:nvSpPr>
        <p:spPr>
          <a:xfrm>
            <a:off x="2194560" y="914400"/>
            <a:ext cx="7772400" cy="5760720"/>
          </a:xfrm>
          <a:prstGeom prst="roundRect">
            <a:avLst>
              <a:gd name="adj" fmla="val 4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8" name="t 8"/>
          <p:cNvSpPr txBox="1"/>
          <p:nvPr/>
        </p:nvSpPr>
        <p:spPr>
          <a:xfrm>
            <a:off x="2651760" y="1143000"/>
            <a:ext cx="6858000" cy="5486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800" b="1" dirty="0">
                <a:solidFill>
                  <a:srgbClr val="1F271D"/>
                </a:solidFill>
                <a:latin typeface="Meiryo"/>
                <a:ea typeface="Meiryo"/>
                <a:cs typeface="Meiryo"/>
              </a:rPr>
              <a:t>わたしと小鳥とすずと</a:t>
            </a:r>
            <a:endParaRPr lang="ja-JP" sz="2800"/>
          </a:p>
        </p:txBody>
      </p:sp>
      <p:sp>
        <p:nvSpPr>
          <p:cNvPr id="9" name="t 9"/>
          <p:cNvSpPr txBox="1"/>
          <p:nvPr/>
        </p:nvSpPr>
        <p:spPr>
          <a:xfrm>
            <a:off x="2651760" y="1691640"/>
            <a:ext cx="6858000" cy="365760"/>
          </a:xfrm>
          <a:prstGeom prst="rect">
            <a:avLst/>
          </a:prstGeom>
          <a:noFill/>
          <a:ln>
            <a:noFill/>
          </a:ln>
        </p:spPr>
        <p:txBody>
          <a:bodyPr wrap="square" lIns="0" tIns="0" rIns="0" bIns="0" rtlCol="0" anchor="ctr">
            <a:noAutofit/>
          </a:bodyPr>
          <a:lstStyle/>
          <a:p>
            <a:pPr algn="r">
              <a:lnSpc>
                <a:spcPct val="115000"/>
              </a:lnSpc>
              <a:spcBef>
                <a:spcPts val="0"/>
              </a:spcBef>
              <a:spcAft>
                <a:spcPts val="200"/>
              </a:spcAft>
              <a:buNone/>
            </a:pPr>
            <a:r>
              <a:rPr lang="ja-JP" altLang="en-US" sz="1800" b="0" dirty="0">
                <a:solidFill>
                  <a:srgbClr val="7A6F62"/>
                </a:solidFill>
                <a:latin typeface="Meiryo"/>
                <a:ea typeface="Meiryo"/>
                <a:cs typeface="Meiryo"/>
              </a:rPr>
              <a:t>金子みすゞ</a:t>
            </a:r>
            <a:endParaRPr lang="ja-JP" sz="1800"/>
          </a:p>
        </p:txBody>
      </p:sp>
      <p:sp>
        <p:nvSpPr>
          <p:cNvPr id="10" name="t 10"/>
          <p:cNvSpPr txBox="1"/>
          <p:nvPr/>
        </p:nvSpPr>
        <p:spPr>
          <a:xfrm>
            <a:off x="2926080" y="2194560"/>
            <a:ext cx="6583680" cy="1609344"/>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わたしが両手をひろげても、</a:t>
            </a:r>
            <a:endParaRPr lang="ja-JP" sz="2200"/>
          </a:p>
          <a:p>
            <a:pPr algn="l">
              <a:lnSpc>
                <a:spcPct val="118000"/>
              </a:lnSpc>
              <a:spcBef>
                <a:spcPts val="0"/>
              </a:spcBef>
              <a:spcAft>
                <a:spcPts val="200"/>
              </a:spcAft>
              <a:buNone/>
            </a:pPr>
            <a:r>
              <a:rPr lang="ja-JP" altLang="en-US" sz="2200" b="0" dirty="0">
                <a:solidFill>
                  <a:srgbClr val="1F271D"/>
                </a:solidFill>
                <a:latin typeface="Meiryo"/>
                <a:ea typeface="Meiryo"/>
                <a:cs typeface="Meiryo"/>
              </a:rPr>
              <a:t>お空はちっとも飛べないが、</a:t>
            </a:r>
            <a:endParaRPr lang="ja-JP" sz="2200"/>
          </a:p>
          <a:p>
            <a:pPr algn="l">
              <a:lnSpc>
                <a:spcPct val="118000"/>
              </a:lnSpc>
              <a:spcBef>
                <a:spcPts val="0"/>
              </a:spcBef>
              <a:spcAft>
                <a:spcPts val="200"/>
              </a:spcAft>
              <a:buNone/>
            </a:pPr>
            <a:r>
              <a:rPr lang="ja-JP" altLang="en-US" sz="2200" b="0" dirty="0">
                <a:solidFill>
                  <a:srgbClr val="1F271D"/>
                </a:solidFill>
                <a:latin typeface="Meiryo"/>
                <a:ea typeface="Meiryo"/>
                <a:cs typeface="Meiryo"/>
              </a:rPr>
              <a:t>飛べる小鳥はわたしのように、</a:t>
            </a:r>
            <a:endParaRPr lang="ja-JP" sz="2200"/>
          </a:p>
          <a:p>
            <a:pPr algn="l">
              <a:lnSpc>
                <a:spcPct val="118000"/>
              </a:lnSpc>
              <a:spcBef>
                <a:spcPts val="0"/>
              </a:spcBef>
              <a:spcAft>
                <a:spcPts val="200"/>
              </a:spcAft>
              <a:buNone/>
            </a:pPr>
            <a:r>
              <a:rPr lang="ja-JP" altLang="en-US" sz="2200" b="0" dirty="0">
                <a:solidFill>
                  <a:srgbClr val="1F271D"/>
                </a:solidFill>
                <a:latin typeface="Meiryo"/>
                <a:ea typeface="Meiryo"/>
                <a:cs typeface="Meiryo"/>
              </a:rPr>
              <a:t>地面を速くは走れない。</a:t>
            </a:r>
            <a:endParaRPr lang="ja-JP" sz="2200"/>
          </a:p>
        </p:txBody>
      </p:sp>
      <p:sp>
        <p:nvSpPr>
          <p:cNvPr id="11" name="t 11"/>
          <p:cNvSpPr txBox="1"/>
          <p:nvPr/>
        </p:nvSpPr>
        <p:spPr>
          <a:xfrm>
            <a:off x="2926080" y="3913632"/>
            <a:ext cx="6583680" cy="1609344"/>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わたしがからだをゆすっても、</a:t>
            </a:r>
            <a:endParaRPr lang="ja-JP" sz="2200"/>
          </a:p>
          <a:p>
            <a:pPr algn="l">
              <a:lnSpc>
                <a:spcPct val="118000"/>
              </a:lnSpc>
              <a:spcBef>
                <a:spcPts val="0"/>
              </a:spcBef>
              <a:spcAft>
                <a:spcPts val="200"/>
              </a:spcAft>
              <a:buNone/>
            </a:pPr>
            <a:r>
              <a:rPr lang="ja-JP" altLang="en-US" sz="2200" b="0" dirty="0">
                <a:solidFill>
                  <a:srgbClr val="1F271D"/>
                </a:solidFill>
                <a:latin typeface="Meiryo"/>
                <a:ea typeface="Meiryo"/>
                <a:cs typeface="Meiryo"/>
              </a:rPr>
              <a:t>きれいな音はでないけど、</a:t>
            </a:r>
            <a:endParaRPr lang="ja-JP" sz="2200"/>
          </a:p>
          <a:p>
            <a:pPr algn="l">
              <a:lnSpc>
                <a:spcPct val="118000"/>
              </a:lnSpc>
              <a:spcBef>
                <a:spcPts val="0"/>
              </a:spcBef>
              <a:spcAft>
                <a:spcPts val="200"/>
              </a:spcAft>
              <a:buNone/>
            </a:pPr>
            <a:r>
              <a:rPr lang="ja-JP" altLang="en-US" sz="2200" b="0" dirty="0">
                <a:solidFill>
                  <a:srgbClr val="1F271D"/>
                </a:solidFill>
                <a:latin typeface="Meiryo"/>
                <a:ea typeface="Meiryo"/>
                <a:cs typeface="Meiryo"/>
              </a:rPr>
              <a:t>あの鳴るすずはわたしのように、</a:t>
            </a:r>
            <a:endParaRPr lang="ja-JP" sz="2200"/>
          </a:p>
          <a:p>
            <a:pPr algn="l">
              <a:lnSpc>
                <a:spcPct val="118000"/>
              </a:lnSpc>
              <a:spcBef>
                <a:spcPts val="0"/>
              </a:spcBef>
              <a:spcAft>
                <a:spcPts val="200"/>
              </a:spcAft>
              <a:buNone/>
            </a:pPr>
            <a:r>
              <a:rPr lang="ja-JP" altLang="en-US" sz="2200" b="0" dirty="0">
                <a:solidFill>
                  <a:srgbClr val="1F271D"/>
                </a:solidFill>
                <a:latin typeface="Meiryo"/>
                <a:ea typeface="Meiryo"/>
                <a:cs typeface="Meiryo"/>
              </a:rPr>
              <a:t>たくさんの唄は知らないよ。</a:t>
            </a:r>
            <a:endParaRPr lang="ja-JP" sz="2200"/>
          </a:p>
        </p:txBody>
      </p:sp>
      <p:sp>
        <p:nvSpPr>
          <p:cNvPr id="12" name="t 12"/>
          <p:cNvSpPr txBox="1"/>
          <p:nvPr/>
        </p:nvSpPr>
        <p:spPr>
          <a:xfrm>
            <a:off x="2926080" y="5632704"/>
            <a:ext cx="6583680" cy="804672"/>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すずと、小鳥と、それからわたし、</a:t>
            </a:r>
            <a:endParaRPr lang="ja-JP" sz="2200"/>
          </a:p>
          <a:p>
            <a:pPr algn="l">
              <a:lnSpc>
                <a:spcPct val="118000"/>
              </a:lnSpc>
              <a:spcBef>
                <a:spcPts val="0"/>
              </a:spcBef>
              <a:spcAft>
                <a:spcPts val="200"/>
              </a:spcAft>
              <a:buNone/>
            </a:pPr>
            <a:r>
              <a:rPr lang="ja-JP" altLang="en-US" sz="2200" b="1" dirty="0">
                <a:solidFill>
                  <a:srgbClr val="A64B31"/>
                </a:solidFill>
                <a:highlight>
                  <a:srgbClr val="F9E2A0"/>
                </a:highlight>
                <a:latin typeface="Meiryo"/>
                <a:ea typeface="Meiryo"/>
                <a:cs typeface="Meiryo"/>
              </a:rPr>
              <a:t>みんなちがって、みんないい。</a:t>
            </a:r>
            <a:endParaRPr lang="ja-JP" sz="22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066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読み物</a:t>
            </a:r>
            <a:endParaRPr lang="ja-JP" sz="1600"/>
          </a:p>
        </p:txBody>
      </p:sp>
      <p:sp>
        <p:nvSpPr>
          <p:cNvPr id="6" name="t 6"/>
          <p:cNvSpPr txBox="1"/>
          <p:nvPr/>
        </p:nvSpPr>
        <p:spPr>
          <a:xfrm>
            <a:off x="1935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私の好きな詩（1/2）</a:t>
            </a:r>
            <a:endParaRPr lang="ja-JP" sz="1400"/>
          </a:p>
        </p:txBody>
      </p:sp>
      <p:sp>
        <p:nvSpPr>
          <p:cNvPr id="7" name="reading 7"/>
          <p:cNvSpPr txBox="1"/>
          <p:nvPr/>
        </p:nvSpPr>
        <p:spPr>
          <a:xfrm>
            <a:off x="685800" y="960120"/>
            <a:ext cx="10820095" cy="4830064"/>
          </a:xfrm>
          <a:prstGeom prst="roundRect">
            <a:avLst>
              <a:gd name="adj" fmla="val 3000"/>
            </a:avLst>
          </a:prstGeom>
          <a:solidFill>
            <a:srgbClr val="FFFFFF"/>
          </a:solidFill>
          <a:ln w="12700">
            <a:solidFill>
              <a:srgbClr val="DBCCBA"/>
            </a:solidFill>
          </a:ln>
          <a:effectLst>
            <a:outerShdw blurRad="63500" dist="38100" dir="5400000" algn="t" rotWithShape="0">
              <a:srgbClr val="000000">
                <a:alpha val="22000"/>
              </a:srgbClr>
            </a:outerShdw>
          </a:effectLst>
        </p:spPr>
        <p:txBody>
          <a:bodyPr wrap="square" lIns="274320" tIns="274320" rIns="274320" bIns="274320" rtlCol="0" anchor="t">
            <a:noAutofit/>
          </a:bodyPr>
          <a:lstStyle/>
          <a:p>
            <a:pPr algn="l">
              <a:lnSpc>
                <a:spcPct val="140000"/>
              </a:lnSpc>
              <a:spcBef>
                <a:spcPts val="0"/>
              </a:spcBef>
              <a:spcAft>
                <a:spcPts val="600"/>
              </a:spcAft>
              <a:buNone/>
            </a:pPr>
            <a:r>
              <a:rPr lang="ja-JP" altLang="en-US" sz="2200" b="0" dirty="0">
                <a:solidFill>
                  <a:srgbClr val="1F271D"/>
                </a:solidFill>
                <a:latin typeface="Meiryo"/>
                <a:ea typeface="Meiryo"/>
                <a:cs typeface="Meiryo"/>
              </a:rPr>
              <a:t>　私の好きな詩は金子みすゞの「わたしと小鳥とすずと」という詩です。この詩に出合ったときの感動は忘れ</a:t>
            </a:r>
            <a:r>
              <a:rPr lang="ja-JP" altLang="en-US" sz="2200" b="1" dirty="0">
                <a:solidFill>
                  <a:srgbClr val="A64B31"/>
                </a:solidFill>
                <a:highlight>
                  <a:srgbClr val="F9E2A0"/>
                </a:highlight>
                <a:latin typeface="Meiryo"/>
                <a:ea typeface="Meiryo"/>
                <a:cs typeface="Meiryo"/>
              </a:rPr>
              <a:t>がたい</a:t>
            </a:r>
            <a:r>
              <a:rPr lang="ja-JP" altLang="en-US" sz="2200" b="0" dirty="0">
                <a:solidFill>
                  <a:srgbClr val="1F271D"/>
                </a:solidFill>
                <a:latin typeface="Meiryo"/>
                <a:ea typeface="Meiryo"/>
                <a:cs typeface="Meiryo"/>
              </a:rPr>
              <a:t>ものです。初めてこの詩を読んだのは中学のときでした。父の仕事の都合で、長い間海外で暮らした私は、帰国後うまく言葉が話せず、何でも人より遅れがちでした。どうしてみんなと同じ</a:t>
            </a:r>
            <a:r>
              <a:rPr lang="ja-JP" altLang="en-US" sz="2200" b="1" dirty="0">
                <a:solidFill>
                  <a:srgbClr val="A64B31"/>
                </a:solidFill>
                <a:highlight>
                  <a:srgbClr val="F9E2A0"/>
                </a:highlight>
                <a:latin typeface="Meiryo"/>
                <a:ea typeface="Meiryo"/>
                <a:cs typeface="Meiryo"/>
              </a:rPr>
              <a:t>ように</a:t>
            </a:r>
            <a:r>
              <a:rPr lang="ja-JP" altLang="en-US" sz="2200" b="0" dirty="0">
                <a:solidFill>
                  <a:srgbClr val="1F271D"/>
                </a:solidFill>
                <a:latin typeface="Meiryo"/>
                <a:ea typeface="Meiryo"/>
                <a:cs typeface="Meiryo"/>
              </a:rPr>
              <a:t>できないのだろうと悩んでいました。</a:t>
            </a:r>
            <a:endParaRPr lang="ja-JP" sz="2200"/>
          </a:p>
          <a:p>
            <a:pPr algn="l">
              <a:lnSpc>
                <a:spcPct val="140000"/>
              </a:lnSpc>
              <a:spcBef>
                <a:spcPts val="0"/>
              </a:spcBef>
              <a:spcAft>
                <a:spcPts val="600"/>
              </a:spcAft>
              <a:buNone/>
            </a:pPr>
            <a:r>
              <a:rPr lang="ja-JP" altLang="en-US" sz="2200" b="0" dirty="0">
                <a:solidFill>
                  <a:srgbClr val="1F271D"/>
                </a:solidFill>
                <a:latin typeface="Meiryo"/>
                <a:ea typeface="Meiryo"/>
                <a:cs typeface="Meiryo"/>
              </a:rPr>
              <a:t>　そんなとき「みんなちがって、みんないい」という言葉に出合い、とても励まされたのです。そして、時間がたつ</a:t>
            </a:r>
            <a:r>
              <a:rPr lang="ja-JP" altLang="en-US" sz="2200" b="1" dirty="0">
                <a:solidFill>
                  <a:srgbClr val="A64B31"/>
                </a:solidFill>
                <a:highlight>
                  <a:srgbClr val="F9E2A0"/>
                </a:highlight>
                <a:latin typeface="Meiryo"/>
                <a:ea typeface="Meiryo"/>
                <a:cs typeface="Meiryo"/>
              </a:rPr>
              <a:t>とともに</a:t>
            </a:r>
            <a:r>
              <a:rPr lang="ja-JP" altLang="en-US" sz="2200" b="0" dirty="0">
                <a:solidFill>
                  <a:srgbClr val="1F271D"/>
                </a:solidFill>
                <a:latin typeface="Meiryo"/>
                <a:ea typeface="Meiryo"/>
                <a:cs typeface="Meiryo"/>
              </a:rPr>
              <a:t>、そんな悩みも消えていきました。</a:t>
            </a:r>
            <a:endParaRPr lang="ja-JP" sz="220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066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読み物</a:t>
            </a:r>
            <a:endParaRPr lang="ja-JP" sz="1600"/>
          </a:p>
        </p:txBody>
      </p:sp>
      <p:sp>
        <p:nvSpPr>
          <p:cNvPr id="6" name="t 6"/>
          <p:cNvSpPr txBox="1"/>
          <p:nvPr/>
        </p:nvSpPr>
        <p:spPr>
          <a:xfrm>
            <a:off x="1935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私の好きな詩（2/2）</a:t>
            </a:r>
            <a:endParaRPr lang="ja-JP" sz="1400"/>
          </a:p>
        </p:txBody>
      </p:sp>
      <p:sp>
        <p:nvSpPr>
          <p:cNvPr id="7" name="reading 7"/>
          <p:cNvSpPr txBox="1"/>
          <p:nvPr/>
        </p:nvSpPr>
        <p:spPr>
          <a:xfrm>
            <a:off x="685800" y="960120"/>
            <a:ext cx="10820095" cy="3796284"/>
          </a:xfrm>
          <a:prstGeom prst="roundRect">
            <a:avLst>
              <a:gd name="adj" fmla="val 3000"/>
            </a:avLst>
          </a:prstGeom>
          <a:solidFill>
            <a:srgbClr val="FFFFFF"/>
          </a:solidFill>
          <a:ln w="12700">
            <a:solidFill>
              <a:srgbClr val="DBCCBA"/>
            </a:solidFill>
          </a:ln>
          <a:effectLst>
            <a:outerShdw blurRad="63500" dist="38100" dir="5400000" algn="t" rotWithShape="0">
              <a:srgbClr val="000000">
                <a:alpha val="22000"/>
              </a:srgbClr>
            </a:outerShdw>
          </a:effectLst>
        </p:spPr>
        <p:txBody>
          <a:bodyPr wrap="square" lIns="274320" tIns="274320" rIns="274320" bIns="274320" rtlCol="0" anchor="t">
            <a:noAutofit/>
          </a:bodyPr>
          <a:lstStyle/>
          <a:p>
            <a:pPr algn="l">
              <a:lnSpc>
                <a:spcPct val="140000"/>
              </a:lnSpc>
              <a:spcBef>
                <a:spcPts val="0"/>
              </a:spcBef>
              <a:spcAft>
                <a:spcPts val="600"/>
              </a:spcAft>
              <a:buNone/>
            </a:pPr>
            <a:r>
              <a:rPr lang="ja-JP" altLang="en-US" sz="2200" b="0" dirty="0">
                <a:solidFill>
                  <a:srgbClr val="1F271D"/>
                </a:solidFill>
                <a:latin typeface="Meiryo"/>
                <a:ea typeface="Meiryo"/>
                <a:cs typeface="Meiryo"/>
              </a:rPr>
              <a:t>　あとで知ったのですが、金子みすゞの人生は決して明るいものではなかったそうです。彼女が生きた時代は、一人一人の個性や違いが大切にされていませんでした。この詩は自分らしさを認められなかった彼女の経験</a:t>
            </a:r>
            <a:r>
              <a:rPr lang="ja-JP" altLang="en-US" sz="2200" b="1" dirty="0">
                <a:solidFill>
                  <a:srgbClr val="A64B31"/>
                </a:solidFill>
                <a:highlight>
                  <a:srgbClr val="F9E2A0"/>
                </a:highlight>
                <a:latin typeface="Meiryo"/>
                <a:ea typeface="Meiryo"/>
                <a:cs typeface="Meiryo"/>
              </a:rPr>
              <a:t>をもとにして</a:t>
            </a:r>
            <a:r>
              <a:rPr lang="ja-JP" altLang="en-US" sz="2200" b="0" dirty="0">
                <a:solidFill>
                  <a:srgbClr val="1F271D"/>
                </a:solidFill>
                <a:latin typeface="Meiryo"/>
                <a:ea typeface="Meiryo"/>
                <a:cs typeface="Meiryo"/>
              </a:rPr>
              <a:t>書かれている</a:t>
            </a:r>
            <a:r>
              <a:rPr lang="ja-JP" altLang="en-US" sz="2200" b="1" dirty="0">
                <a:solidFill>
                  <a:srgbClr val="A64B31"/>
                </a:solidFill>
                <a:highlight>
                  <a:srgbClr val="F9E2A0"/>
                </a:highlight>
                <a:latin typeface="Meiryo"/>
                <a:ea typeface="Meiryo"/>
                <a:cs typeface="Meiryo"/>
              </a:rPr>
              <a:t>ように</a:t>
            </a:r>
            <a:r>
              <a:rPr lang="ja-JP" altLang="en-US" sz="2200" b="0" dirty="0">
                <a:solidFill>
                  <a:srgbClr val="1F271D"/>
                </a:solidFill>
                <a:latin typeface="Meiryo"/>
                <a:ea typeface="Meiryo"/>
                <a:cs typeface="Meiryo"/>
              </a:rPr>
              <a:t>感じました。</a:t>
            </a:r>
            <a:endParaRPr lang="ja-JP" sz="2200"/>
          </a:p>
          <a:p>
            <a:pPr algn="l">
              <a:lnSpc>
                <a:spcPct val="140000"/>
              </a:lnSpc>
              <a:spcBef>
                <a:spcPts val="0"/>
              </a:spcBef>
              <a:spcAft>
                <a:spcPts val="600"/>
              </a:spcAft>
              <a:buNone/>
            </a:pPr>
            <a:r>
              <a:rPr lang="ja-JP" altLang="en-US" sz="2200" b="0" dirty="0">
                <a:solidFill>
                  <a:srgbClr val="1F271D"/>
                </a:solidFill>
                <a:latin typeface="Meiryo"/>
                <a:ea typeface="Meiryo"/>
                <a:cs typeface="Meiryo"/>
              </a:rPr>
              <a:t>　「みんなちがって、みんないい」という言葉には自分のままで生きていきたいという思いが込められているのだと思います。</a:t>
            </a:r>
            <a:endParaRPr lang="ja-JP" sz="2200"/>
          </a:p>
        </p:txBody>
      </p:sp>
      <p:sp>
        <p:nvSpPr>
          <p:cNvPr id="8" name="t 8"/>
          <p:cNvSpPr txBox="1"/>
          <p:nvPr/>
        </p:nvSpPr>
        <p:spPr>
          <a:xfrm>
            <a:off x="685800" y="4847844"/>
            <a:ext cx="10820095" cy="365760"/>
          </a:xfrm>
          <a:prstGeom prst="rect">
            <a:avLst/>
          </a:prstGeom>
          <a:noFill/>
          <a:ln>
            <a:noFill/>
          </a:ln>
        </p:spPr>
        <p:txBody>
          <a:bodyPr wrap="square" lIns="0" tIns="0" rIns="0" bIns="0" rtlCol="0" anchor="ctr">
            <a:noAutofit/>
          </a:bodyPr>
          <a:lstStyle/>
          <a:p>
            <a:pPr algn="r">
              <a:lnSpc>
                <a:spcPct val="115000"/>
              </a:lnSpc>
              <a:spcBef>
                <a:spcPts val="0"/>
              </a:spcBef>
              <a:spcAft>
                <a:spcPts val="200"/>
              </a:spcAft>
              <a:buNone/>
            </a:pPr>
            <a:r>
              <a:rPr lang="ja-JP" altLang="en-US" sz="1500" b="0" dirty="0">
                <a:solidFill>
                  <a:srgbClr val="7A6F62"/>
                </a:solidFill>
                <a:latin typeface="Meiryo"/>
                <a:ea typeface="Meiryo"/>
                <a:cs typeface="Meiryo"/>
              </a:rPr>
              <a:t>〈佐藤みほ　36歳　会社員〉</a:t>
            </a:r>
            <a:endParaRPr lang="ja-JP" sz="150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1.1</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～がたい</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～しようとしてもできない、～するのは難しい（気持ちの上で）</a:t>
            </a:r>
            <a:endParaRPr lang="ja-JP" sz="1800"/>
          </a:p>
        </p:txBody>
      </p:sp>
      <p:sp>
        <p:nvSpPr>
          <p:cNvPr id="9" name="conn 9"/>
          <p:cNvSpPr/>
          <p:nvPr/>
        </p:nvSpPr>
        <p:spPr>
          <a:xfrm>
            <a:off x="685800" y="2148840"/>
            <a:ext cx="10820095" cy="13716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Vます ＋ </a:t>
            </a:r>
            <a:r>
              <a:rPr lang="ja-JP" altLang="en-US" sz="2200" b="1" dirty="0">
                <a:solidFill>
                  <a:srgbClr val="A64B31"/>
                </a:solidFill>
                <a:highlight>
                  <a:srgbClr val="F9E2A0"/>
                </a:highlight>
                <a:latin typeface="Meiryo"/>
                <a:ea typeface="Meiryo"/>
                <a:cs typeface="Meiryo"/>
              </a:rPr>
              <a:t>がたい</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信じます → 信じ</a:t>
            </a:r>
            <a:r>
              <a:rPr lang="ja-JP" altLang="en-US" sz="1700" b="1" dirty="0">
                <a:solidFill>
                  <a:srgbClr val="A64B31"/>
                </a:solidFill>
                <a:highlight>
                  <a:srgbClr val="F9E2A0"/>
                </a:highlight>
                <a:latin typeface="Meiryo"/>
                <a:ea typeface="Meiryo"/>
                <a:cs typeface="Meiryo"/>
              </a:rPr>
              <a:t>がたい</a:t>
            </a:r>
            <a:endParaRPr lang="ja-JP" sz="1700"/>
          </a:p>
        </p:txBody>
      </p:sp>
      <p:sp>
        <p:nvSpPr>
          <p:cNvPr id="13" name="ex 13"/>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許します → 許し</a:t>
            </a:r>
            <a:r>
              <a:rPr lang="ja-JP" altLang="en-US" sz="1700" b="1" dirty="0">
                <a:solidFill>
                  <a:srgbClr val="A64B31"/>
                </a:solidFill>
                <a:highlight>
                  <a:srgbClr val="F9E2A0"/>
                </a:highlight>
                <a:latin typeface="Meiryo"/>
                <a:ea typeface="Meiryo"/>
                <a:cs typeface="Meiryo"/>
              </a:rPr>
              <a:t>がたい</a:t>
            </a:r>
            <a:endParaRPr lang="ja-JP" sz="1700"/>
          </a:p>
        </p:txBody>
      </p:sp>
      <p:sp>
        <p:nvSpPr>
          <p:cNvPr id="14" name="pill 14"/>
          <p:cNvSpPr txBox="1"/>
          <p:nvPr/>
        </p:nvSpPr>
        <p:spPr>
          <a:xfrm>
            <a:off x="685800" y="3840480"/>
            <a:ext cx="16764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よく使う動詞</a:t>
            </a:r>
            <a:endParaRPr lang="ja-JP" sz="1600"/>
          </a:p>
        </p:txBody>
      </p:sp>
      <p:sp>
        <p:nvSpPr>
          <p:cNvPr id="15" name="body 15"/>
          <p:cNvSpPr txBox="1"/>
          <p:nvPr/>
        </p:nvSpPr>
        <p:spPr>
          <a:xfrm>
            <a:off x="685800"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信じる・許す・理解する・</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受け入れる・想像する・忘れる</a:t>
            </a:r>
            <a:endParaRPr lang="ja-JP" sz="1600"/>
          </a:p>
        </p:txBody>
      </p:sp>
      <p:sp>
        <p:nvSpPr>
          <p:cNvPr id="16" name="rei 16"/>
          <p:cNvSpPr txBox="1"/>
          <p:nvPr/>
        </p:nvSpPr>
        <p:spPr>
          <a:xfrm>
            <a:off x="685800"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17" name="pex 17"/>
          <p:cNvSpPr txBox="1"/>
          <p:nvPr/>
        </p:nvSpPr>
        <p:spPr>
          <a:xfrm>
            <a:off x="1188720" y="52130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信じ</a:t>
            </a:r>
            <a:r>
              <a:rPr lang="ja-JP" altLang="en-US" sz="1700" b="1" dirty="0">
                <a:solidFill>
                  <a:srgbClr val="A64B31"/>
                </a:solidFill>
                <a:highlight>
                  <a:srgbClr val="F9E2A0"/>
                </a:highlight>
                <a:latin typeface="Meiryo"/>
                <a:ea typeface="Meiryo"/>
                <a:cs typeface="Meiryo"/>
              </a:rPr>
              <a:t>がたい</a:t>
            </a:r>
            <a:r>
              <a:rPr lang="ja-JP" altLang="en-US" sz="1700" b="0" dirty="0">
                <a:solidFill>
                  <a:srgbClr val="1F271D"/>
                </a:solidFill>
                <a:latin typeface="Meiryo"/>
                <a:ea typeface="Meiryo"/>
                <a:cs typeface="Meiryo"/>
              </a:rPr>
              <a:t>話ですが、本当です。</a:t>
            </a:r>
            <a:endParaRPr lang="ja-JP" sz="1700"/>
          </a:p>
        </p:txBody>
      </p:sp>
      <p:sp>
        <p:nvSpPr>
          <p:cNvPr id="18" name="vrule 18"/>
          <p:cNvSpPr/>
          <p:nvPr/>
        </p:nvSpPr>
        <p:spPr>
          <a:xfrm>
            <a:off x="4223918" y="3886200"/>
            <a:ext cx="13716" cy="2560320"/>
          </a:xfrm>
          <a:prstGeom prst="rect">
            <a:avLst/>
          </a:prstGeom>
          <a:solidFill>
            <a:srgbClr val="DBCCBA"/>
          </a:solidFill>
          <a:ln>
            <a:noFill/>
          </a:ln>
        </p:spPr>
        <p:txBody>
          <a:bodyPr rtlCol="0" anchor="ctr"/>
          <a:lstStyle/>
          <a:p>
            <a:endParaRPr lang="ja-JP"/>
          </a:p>
        </p:txBody>
      </p:sp>
      <p:sp>
        <p:nvSpPr>
          <p:cNvPr id="19" name="pill 19"/>
          <p:cNvSpPr txBox="1"/>
          <p:nvPr/>
        </p:nvSpPr>
        <p:spPr>
          <a:xfrm>
            <a:off x="4429658" y="3840480"/>
            <a:ext cx="863600"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特徴</a:t>
            </a:r>
            <a:endParaRPr lang="ja-JP" sz="1600"/>
          </a:p>
        </p:txBody>
      </p:sp>
      <p:sp>
        <p:nvSpPr>
          <p:cNvPr id="20" name="body 20"/>
          <p:cNvSpPr txBox="1"/>
          <p:nvPr/>
        </p:nvSpPr>
        <p:spPr>
          <a:xfrm>
            <a:off x="4429658"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自分の気持ちを言うときに使う。</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少し硬い表現。</a:t>
            </a:r>
            <a:endParaRPr lang="ja-JP" sz="1600"/>
          </a:p>
        </p:txBody>
      </p:sp>
      <p:sp>
        <p:nvSpPr>
          <p:cNvPr id="21" name="rei 21"/>
          <p:cNvSpPr txBox="1"/>
          <p:nvPr/>
        </p:nvSpPr>
        <p:spPr>
          <a:xfrm>
            <a:off x="4429658"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2" name="pex 22"/>
          <p:cNvSpPr txBox="1"/>
          <p:nvPr/>
        </p:nvSpPr>
        <p:spPr>
          <a:xfrm>
            <a:off x="4932578" y="52130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この事実は受け入れ</a:t>
            </a:r>
            <a:r>
              <a:rPr lang="ja-JP" altLang="en-US" sz="1700" b="1" dirty="0">
                <a:solidFill>
                  <a:srgbClr val="A64B31"/>
                </a:solidFill>
                <a:highlight>
                  <a:srgbClr val="F9E2A0"/>
                </a:highlight>
                <a:latin typeface="Meiryo"/>
                <a:ea typeface="Meiryo"/>
                <a:cs typeface="Meiryo"/>
              </a:rPr>
              <a:t>がたい</a:t>
            </a:r>
            <a:r>
              <a:rPr lang="ja-JP" altLang="en-US" sz="1700" b="0" dirty="0">
                <a:solidFill>
                  <a:srgbClr val="1F271D"/>
                </a:solidFill>
                <a:latin typeface="Meiryo"/>
                <a:ea typeface="Meiryo"/>
                <a:cs typeface="Meiryo"/>
              </a:rPr>
              <a:t>。</a:t>
            </a:r>
            <a:endParaRPr lang="ja-JP" sz="1700"/>
          </a:p>
        </p:txBody>
      </p:sp>
      <p:sp>
        <p:nvSpPr>
          <p:cNvPr id="23" name="vrule 23"/>
          <p:cNvSpPr/>
          <p:nvPr/>
        </p:nvSpPr>
        <p:spPr>
          <a:xfrm>
            <a:off x="7967777" y="3886200"/>
            <a:ext cx="13716" cy="2560320"/>
          </a:xfrm>
          <a:prstGeom prst="rect">
            <a:avLst/>
          </a:prstGeom>
          <a:solidFill>
            <a:srgbClr val="DBCCBA"/>
          </a:solidFill>
          <a:ln>
            <a:noFill/>
          </a:ln>
        </p:spPr>
        <p:txBody>
          <a:bodyPr rtlCol="0" anchor="ctr"/>
          <a:lstStyle/>
          <a:p>
            <a:endParaRPr lang="ja-JP"/>
          </a:p>
        </p:txBody>
      </p:sp>
      <p:sp>
        <p:nvSpPr>
          <p:cNvPr id="24" name="pill 24"/>
          <p:cNvSpPr txBox="1"/>
          <p:nvPr/>
        </p:nvSpPr>
        <p:spPr>
          <a:xfrm>
            <a:off x="8173517" y="3840480"/>
            <a:ext cx="863600" cy="402336"/>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注意</a:t>
            </a:r>
            <a:endParaRPr lang="ja-JP" sz="1600"/>
          </a:p>
        </p:txBody>
      </p:sp>
      <p:sp>
        <p:nvSpPr>
          <p:cNvPr id="25" name="body 25"/>
          <p:cNvSpPr txBox="1"/>
          <p:nvPr/>
        </p:nvSpPr>
        <p:spPr>
          <a:xfrm>
            <a:off x="8173517"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能力的に「～できない」という意味では使わない。</a:t>
            </a:r>
            <a:endParaRPr lang="ja-JP" sz="1600"/>
          </a:p>
        </p:txBody>
      </p:sp>
      <p:sp>
        <p:nvSpPr>
          <p:cNvPr id="26" name="rei 26"/>
          <p:cNvSpPr txBox="1"/>
          <p:nvPr/>
        </p:nvSpPr>
        <p:spPr>
          <a:xfrm>
            <a:off x="8173517"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7" name="pex 27"/>
          <p:cNvSpPr txBox="1"/>
          <p:nvPr/>
        </p:nvSpPr>
        <p:spPr>
          <a:xfrm>
            <a:off x="8676437" y="5213096"/>
            <a:ext cx="2829458" cy="939546"/>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 この漢字は小さくて読み</a:t>
            </a:r>
            <a:r>
              <a:rPr lang="ja-JP" altLang="en-US" sz="1700" b="1" dirty="0">
                <a:solidFill>
                  <a:srgbClr val="A64B31"/>
                </a:solidFill>
                <a:highlight>
                  <a:srgbClr val="F9E2A0"/>
                </a:highlight>
                <a:latin typeface="Meiryo"/>
                <a:ea typeface="Meiryo"/>
                <a:cs typeface="Meiryo"/>
              </a:rPr>
              <a:t>がたい</a:t>
            </a:r>
            <a:r>
              <a:rPr lang="ja-JP" altLang="en-US" sz="1700" b="0" dirty="0">
                <a:solidFill>
                  <a:srgbClr val="1F271D"/>
                </a:solidFill>
                <a:latin typeface="Meiryo"/>
                <a:ea typeface="Meiryo"/>
                <a:cs typeface="Meiryo"/>
              </a:rPr>
              <a:t>。</a:t>
            </a:r>
            <a:endParaRPr lang="ja-JP" sz="1700"/>
          </a:p>
          <a:p>
            <a:pPr algn="l">
              <a:lnSpc>
                <a:spcPct val="120000"/>
              </a:lnSpc>
              <a:spcBef>
                <a:spcPts val="0"/>
              </a:spcBef>
              <a:spcAft>
                <a:spcPts val="200"/>
              </a:spcAft>
              <a:buNone/>
            </a:pPr>
            <a:r>
              <a:rPr lang="ja-JP" altLang="en-US" sz="1700" b="0" dirty="0">
                <a:solidFill>
                  <a:srgbClr val="1F271D"/>
                </a:solidFill>
                <a:latin typeface="Meiryo"/>
                <a:ea typeface="Meiryo"/>
                <a:cs typeface="Meiryo"/>
              </a:rPr>
              <a:t>○ 読みにくい／読めない</a:t>
            </a:r>
            <a:endParaRPr lang="ja-JP" sz="17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up)">
                                      <p:cBhvr>
                                        <p:cTn id="24" dur="500"/>
                                        <p:tgtEl>
                                          <p:spTgt spid="14"/>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up)">
                                      <p:cBhvr>
                                        <p:cTn id="38" dur="500"/>
                                        <p:tgtEl>
                                          <p:spTgt spid="18"/>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500"/>
                                        <p:tgtEl>
                                          <p:spTgt spid="19"/>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500"/>
                                        <p:tgtEl>
                                          <p:spTgt spid="20"/>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up)">
                                      <p:cBhvr>
                                        <p:cTn id="55" dur="500"/>
                                        <p:tgtEl>
                                          <p:spTgt spid="23"/>
                                        </p:tgtEl>
                                      </p:cBhvr>
                                    </p:animEffect>
                                  </p:childTnLst>
                                </p:cTn>
                              </p:par>
                              <p:par>
                                <p:cTn id="56" presetID="22" presetClass="entr" presetSubtype="1"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wipe(up)">
                                      <p:cBhvr>
                                        <p:cTn id="58" dur="500"/>
                                        <p:tgtEl>
                                          <p:spTgt spid="24"/>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ipe(up)">
                                      <p:cBhvr>
                                        <p:cTn id="61" dur="500"/>
                                        <p:tgtEl>
                                          <p:spTgt spid="25"/>
                                        </p:tgtEl>
                                      </p:cBhvr>
                                    </p:animEffect>
                                  </p:childTnLst>
                                </p:cTn>
                              </p:par>
                              <p:par>
                                <p:cTn id="62" presetID="22" presetClass="entr" presetSubtype="1"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up)">
                                      <p:cBhvr>
                                        <p:cTn id="64" dur="500"/>
                                        <p:tgtEl>
                                          <p:spTgt spid="26"/>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up)">
                                      <p:cBhvr>
                                        <p:cTn id="6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270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～がたい</a:t>
            </a:r>
            <a:endParaRPr lang="ja-JP" sz="1600"/>
          </a:p>
        </p:txBody>
      </p:sp>
      <p:sp>
        <p:nvSpPr>
          <p:cNvPr id="6" name="t 6"/>
          <p:cNvSpPr txBox="1"/>
          <p:nvPr/>
        </p:nvSpPr>
        <p:spPr>
          <a:xfrm>
            <a:off x="2138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例①②</a:t>
            </a:r>
            <a:endParaRPr lang="ja-JP" sz="1400"/>
          </a:p>
        </p:txBody>
      </p:sp>
      <p:sp>
        <p:nvSpPr>
          <p:cNvPr id="7" name="badge 7"/>
          <p:cNvSpPr txBox="1"/>
          <p:nvPr/>
        </p:nvSpPr>
        <p:spPr>
          <a:xfrm>
            <a:off x="685800" y="12913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line 8"/>
          <p:cNvSpPr txBox="1"/>
          <p:nvPr/>
        </p:nvSpPr>
        <p:spPr>
          <a:xfrm>
            <a:off x="1463040" y="1325880"/>
            <a:ext cx="100428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この詩に出合ったときの感動は忘れ</a:t>
            </a:r>
            <a:r>
              <a:rPr lang="ja-JP" altLang="en-US" sz="2800" b="1" dirty="0">
                <a:solidFill>
                  <a:srgbClr val="A64B31"/>
                </a:solidFill>
                <a:highlight>
                  <a:srgbClr val="F9E2A0"/>
                </a:highlight>
                <a:latin typeface="Meiryo"/>
                <a:ea typeface="Meiryo"/>
                <a:cs typeface="Meiryo"/>
              </a:rPr>
              <a:t>がたい</a:t>
            </a:r>
            <a:r>
              <a:rPr lang="ja-JP" altLang="en-US" sz="2800" b="0" dirty="0">
                <a:solidFill>
                  <a:srgbClr val="1F271D"/>
                </a:solidFill>
                <a:latin typeface="Meiryo"/>
                <a:ea typeface="Meiryo"/>
                <a:cs typeface="Meiryo"/>
              </a:rPr>
              <a:t>ものです。</a:t>
            </a:r>
            <a:endParaRPr lang="ja-JP" sz="2800"/>
          </a:p>
        </p:txBody>
      </p:sp>
      <p:sp>
        <p:nvSpPr>
          <p:cNvPr id="9" name="rule 9"/>
          <p:cNvSpPr/>
          <p:nvPr/>
        </p:nvSpPr>
        <p:spPr>
          <a:xfrm>
            <a:off x="685800" y="2098040"/>
            <a:ext cx="9174175" cy="18288"/>
          </a:xfrm>
          <a:prstGeom prst="rect">
            <a:avLst/>
          </a:prstGeom>
          <a:solidFill>
            <a:srgbClr val="DBCCBA"/>
          </a:solidFill>
          <a:ln>
            <a:noFill/>
          </a:ln>
        </p:spPr>
        <p:txBody>
          <a:bodyPr rtlCol="0" anchor="ctr"/>
          <a:lstStyle/>
          <a:p>
            <a:endParaRPr lang="ja-JP"/>
          </a:p>
        </p:txBody>
      </p:sp>
      <p:sp>
        <p:nvSpPr>
          <p:cNvPr id="10" name="badge 10"/>
          <p:cNvSpPr txBox="1"/>
          <p:nvPr/>
        </p:nvSpPr>
        <p:spPr>
          <a:xfrm>
            <a:off x="685800" y="23835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11" name="line 11"/>
          <p:cNvSpPr txBox="1"/>
          <p:nvPr/>
        </p:nvSpPr>
        <p:spPr>
          <a:xfrm>
            <a:off x="1463040" y="2418080"/>
            <a:ext cx="100428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ペットを捨てるなんて、許し</a:t>
            </a:r>
            <a:r>
              <a:rPr lang="ja-JP" altLang="en-US" sz="2800" b="1" dirty="0">
                <a:solidFill>
                  <a:srgbClr val="A64B31"/>
                </a:solidFill>
                <a:highlight>
                  <a:srgbClr val="F9E2A0"/>
                </a:highlight>
                <a:latin typeface="Meiryo"/>
                <a:ea typeface="Meiryo"/>
                <a:cs typeface="Meiryo"/>
              </a:rPr>
              <a:t>がたい</a:t>
            </a:r>
            <a:r>
              <a:rPr lang="ja-JP" altLang="en-US" sz="2800" b="0" dirty="0">
                <a:solidFill>
                  <a:srgbClr val="1F271D"/>
                </a:solidFill>
                <a:latin typeface="Meiryo"/>
                <a:ea typeface="Meiryo"/>
                <a:cs typeface="Meiryo"/>
              </a:rPr>
              <a:t>ことだ。</a:t>
            </a:r>
            <a:endParaRPr lang="ja-JP" sz="2800"/>
          </a:p>
        </p:txBody>
      </p:sp>
      <p:sp>
        <p:nvSpPr>
          <p:cNvPr id="12" name="note 12"/>
          <p:cNvSpPr txBox="1"/>
          <p:nvPr/>
        </p:nvSpPr>
        <p:spPr>
          <a:xfrm rot="-72000">
            <a:off x="777240" y="5623560"/>
            <a:ext cx="9646920" cy="100584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「忘れられない」「許せない」という強い気持ちを、少し硬く表している。</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up)">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up)">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270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～がたい</a:t>
            </a:r>
            <a:endParaRPr lang="ja-JP" sz="1600"/>
          </a:p>
        </p:txBody>
      </p:sp>
      <p:sp>
        <p:nvSpPr>
          <p:cNvPr id="6" name="t 6"/>
          <p:cNvSpPr txBox="1"/>
          <p:nvPr/>
        </p:nvSpPr>
        <p:spPr>
          <a:xfrm>
            <a:off x="2138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翻訳練習　Câu 1/12</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47320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Thật khó mà tưởng tượng được cuộc sống ở thời chưa có điện.</a:t>
            </a:r>
            <a:endParaRPr lang="ja-JP" sz="2600"/>
          </a:p>
        </p:txBody>
      </p:sp>
      <p:sp>
        <p:nvSpPr>
          <p:cNvPr id="9" name="pill 9"/>
          <p:cNvSpPr txBox="1"/>
          <p:nvPr/>
        </p:nvSpPr>
        <p:spPr>
          <a:xfrm>
            <a:off x="685800" y="321056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321056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時代、暮らし</a:t>
            </a:r>
            <a:endParaRPr lang="ja-JP" sz="1800"/>
          </a:p>
        </p:txBody>
      </p:sp>
      <p:sp>
        <p:nvSpPr>
          <p:cNvPr id="11" name="ANS_bg 11"/>
          <p:cNvSpPr/>
          <p:nvPr/>
        </p:nvSpPr>
        <p:spPr>
          <a:xfrm>
            <a:off x="685800" y="389636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407924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444500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電気のなかった時代の暮らしは、想像し</a:t>
            </a:r>
            <a:r>
              <a:rPr lang="ja-JP" altLang="en-US" sz="2600" b="1" dirty="0">
                <a:solidFill>
                  <a:srgbClr val="F2C14E"/>
                </a:solidFill>
                <a:latin typeface="Meiryo"/>
                <a:ea typeface="Meiryo"/>
                <a:cs typeface="Meiryo"/>
              </a:rPr>
              <a:t>がたい</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99872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別の表現：電気がない時代の生活は、想像しがたい。</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270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～がたい</a:t>
            </a:r>
            <a:endParaRPr lang="ja-JP" sz="1600"/>
          </a:p>
        </p:txBody>
      </p:sp>
      <p:sp>
        <p:nvSpPr>
          <p:cNvPr id="6" name="t 6"/>
          <p:cNvSpPr txBox="1"/>
          <p:nvPr/>
        </p:nvSpPr>
        <p:spPr>
          <a:xfrm>
            <a:off x="2138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翻訳練習　Câu 2/12</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47320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Tôi thật khó hiểu được tại sao anh ấy lại đột ngột nghỉ việc.</a:t>
            </a:r>
            <a:endParaRPr lang="ja-JP" sz="2600"/>
          </a:p>
        </p:txBody>
      </p:sp>
      <p:sp>
        <p:nvSpPr>
          <p:cNvPr id="9" name="pill 9"/>
          <p:cNvSpPr txBox="1"/>
          <p:nvPr/>
        </p:nvSpPr>
        <p:spPr>
          <a:xfrm>
            <a:off x="685800" y="321056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321056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急に、辞める</a:t>
            </a:r>
            <a:endParaRPr lang="ja-JP" sz="1800"/>
          </a:p>
        </p:txBody>
      </p:sp>
      <p:sp>
        <p:nvSpPr>
          <p:cNvPr id="11" name="ANS_bg 11"/>
          <p:cNvSpPr/>
          <p:nvPr/>
        </p:nvSpPr>
        <p:spPr>
          <a:xfrm>
            <a:off x="685800" y="389636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407924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444500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彼がなぜ急に会社を辞めたのか、私には理解し</a:t>
            </a:r>
            <a:r>
              <a:rPr lang="ja-JP" altLang="en-US" sz="2600" b="1" dirty="0">
                <a:solidFill>
                  <a:srgbClr val="F2C14E"/>
                </a:solidFill>
                <a:latin typeface="Meiryo"/>
                <a:ea typeface="Meiryo"/>
                <a:cs typeface="Meiryo"/>
              </a:rPr>
              <a:t>がたい</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99872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別の表現：彼が突然会社を辞めた理由は、理解しがたい。</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270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～がたい</a:t>
            </a:r>
            <a:endParaRPr lang="ja-JP" sz="1600"/>
          </a:p>
        </p:txBody>
      </p:sp>
      <p:sp>
        <p:nvSpPr>
          <p:cNvPr id="6" name="t 6"/>
          <p:cNvSpPr txBox="1"/>
          <p:nvPr/>
        </p:nvSpPr>
        <p:spPr>
          <a:xfrm>
            <a:off x="2138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翻訳練習　Câu 3/12</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Thật khó tin là anh ấy lại nói dối.</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嘘をつく</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彼が嘘をついたなんて、信じ</a:t>
            </a:r>
            <a:r>
              <a:rPr lang="ja-JP" altLang="en-US" sz="2600" b="1" dirty="0">
                <a:solidFill>
                  <a:srgbClr val="F2C14E"/>
                </a:solidFill>
                <a:latin typeface="Meiryo"/>
                <a:ea typeface="Meiryo"/>
                <a:cs typeface="Meiryo"/>
              </a:rPr>
              <a:t>がたい</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別の表現：彼が嘘をついたとは信じがたい。</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863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比較</a:t>
            </a:r>
            <a:endParaRPr lang="ja-JP" sz="1600"/>
          </a:p>
        </p:txBody>
      </p:sp>
      <p:sp>
        <p:nvSpPr>
          <p:cNvPr id="6" name="t 6"/>
          <p:cNvSpPr txBox="1"/>
          <p:nvPr/>
        </p:nvSpPr>
        <p:spPr>
          <a:xfrm>
            <a:off x="1732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にくい・がたい・づらい</a:t>
            </a:r>
            <a:endParaRPr lang="ja-JP" sz="1400"/>
          </a:p>
        </p:txBody>
      </p:sp>
      <p:sp>
        <p:nvSpPr>
          <p:cNvPr id="7" name="t 7"/>
          <p:cNvSpPr txBox="1"/>
          <p:nvPr/>
        </p:nvSpPr>
        <p:spPr>
          <a:xfrm>
            <a:off x="685800" y="868680"/>
            <a:ext cx="9418320" cy="6400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3000" b="1" dirty="0">
                <a:solidFill>
                  <a:srgbClr val="1F271D"/>
                </a:solidFill>
                <a:latin typeface="Meiryo"/>
                <a:ea typeface="Meiryo"/>
                <a:cs typeface="Meiryo"/>
              </a:rPr>
              <a:t>～にくい・～がたい・～づらい</a:t>
            </a:r>
            <a:endParaRPr lang="ja-JP" sz="3000"/>
          </a:p>
        </p:txBody>
      </p:sp>
      <p:sp>
        <p:nvSpPr>
          <p:cNvPr id="8" name="col 8"/>
          <p:cNvSpPr/>
          <p:nvPr/>
        </p:nvSpPr>
        <p:spPr>
          <a:xfrm>
            <a:off x="685800" y="1783080"/>
            <a:ext cx="3393338" cy="4663440"/>
          </a:xfrm>
          <a:prstGeom prst="roundRect">
            <a:avLst>
              <a:gd name="adj" fmla="val 5000"/>
            </a:avLst>
          </a:prstGeom>
          <a:solidFill>
            <a:srgbClr val="FFFFFF"/>
          </a:solidFill>
          <a:ln>
            <a:noFill/>
          </a:ln>
          <a:effectLst>
            <a:outerShdw blurRad="76200" dist="25400" dir="5400000" algn="bl" rotWithShape="0">
              <a:srgbClr val="000000">
                <a:alpha val="12000"/>
              </a:srgbClr>
            </a:outerShdw>
          </a:effectLst>
        </p:spPr>
        <p:txBody>
          <a:bodyPr rtlCol="0" anchor="ctr"/>
          <a:lstStyle/>
          <a:p>
            <a:endParaRPr lang="ja-JP"/>
          </a:p>
        </p:txBody>
      </p:sp>
      <p:sp>
        <p:nvSpPr>
          <p:cNvPr id="9" name="t 9"/>
          <p:cNvSpPr txBox="1"/>
          <p:nvPr/>
        </p:nvSpPr>
        <p:spPr>
          <a:xfrm>
            <a:off x="685800" y="1783080"/>
            <a:ext cx="3393338" cy="566928"/>
          </a:xfrm>
          <a:prstGeom prst="rect">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900" b="1" dirty="0">
                <a:solidFill>
                  <a:srgbClr val="FFFFFF"/>
                </a:solidFill>
                <a:latin typeface="Meiryo"/>
                <a:ea typeface="Meiryo"/>
                <a:cs typeface="Meiryo"/>
              </a:rPr>
              <a:t>Vます ＋ にくい</a:t>
            </a:r>
            <a:endParaRPr lang="ja-JP" sz="1900"/>
          </a:p>
        </p:txBody>
      </p:sp>
      <p:sp>
        <p:nvSpPr>
          <p:cNvPr id="10" name="t 10"/>
          <p:cNvSpPr txBox="1"/>
          <p:nvPr/>
        </p:nvSpPr>
        <p:spPr>
          <a:xfrm>
            <a:off x="914400" y="2514600"/>
            <a:ext cx="2936138" cy="914400"/>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物の性質・技術的な理由で、することが難しい。（客観的）</a:t>
            </a:r>
            <a:endParaRPr lang="ja-JP" sz="1600"/>
          </a:p>
        </p:txBody>
      </p:sp>
      <p:sp>
        <p:nvSpPr>
          <p:cNvPr id="11" name="t 11"/>
          <p:cNvSpPr txBox="1"/>
          <p:nvPr/>
        </p:nvSpPr>
        <p:spPr>
          <a:xfrm>
            <a:off x="914400" y="3611880"/>
            <a:ext cx="2936138" cy="640080"/>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800" b="0" dirty="0">
                <a:solidFill>
                  <a:srgbClr val="1F271D"/>
                </a:solidFill>
                <a:latin typeface="Meiryo"/>
                <a:ea typeface="Meiryo"/>
                <a:cs typeface="Meiryo"/>
              </a:rPr>
              <a:t>例）このペンは書き</a:t>
            </a:r>
            <a:r>
              <a:rPr lang="ja-JP" altLang="en-US" sz="1800" b="1" dirty="0">
                <a:solidFill>
                  <a:srgbClr val="A64B31"/>
                </a:solidFill>
                <a:highlight>
                  <a:srgbClr val="F9E2A0"/>
                </a:highlight>
                <a:latin typeface="Meiryo"/>
                <a:ea typeface="Meiryo"/>
                <a:cs typeface="Meiryo"/>
              </a:rPr>
              <a:t>にくい</a:t>
            </a:r>
            <a:r>
              <a:rPr lang="ja-JP" altLang="en-US" sz="1800" b="0" dirty="0">
                <a:solidFill>
                  <a:srgbClr val="1F271D"/>
                </a:solidFill>
                <a:latin typeface="Meiryo"/>
                <a:ea typeface="Meiryo"/>
                <a:cs typeface="Meiryo"/>
              </a:rPr>
              <a:t>です。</a:t>
            </a:r>
            <a:endParaRPr lang="ja-JP" sz="1800"/>
          </a:p>
        </p:txBody>
      </p:sp>
      <p:sp>
        <p:nvSpPr>
          <p:cNvPr id="12" name="t 12"/>
          <p:cNvSpPr txBox="1"/>
          <p:nvPr/>
        </p:nvSpPr>
        <p:spPr>
          <a:xfrm>
            <a:off x="914400" y="4526280"/>
            <a:ext cx="2936138" cy="640080"/>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800" b="0" dirty="0">
                <a:solidFill>
                  <a:srgbClr val="1F271D"/>
                </a:solidFill>
                <a:latin typeface="Meiryo"/>
                <a:ea typeface="Meiryo"/>
                <a:cs typeface="Meiryo"/>
              </a:rPr>
              <a:t>例）この字は小さくて読み</a:t>
            </a:r>
            <a:r>
              <a:rPr lang="ja-JP" altLang="en-US" sz="1800" b="1" dirty="0">
                <a:solidFill>
                  <a:srgbClr val="A64B31"/>
                </a:solidFill>
                <a:highlight>
                  <a:srgbClr val="F9E2A0"/>
                </a:highlight>
                <a:latin typeface="Meiryo"/>
                <a:ea typeface="Meiryo"/>
                <a:cs typeface="Meiryo"/>
              </a:rPr>
              <a:t>にくい</a:t>
            </a:r>
            <a:r>
              <a:rPr lang="ja-JP" altLang="en-US" sz="1800" b="0" dirty="0">
                <a:solidFill>
                  <a:srgbClr val="1F271D"/>
                </a:solidFill>
                <a:latin typeface="Meiryo"/>
                <a:ea typeface="Meiryo"/>
                <a:cs typeface="Meiryo"/>
              </a:rPr>
              <a:t>。</a:t>
            </a:r>
            <a:endParaRPr lang="ja-JP" sz="1800"/>
          </a:p>
        </p:txBody>
      </p:sp>
      <p:sp>
        <p:nvSpPr>
          <p:cNvPr id="13" name="col 13"/>
          <p:cNvSpPr/>
          <p:nvPr/>
        </p:nvSpPr>
        <p:spPr>
          <a:xfrm>
            <a:off x="4399178" y="1783080"/>
            <a:ext cx="3393338" cy="4663440"/>
          </a:xfrm>
          <a:prstGeom prst="roundRect">
            <a:avLst>
              <a:gd name="adj" fmla="val 5000"/>
            </a:avLst>
          </a:prstGeom>
          <a:solidFill>
            <a:srgbClr val="FFFFFF"/>
          </a:solidFill>
          <a:ln>
            <a:noFill/>
          </a:ln>
          <a:effectLst>
            <a:outerShdw blurRad="76200" dist="25400" dir="5400000" algn="bl" rotWithShape="0">
              <a:srgbClr val="000000">
                <a:alpha val="12000"/>
              </a:srgbClr>
            </a:outerShdw>
          </a:effectLst>
        </p:spPr>
        <p:txBody>
          <a:bodyPr rtlCol="0" anchor="ctr"/>
          <a:lstStyle/>
          <a:p>
            <a:endParaRPr lang="ja-JP"/>
          </a:p>
        </p:txBody>
      </p:sp>
      <p:sp>
        <p:nvSpPr>
          <p:cNvPr id="14" name="t 14"/>
          <p:cNvSpPr txBox="1"/>
          <p:nvPr/>
        </p:nvSpPr>
        <p:spPr>
          <a:xfrm>
            <a:off x="4399178" y="1783080"/>
            <a:ext cx="3393338" cy="566928"/>
          </a:xfrm>
          <a:prstGeom prst="rect">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900" b="1" dirty="0">
                <a:solidFill>
                  <a:srgbClr val="FFFFFF"/>
                </a:solidFill>
                <a:latin typeface="Meiryo"/>
                <a:ea typeface="Meiryo"/>
                <a:cs typeface="Meiryo"/>
              </a:rPr>
              <a:t>Vます ＋ がたい</a:t>
            </a:r>
            <a:endParaRPr lang="ja-JP" sz="1900"/>
          </a:p>
        </p:txBody>
      </p:sp>
      <p:sp>
        <p:nvSpPr>
          <p:cNvPr id="15" name="t 15"/>
          <p:cNvSpPr txBox="1"/>
          <p:nvPr/>
        </p:nvSpPr>
        <p:spPr>
          <a:xfrm>
            <a:off x="4627778" y="2514600"/>
            <a:ext cx="2936138" cy="914400"/>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気持ち・信念の上で、ほとんどできない。（少し硬い）</a:t>
            </a:r>
            <a:endParaRPr lang="ja-JP" sz="1600"/>
          </a:p>
        </p:txBody>
      </p:sp>
      <p:sp>
        <p:nvSpPr>
          <p:cNvPr id="16" name="t 16"/>
          <p:cNvSpPr txBox="1"/>
          <p:nvPr/>
        </p:nvSpPr>
        <p:spPr>
          <a:xfrm>
            <a:off x="4627778" y="3611880"/>
            <a:ext cx="2936138" cy="640080"/>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800" b="0" dirty="0">
                <a:solidFill>
                  <a:srgbClr val="1F271D"/>
                </a:solidFill>
                <a:latin typeface="Meiryo"/>
                <a:ea typeface="Meiryo"/>
                <a:cs typeface="Meiryo"/>
              </a:rPr>
              <a:t>例）この事実は受け入れ</a:t>
            </a:r>
            <a:r>
              <a:rPr lang="ja-JP" altLang="en-US" sz="1800" b="1" dirty="0">
                <a:solidFill>
                  <a:srgbClr val="A64B31"/>
                </a:solidFill>
                <a:highlight>
                  <a:srgbClr val="F9E2A0"/>
                </a:highlight>
                <a:latin typeface="Meiryo"/>
                <a:ea typeface="Meiryo"/>
                <a:cs typeface="Meiryo"/>
              </a:rPr>
              <a:t>がたい</a:t>
            </a:r>
            <a:r>
              <a:rPr lang="ja-JP" altLang="en-US" sz="1800" b="0" dirty="0">
                <a:solidFill>
                  <a:srgbClr val="1F271D"/>
                </a:solidFill>
                <a:latin typeface="Meiryo"/>
                <a:ea typeface="Meiryo"/>
                <a:cs typeface="Meiryo"/>
              </a:rPr>
              <a:t>。</a:t>
            </a:r>
            <a:endParaRPr lang="ja-JP" sz="1800"/>
          </a:p>
        </p:txBody>
      </p:sp>
      <p:sp>
        <p:nvSpPr>
          <p:cNvPr id="17" name="t 17"/>
          <p:cNvSpPr txBox="1"/>
          <p:nvPr/>
        </p:nvSpPr>
        <p:spPr>
          <a:xfrm>
            <a:off x="4627778" y="4526280"/>
            <a:ext cx="2936138" cy="640080"/>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800" b="0" dirty="0">
                <a:solidFill>
                  <a:srgbClr val="1F271D"/>
                </a:solidFill>
                <a:latin typeface="Meiryo"/>
                <a:ea typeface="Meiryo"/>
                <a:cs typeface="Meiryo"/>
              </a:rPr>
              <a:t>例）信じ</a:t>
            </a:r>
            <a:r>
              <a:rPr lang="ja-JP" altLang="en-US" sz="1800" b="1" dirty="0">
                <a:solidFill>
                  <a:srgbClr val="A64B31"/>
                </a:solidFill>
                <a:highlight>
                  <a:srgbClr val="F9E2A0"/>
                </a:highlight>
                <a:latin typeface="Meiryo"/>
                <a:ea typeface="Meiryo"/>
                <a:cs typeface="Meiryo"/>
              </a:rPr>
              <a:t>がたい</a:t>
            </a:r>
            <a:r>
              <a:rPr lang="ja-JP" altLang="en-US" sz="1800" b="0" dirty="0">
                <a:solidFill>
                  <a:srgbClr val="1F271D"/>
                </a:solidFill>
                <a:latin typeface="Meiryo"/>
                <a:ea typeface="Meiryo"/>
                <a:cs typeface="Meiryo"/>
              </a:rPr>
              <a:t>話ですが、本当です。</a:t>
            </a:r>
            <a:endParaRPr lang="ja-JP" sz="1800"/>
          </a:p>
        </p:txBody>
      </p:sp>
      <p:sp>
        <p:nvSpPr>
          <p:cNvPr id="18" name="col 18"/>
          <p:cNvSpPr/>
          <p:nvPr/>
        </p:nvSpPr>
        <p:spPr>
          <a:xfrm>
            <a:off x="8112557" y="1783080"/>
            <a:ext cx="3393338" cy="4663440"/>
          </a:xfrm>
          <a:prstGeom prst="roundRect">
            <a:avLst>
              <a:gd name="adj" fmla="val 5000"/>
            </a:avLst>
          </a:prstGeom>
          <a:solidFill>
            <a:srgbClr val="FFFFFF"/>
          </a:solidFill>
          <a:ln>
            <a:noFill/>
          </a:ln>
          <a:effectLst>
            <a:outerShdw blurRad="76200" dist="25400" dir="5400000" algn="bl" rotWithShape="0">
              <a:srgbClr val="000000">
                <a:alpha val="12000"/>
              </a:srgbClr>
            </a:outerShdw>
          </a:effectLst>
        </p:spPr>
        <p:txBody>
          <a:bodyPr rtlCol="0" anchor="ctr"/>
          <a:lstStyle/>
          <a:p>
            <a:endParaRPr lang="ja-JP"/>
          </a:p>
        </p:txBody>
      </p:sp>
      <p:sp>
        <p:nvSpPr>
          <p:cNvPr id="19" name="t 19"/>
          <p:cNvSpPr txBox="1"/>
          <p:nvPr/>
        </p:nvSpPr>
        <p:spPr>
          <a:xfrm>
            <a:off x="8112557" y="1783080"/>
            <a:ext cx="3393338" cy="566928"/>
          </a:xfrm>
          <a:prstGeom prst="rect">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900" b="1" dirty="0">
                <a:solidFill>
                  <a:srgbClr val="FFFFFF"/>
                </a:solidFill>
                <a:latin typeface="Meiryo"/>
                <a:ea typeface="Meiryo"/>
                <a:cs typeface="Meiryo"/>
              </a:rPr>
              <a:t>Vます ＋ づらい</a:t>
            </a:r>
            <a:endParaRPr lang="ja-JP" sz="1900"/>
          </a:p>
        </p:txBody>
      </p:sp>
      <p:sp>
        <p:nvSpPr>
          <p:cNvPr id="20" name="t 20"/>
          <p:cNvSpPr txBox="1"/>
          <p:nvPr/>
        </p:nvSpPr>
        <p:spPr>
          <a:xfrm>
            <a:off x="8341157" y="2514600"/>
            <a:ext cx="2936138" cy="914400"/>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話し手の体や気持ちの負担で、しにくい。（主観的）</a:t>
            </a:r>
            <a:endParaRPr lang="ja-JP" sz="1600"/>
          </a:p>
        </p:txBody>
      </p:sp>
      <p:sp>
        <p:nvSpPr>
          <p:cNvPr id="21" name="t 21"/>
          <p:cNvSpPr txBox="1"/>
          <p:nvPr/>
        </p:nvSpPr>
        <p:spPr>
          <a:xfrm>
            <a:off x="8341157" y="3611880"/>
            <a:ext cx="2936138" cy="640080"/>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800" b="0" dirty="0">
                <a:solidFill>
                  <a:srgbClr val="1F271D"/>
                </a:solidFill>
                <a:latin typeface="Meiryo"/>
                <a:ea typeface="Meiryo"/>
                <a:cs typeface="Meiryo"/>
              </a:rPr>
              <a:t>例）隣の席の人がうるさくて、勉強し</a:t>
            </a:r>
            <a:r>
              <a:rPr lang="ja-JP" altLang="en-US" sz="1800" b="1" dirty="0">
                <a:solidFill>
                  <a:srgbClr val="A64B31"/>
                </a:solidFill>
                <a:highlight>
                  <a:srgbClr val="F9E2A0"/>
                </a:highlight>
                <a:latin typeface="Meiryo"/>
                <a:ea typeface="Meiryo"/>
                <a:cs typeface="Meiryo"/>
              </a:rPr>
              <a:t>づらい</a:t>
            </a:r>
            <a:r>
              <a:rPr lang="ja-JP" altLang="en-US" sz="1800" b="0" dirty="0">
                <a:solidFill>
                  <a:srgbClr val="1F271D"/>
                </a:solidFill>
                <a:latin typeface="Meiryo"/>
                <a:ea typeface="Meiryo"/>
                <a:cs typeface="Meiryo"/>
              </a:rPr>
              <a:t>。</a:t>
            </a:r>
            <a:endParaRPr lang="ja-JP" sz="1800"/>
          </a:p>
        </p:txBody>
      </p:sp>
      <p:sp>
        <p:nvSpPr>
          <p:cNvPr id="22" name="t 22"/>
          <p:cNvSpPr txBox="1"/>
          <p:nvPr/>
        </p:nvSpPr>
        <p:spPr>
          <a:xfrm>
            <a:off x="8341157" y="4526280"/>
            <a:ext cx="2936138" cy="640080"/>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800" b="0" dirty="0">
                <a:solidFill>
                  <a:srgbClr val="1F271D"/>
                </a:solidFill>
                <a:latin typeface="Meiryo"/>
                <a:ea typeface="Meiryo"/>
                <a:cs typeface="Meiryo"/>
              </a:rPr>
              <a:t>例）眼鏡をかけないと、見</a:t>
            </a:r>
            <a:r>
              <a:rPr lang="ja-JP" altLang="en-US" sz="1800" b="1" dirty="0">
                <a:solidFill>
                  <a:srgbClr val="A64B31"/>
                </a:solidFill>
                <a:highlight>
                  <a:srgbClr val="F9E2A0"/>
                </a:highlight>
                <a:latin typeface="Meiryo"/>
                <a:ea typeface="Meiryo"/>
                <a:cs typeface="Meiryo"/>
              </a:rPr>
              <a:t>づらい</a:t>
            </a:r>
            <a:r>
              <a:rPr lang="ja-JP" altLang="en-US" sz="1800" b="0" dirty="0">
                <a:solidFill>
                  <a:srgbClr val="1F271D"/>
                </a:solidFill>
                <a:latin typeface="Meiryo"/>
                <a:ea typeface="Meiryo"/>
                <a:cs typeface="Meiryo"/>
              </a:rPr>
              <a:t>。</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up)">
                                      <p:cBhvr>
                                        <p:cTn id="13" dur="500"/>
                                        <p:tgtEl>
                                          <p:spTgt spid="10"/>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up)">
                                      <p:cBhvr>
                                        <p:cTn id="16" dur="500"/>
                                        <p:tgtEl>
                                          <p:spTgt spid="11"/>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up)">
                                      <p:cBhvr>
                                        <p:cTn id="24" dur="500"/>
                                        <p:tgtEl>
                                          <p:spTgt spid="13"/>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up)">
                                      <p:cBhvr>
                                        <p:cTn id="30" dur="500"/>
                                        <p:tgtEl>
                                          <p:spTgt spid="15"/>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up)">
                                      <p:cBhvr>
                                        <p:cTn id="33" dur="500"/>
                                        <p:tgtEl>
                                          <p:spTgt spid="16"/>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up)">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up)">
                                      <p:cBhvr>
                                        <p:cTn id="41" dur="500"/>
                                        <p:tgtEl>
                                          <p:spTgt spid="18"/>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up)">
                                      <p:cBhvr>
                                        <p:cTn id="44" dur="500"/>
                                        <p:tgtEl>
                                          <p:spTgt spid="19"/>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up)">
                                      <p:cBhvr>
                                        <p:cTn id="47" dur="500"/>
                                        <p:tgtEl>
                                          <p:spTgt spid="20"/>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up)">
                                      <p:cBhvr>
                                        <p:cTn id="50" dur="500"/>
                                        <p:tgtEl>
                                          <p:spTgt spid="21"/>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up)">
                                      <p:cBhvr>
                                        <p:cTn id="5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1.2</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～ように</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～と（だいたい）同じに</a:t>
            </a:r>
            <a:endParaRPr lang="ja-JP" sz="1800"/>
          </a:p>
        </p:txBody>
      </p:sp>
      <p:sp>
        <p:nvSpPr>
          <p:cNvPr id="9" name="conn 9"/>
          <p:cNvSpPr/>
          <p:nvPr/>
        </p:nvSpPr>
        <p:spPr>
          <a:xfrm>
            <a:off x="685800" y="2148840"/>
            <a:ext cx="10820095" cy="13716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V（普通形）＋ </a:t>
            </a:r>
            <a:r>
              <a:rPr lang="ja-JP" altLang="en-US" sz="2200" b="1" dirty="0">
                <a:solidFill>
                  <a:srgbClr val="A64B31"/>
                </a:solidFill>
                <a:highlight>
                  <a:srgbClr val="F9E2A0"/>
                </a:highlight>
                <a:latin typeface="Meiryo"/>
                <a:ea typeface="Meiryo"/>
                <a:cs typeface="Meiryo"/>
              </a:rPr>
              <a:t>ように</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言った</a:t>
            </a:r>
            <a:r>
              <a:rPr lang="ja-JP" altLang="en-US" sz="1700" b="1" dirty="0">
                <a:solidFill>
                  <a:srgbClr val="A64B31"/>
                </a:solidFill>
                <a:highlight>
                  <a:srgbClr val="F9E2A0"/>
                </a:highlight>
                <a:latin typeface="Meiryo"/>
                <a:ea typeface="Meiryo"/>
                <a:cs typeface="Meiryo"/>
              </a:rPr>
              <a:t>ように</a:t>
            </a:r>
            <a:r>
              <a:rPr lang="ja-JP" altLang="en-US" sz="1700" b="0" dirty="0">
                <a:solidFill>
                  <a:srgbClr val="7A6F62"/>
                </a:solidFill>
                <a:latin typeface="Meiryo"/>
                <a:ea typeface="Meiryo"/>
                <a:cs typeface="Meiryo"/>
              </a:rPr>
              <a:t>　教えてくれた</a:t>
            </a:r>
            <a:r>
              <a:rPr lang="ja-JP" altLang="en-US" sz="1700" b="1" dirty="0">
                <a:solidFill>
                  <a:srgbClr val="A64B31"/>
                </a:solidFill>
                <a:highlight>
                  <a:srgbClr val="F9E2A0"/>
                </a:highlight>
                <a:latin typeface="Meiryo"/>
                <a:ea typeface="Meiryo"/>
                <a:cs typeface="Meiryo"/>
              </a:rPr>
              <a:t>ように</a:t>
            </a:r>
            <a:endParaRPr lang="ja-JP" sz="1700"/>
          </a:p>
        </p:txBody>
      </p:sp>
      <p:sp>
        <p:nvSpPr>
          <p:cNvPr id="13" name="form 13"/>
          <p:cNvSpPr txBox="1"/>
          <p:nvPr/>
        </p:nvSpPr>
        <p:spPr>
          <a:xfrm>
            <a:off x="2103120" y="28346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Nの ＋ </a:t>
            </a:r>
            <a:r>
              <a:rPr lang="ja-JP" altLang="en-US" sz="2200" b="1" dirty="0">
                <a:solidFill>
                  <a:srgbClr val="A64B31"/>
                </a:solidFill>
                <a:highlight>
                  <a:srgbClr val="F9E2A0"/>
                </a:highlight>
                <a:latin typeface="Meiryo"/>
                <a:ea typeface="Meiryo"/>
                <a:cs typeface="Meiryo"/>
              </a:rPr>
              <a:t>ように</a:t>
            </a:r>
            <a:endParaRPr lang="ja-JP" sz="2200"/>
          </a:p>
        </p:txBody>
      </p:sp>
      <p:sp>
        <p:nvSpPr>
          <p:cNvPr id="14" name="ex 14"/>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以下の</a:t>
            </a:r>
            <a:r>
              <a:rPr lang="ja-JP" altLang="en-US" sz="1700" b="1" dirty="0">
                <a:solidFill>
                  <a:srgbClr val="A64B31"/>
                </a:solidFill>
                <a:highlight>
                  <a:srgbClr val="F9E2A0"/>
                </a:highlight>
                <a:latin typeface="Meiryo"/>
                <a:ea typeface="Meiryo"/>
                <a:cs typeface="Meiryo"/>
              </a:rPr>
              <a:t>ように</a:t>
            </a:r>
            <a:r>
              <a:rPr lang="ja-JP" altLang="en-US" sz="1700" b="0" dirty="0">
                <a:solidFill>
                  <a:srgbClr val="7A6F62"/>
                </a:solidFill>
                <a:latin typeface="Meiryo"/>
                <a:ea typeface="Meiryo"/>
                <a:cs typeface="Meiryo"/>
              </a:rPr>
              <a:t>　次の</a:t>
            </a:r>
            <a:r>
              <a:rPr lang="ja-JP" altLang="en-US" sz="1700" b="1" dirty="0">
                <a:solidFill>
                  <a:srgbClr val="A64B31"/>
                </a:solidFill>
                <a:highlight>
                  <a:srgbClr val="F9E2A0"/>
                </a:highlight>
                <a:latin typeface="Meiryo"/>
                <a:ea typeface="Meiryo"/>
                <a:cs typeface="Meiryo"/>
              </a:rPr>
              <a:t>ように</a:t>
            </a:r>
            <a:endParaRPr lang="ja-JP" sz="1700"/>
          </a:p>
        </p:txBody>
      </p:sp>
      <p:sp>
        <p:nvSpPr>
          <p:cNvPr id="15" name="pill 15"/>
          <p:cNvSpPr txBox="1"/>
          <p:nvPr/>
        </p:nvSpPr>
        <p:spPr>
          <a:xfrm>
            <a:off x="685800" y="3840480"/>
            <a:ext cx="8636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意味</a:t>
            </a:r>
            <a:endParaRPr lang="ja-JP" sz="1600"/>
          </a:p>
        </p:txBody>
      </p:sp>
      <p:sp>
        <p:nvSpPr>
          <p:cNvPr id="16" name="body 16"/>
          <p:cNvSpPr txBox="1"/>
          <p:nvPr/>
        </p:nvSpPr>
        <p:spPr>
          <a:xfrm>
            <a:off x="685800"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前に言ったこと・聞いたことと同じに。</a:t>
            </a:r>
            <a:endParaRPr lang="ja-JP" sz="1600"/>
          </a:p>
        </p:txBody>
      </p:sp>
      <p:sp>
        <p:nvSpPr>
          <p:cNvPr id="17" name="rei 17"/>
          <p:cNvSpPr txBox="1"/>
          <p:nvPr/>
        </p:nvSpPr>
        <p:spPr>
          <a:xfrm>
            <a:off x="685800"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18" name="pex 18"/>
          <p:cNvSpPr txBox="1"/>
          <p:nvPr/>
        </p:nvSpPr>
        <p:spPr>
          <a:xfrm>
            <a:off x="1188720" y="52130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前にも言った</a:t>
            </a:r>
            <a:r>
              <a:rPr lang="ja-JP" altLang="en-US" sz="1700" b="1" dirty="0">
                <a:solidFill>
                  <a:srgbClr val="A64B31"/>
                </a:solidFill>
                <a:highlight>
                  <a:srgbClr val="F9E2A0"/>
                </a:highlight>
                <a:latin typeface="Meiryo"/>
                <a:ea typeface="Meiryo"/>
                <a:cs typeface="Meiryo"/>
              </a:rPr>
              <a:t>ように</a:t>
            </a:r>
            <a:r>
              <a:rPr lang="ja-JP" altLang="en-US" sz="1700" b="0" dirty="0">
                <a:solidFill>
                  <a:srgbClr val="1F271D"/>
                </a:solidFill>
                <a:latin typeface="Meiryo"/>
                <a:ea typeface="Meiryo"/>
                <a:cs typeface="Meiryo"/>
              </a:rPr>
              <a:t>、明日は休みです。</a:t>
            </a:r>
            <a:endParaRPr lang="ja-JP" sz="1700"/>
          </a:p>
        </p:txBody>
      </p:sp>
      <p:sp>
        <p:nvSpPr>
          <p:cNvPr id="19" name="vrule 19"/>
          <p:cNvSpPr/>
          <p:nvPr/>
        </p:nvSpPr>
        <p:spPr>
          <a:xfrm>
            <a:off x="4223918" y="3886200"/>
            <a:ext cx="13716" cy="2560320"/>
          </a:xfrm>
          <a:prstGeom prst="rect">
            <a:avLst/>
          </a:prstGeom>
          <a:solidFill>
            <a:srgbClr val="DBCCBA"/>
          </a:solidFill>
          <a:ln>
            <a:noFill/>
          </a:ln>
        </p:spPr>
        <p:txBody>
          <a:bodyPr rtlCol="0" anchor="ctr"/>
          <a:lstStyle/>
          <a:p>
            <a:endParaRPr lang="ja-JP"/>
          </a:p>
        </p:txBody>
      </p:sp>
      <p:sp>
        <p:nvSpPr>
          <p:cNvPr id="20" name="pill 20"/>
          <p:cNvSpPr txBox="1"/>
          <p:nvPr/>
        </p:nvSpPr>
        <p:spPr>
          <a:xfrm>
            <a:off x="4429658" y="3840480"/>
            <a:ext cx="1270000"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「同じ」</a:t>
            </a:r>
            <a:endParaRPr lang="ja-JP" sz="1600"/>
          </a:p>
        </p:txBody>
      </p:sp>
      <p:sp>
        <p:nvSpPr>
          <p:cNvPr id="21" name="body 21"/>
          <p:cNvSpPr txBox="1"/>
          <p:nvPr/>
        </p:nvSpPr>
        <p:spPr>
          <a:xfrm>
            <a:off x="4429658"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「同じ」は「同じように」になる。</a:t>
            </a:r>
            <a:endParaRPr lang="ja-JP" sz="1600"/>
          </a:p>
        </p:txBody>
      </p:sp>
      <p:sp>
        <p:nvSpPr>
          <p:cNvPr id="22" name="rei 22"/>
          <p:cNvSpPr txBox="1"/>
          <p:nvPr/>
        </p:nvSpPr>
        <p:spPr>
          <a:xfrm>
            <a:off x="4429658"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3" name="pex 23"/>
          <p:cNvSpPr txBox="1"/>
          <p:nvPr/>
        </p:nvSpPr>
        <p:spPr>
          <a:xfrm>
            <a:off x="4932578" y="52130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みんなと同じ</a:t>
            </a:r>
            <a:r>
              <a:rPr lang="ja-JP" altLang="en-US" sz="1700" b="1" dirty="0">
                <a:solidFill>
                  <a:srgbClr val="A64B31"/>
                </a:solidFill>
                <a:highlight>
                  <a:srgbClr val="F9E2A0"/>
                </a:highlight>
                <a:latin typeface="Meiryo"/>
                <a:ea typeface="Meiryo"/>
                <a:cs typeface="Meiryo"/>
              </a:rPr>
              <a:t>ように</a:t>
            </a:r>
            <a:r>
              <a:rPr lang="ja-JP" altLang="en-US" sz="1700" b="0" dirty="0">
                <a:solidFill>
                  <a:srgbClr val="1F271D"/>
                </a:solidFill>
                <a:latin typeface="Meiryo"/>
                <a:ea typeface="Meiryo"/>
                <a:cs typeface="Meiryo"/>
              </a:rPr>
              <a:t>できない。</a:t>
            </a:r>
            <a:endParaRPr lang="ja-JP" sz="1700"/>
          </a:p>
        </p:txBody>
      </p:sp>
      <p:sp>
        <p:nvSpPr>
          <p:cNvPr id="24" name="vrule 24"/>
          <p:cNvSpPr/>
          <p:nvPr/>
        </p:nvSpPr>
        <p:spPr>
          <a:xfrm>
            <a:off x="7967777" y="3886200"/>
            <a:ext cx="13716" cy="2560320"/>
          </a:xfrm>
          <a:prstGeom prst="rect">
            <a:avLst/>
          </a:prstGeom>
          <a:solidFill>
            <a:srgbClr val="DBCCBA"/>
          </a:solidFill>
          <a:ln>
            <a:noFill/>
          </a:ln>
        </p:spPr>
        <p:txBody>
          <a:bodyPr rtlCol="0" anchor="ctr"/>
          <a:lstStyle/>
          <a:p>
            <a:endParaRPr lang="ja-JP"/>
          </a:p>
        </p:txBody>
      </p:sp>
      <p:sp>
        <p:nvSpPr>
          <p:cNvPr id="25" name="pill 25"/>
          <p:cNvSpPr txBox="1"/>
          <p:nvPr/>
        </p:nvSpPr>
        <p:spPr>
          <a:xfrm>
            <a:off x="8173517" y="3840480"/>
            <a:ext cx="1270000" cy="402336"/>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お知らせ</a:t>
            </a:r>
            <a:endParaRPr lang="ja-JP" sz="1600"/>
          </a:p>
        </p:txBody>
      </p:sp>
      <p:sp>
        <p:nvSpPr>
          <p:cNvPr id="26" name="body 26"/>
          <p:cNvSpPr txBox="1"/>
          <p:nvPr/>
        </p:nvSpPr>
        <p:spPr>
          <a:xfrm>
            <a:off x="8173517"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「以下のように」「次のように」は書き言葉でよく使う。</a:t>
            </a:r>
            <a:endParaRPr lang="ja-JP" sz="1600"/>
          </a:p>
        </p:txBody>
      </p:sp>
      <p:sp>
        <p:nvSpPr>
          <p:cNvPr id="27" name="rei 27"/>
          <p:cNvSpPr txBox="1"/>
          <p:nvPr/>
        </p:nvSpPr>
        <p:spPr>
          <a:xfrm>
            <a:off x="8173517"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8" name="pex 28"/>
          <p:cNvSpPr txBox="1"/>
          <p:nvPr/>
        </p:nvSpPr>
        <p:spPr>
          <a:xfrm>
            <a:off x="8676437" y="52130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以下の</a:t>
            </a:r>
            <a:r>
              <a:rPr lang="ja-JP" altLang="en-US" sz="1700" b="1" dirty="0">
                <a:solidFill>
                  <a:srgbClr val="A64B31"/>
                </a:solidFill>
                <a:highlight>
                  <a:srgbClr val="F9E2A0"/>
                </a:highlight>
                <a:latin typeface="Meiryo"/>
                <a:ea typeface="Meiryo"/>
                <a:cs typeface="Meiryo"/>
              </a:rPr>
              <a:t>ように</a:t>
            </a:r>
            <a:r>
              <a:rPr lang="ja-JP" altLang="en-US" sz="1700" b="0" dirty="0">
                <a:solidFill>
                  <a:srgbClr val="1F271D"/>
                </a:solidFill>
                <a:latin typeface="Meiryo"/>
                <a:ea typeface="Meiryo"/>
                <a:cs typeface="Meiryo"/>
              </a:rPr>
              <a:t>変わります。</a:t>
            </a:r>
            <a:endParaRPr lang="ja-JP" sz="17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500"/>
                                        <p:tgtEl>
                                          <p:spTgt spid="19"/>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500"/>
                                        <p:tgtEl>
                                          <p:spTgt spid="20"/>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up)">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wipe(up)">
                                      <p:cBhvr>
                                        <p:cTn id="58" dur="500"/>
                                        <p:tgtEl>
                                          <p:spTgt spid="24"/>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ipe(up)">
                                      <p:cBhvr>
                                        <p:cTn id="61" dur="500"/>
                                        <p:tgtEl>
                                          <p:spTgt spid="25"/>
                                        </p:tgtEl>
                                      </p:cBhvr>
                                    </p:animEffect>
                                  </p:childTnLst>
                                </p:cTn>
                              </p:par>
                              <p:par>
                                <p:cTn id="62" presetID="22" presetClass="entr" presetSubtype="1"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up)">
                                      <p:cBhvr>
                                        <p:cTn id="64" dur="500"/>
                                        <p:tgtEl>
                                          <p:spTgt spid="26"/>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up)">
                                      <p:cBhvr>
                                        <p:cTn id="67" dur="500"/>
                                        <p:tgtEl>
                                          <p:spTgt spid="27"/>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wipe(up)">
                                      <p:cBhvr>
                                        <p:cTn id="7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270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～ように</a:t>
            </a:r>
            <a:endParaRPr lang="ja-JP" sz="1600"/>
          </a:p>
        </p:txBody>
      </p:sp>
      <p:sp>
        <p:nvSpPr>
          <p:cNvPr id="6" name="t 6"/>
          <p:cNvSpPr txBox="1"/>
          <p:nvPr/>
        </p:nvSpPr>
        <p:spPr>
          <a:xfrm>
            <a:off x="2138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例①②③</a:t>
            </a:r>
            <a:endParaRPr lang="ja-JP" sz="1400"/>
          </a:p>
        </p:txBody>
      </p:sp>
      <p:sp>
        <p:nvSpPr>
          <p:cNvPr id="7" name="badge 7"/>
          <p:cNvSpPr txBox="1"/>
          <p:nvPr/>
        </p:nvSpPr>
        <p:spPr>
          <a:xfrm>
            <a:off x="685800" y="127355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line 8"/>
          <p:cNvSpPr txBox="1"/>
          <p:nvPr/>
        </p:nvSpPr>
        <p:spPr>
          <a:xfrm>
            <a:off x="1463040" y="1325880"/>
            <a:ext cx="1004285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0" dirty="0">
                <a:solidFill>
                  <a:srgbClr val="1F271D"/>
                </a:solidFill>
                <a:latin typeface="Meiryo"/>
                <a:ea typeface="Meiryo"/>
                <a:cs typeface="Meiryo"/>
              </a:rPr>
              <a:t>どうしてみんなと同じ</a:t>
            </a:r>
            <a:r>
              <a:rPr lang="ja-JP" altLang="en-US" sz="2600" b="1" dirty="0">
                <a:solidFill>
                  <a:srgbClr val="A64B31"/>
                </a:solidFill>
                <a:highlight>
                  <a:srgbClr val="F9E2A0"/>
                </a:highlight>
                <a:latin typeface="Meiryo"/>
                <a:ea typeface="Meiryo"/>
                <a:cs typeface="Meiryo"/>
              </a:rPr>
              <a:t>ように</a:t>
            </a:r>
            <a:r>
              <a:rPr lang="ja-JP" altLang="en-US" sz="2600" b="0" dirty="0">
                <a:solidFill>
                  <a:srgbClr val="1F271D"/>
                </a:solidFill>
                <a:latin typeface="Meiryo"/>
                <a:ea typeface="Meiryo"/>
                <a:cs typeface="Meiryo"/>
              </a:rPr>
              <a:t>できないのだろうと</a:t>
            </a:r>
            <a:endParaRPr lang="ja-JP" sz="2600"/>
          </a:p>
          <a:p>
            <a:pPr algn="l">
              <a:lnSpc>
                <a:spcPct val="118000"/>
              </a:lnSpc>
              <a:spcBef>
                <a:spcPts val="0"/>
              </a:spcBef>
              <a:spcAft>
                <a:spcPts val="200"/>
              </a:spcAft>
              <a:buNone/>
            </a:pPr>
            <a:r>
              <a:rPr lang="ja-JP" altLang="en-US" sz="2600" b="0" dirty="0">
                <a:solidFill>
                  <a:srgbClr val="1F271D"/>
                </a:solidFill>
                <a:latin typeface="Meiryo"/>
                <a:ea typeface="Meiryo"/>
                <a:cs typeface="Meiryo"/>
              </a:rPr>
              <a:t>悩んでいました。</a:t>
            </a:r>
            <a:endParaRPr lang="ja-JP" sz="2600"/>
          </a:p>
        </p:txBody>
      </p:sp>
      <p:sp>
        <p:nvSpPr>
          <p:cNvPr id="9" name="rule 9"/>
          <p:cNvSpPr/>
          <p:nvPr/>
        </p:nvSpPr>
        <p:spPr>
          <a:xfrm>
            <a:off x="685800" y="2524760"/>
            <a:ext cx="9174175" cy="18288"/>
          </a:xfrm>
          <a:prstGeom prst="rect">
            <a:avLst/>
          </a:prstGeom>
          <a:solidFill>
            <a:srgbClr val="DBCCBA"/>
          </a:solidFill>
          <a:ln>
            <a:noFill/>
          </a:ln>
        </p:spPr>
        <p:txBody>
          <a:bodyPr rtlCol="0" anchor="ctr"/>
          <a:lstStyle/>
          <a:p>
            <a:endParaRPr lang="ja-JP"/>
          </a:p>
        </p:txBody>
      </p:sp>
      <p:sp>
        <p:nvSpPr>
          <p:cNvPr id="10" name="badge 10"/>
          <p:cNvSpPr txBox="1"/>
          <p:nvPr/>
        </p:nvSpPr>
        <p:spPr>
          <a:xfrm>
            <a:off x="685800" y="279247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11" name="line 11"/>
          <p:cNvSpPr txBox="1"/>
          <p:nvPr/>
        </p:nvSpPr>
        <p:spPr>
          <a:xfrm>
            <a:off x="1463040" y="2844800"/>
            <a:ext cx="1004285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0" dirty="0">
                <a:solidFill>
                  <a:srgbClr val="1F271D"/>
                </a:solidFill>
                <a:latin typeface="Meiryo"/>
                <a:ea typeface="Meiryo"/>
                <a:cs typeface="Meiryo"/>
              </a:rPr>
              <a:t>母が教えてくれた</a:t>
            </a:r>
            <a:r>
              <a:rPr lang="ja-JP" altLang="en-US" sz="2600" b="1" dirty="0">
                <a:solidFill>
                  <a:srgbClr val="A64B31"/>
                </a:solidFill>
                <a:highlight>
                  <a:srgbClr val="F9E2A0"/>
                </a:highlight>
                <a:latin typeface="Meiryo"/>
                <a:ea typeface="Meiryo"/>
                <a:cs typeface="Meiryo"/>
              </a:rPr>
              <a:t>ように</a:t>
            </a:r>
            <a:r>
              <a:rPr lang="ja-JP" altLang="en-US" sz="2600" b="0" dirty="0">
                <a:solidFill>
                  <a:srgbClr val="1F271D"/>
                </a:solidFill>
                <a:latin typeface="Meiryo"/>
                <a:ea typeface="Meiryo"/>
                <a:cs typeface="Meiryo"/>
              </a:rPr>
              <a:t>作ってみたら、</a:t>
            </a:r>
            <a:endParaRPr lang="ja-JP" sz="2600"/>
          </a:p>
          <a:p>
            <a:pPr algn="l">
              <a:lnSpc>
                <a:spcPct val="118000"/>
              </a:lnSpc>
              <a:spcBef>
                <a:spcPts val="0"/>
              </a:spcBef>
              <a:spcAft>
                <a:spcPts val="200"/>
              </a:spcAft>
              <a:buNone/>
            </a:pPr>
            <a:r>
              <a:rPr lang="ja-JP" altLang="en-US" sz="2600" b="0" dirty="0">
                <a:solidFill>
                  <a:srgbClr val="1F271D"/>
                </a:solidFill>
                <a:latin typeface="Meiryo"/>
                <a:ea typeface="Meiryo"/>
                <a:cs typeface="Meiryo"/>
              </a:rPr>
              <a:t>おいしいスープができた。</a:t>
            </a:r>
            <a:endParaRPr lang="ja-JP" sz="2600"/>
          </a:p>
        </p:txBody>
      </p:sp>
      <p:sp>
        <p:nvSpPr>
          <p:cNvPr id="12" name="rule 12"/>
          <p:cNvSpPr/>
          <p:nvPr/>
        </p:nvSpPr>
        <p:spPr>
          <a:xfrm>
            <a:off x="685800" y="4043680"/>
            <a:ext cx="9174175" cy="18288"/>
          </a:xfrm>
          <a:prstGeom prst="rect">
            <a:avLst/>
          </a:prstGeom>
          <a:solidFill>
            <a:srgbClr val="DBCCBA"/>
          </a:solidFill>
          <a:ln>
            <a:noFill/>
          </a:ln>
        </p:spPr>
        <p:txBody>
          <a:bodyPr rtlCol="0" anchor="ctr"/>
          <a:lstStyle/>
          <a:p>
            <a:endParaRPr lang="ja-JP"/>
          </a:p>
        </p:txBody>
      </p:sp>
      <p:sp>
        <p:nvSpPr>
          <p:cNvPr id="13" name="badge 13"/>
          <p:cNvSpPr txBox="1"/>
          <p:nvPr/>
        </p:nvSpPr>
        <p:spPr>
          <a:xfrm>
            <a:off x="685800" y="431139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③</a:t>
            </a:r>
            <a:endParaRPr lang="ja-JP" sz="2000"/>
          </a:p>
        </p:txBody>
      </p:sp>
      <p:sp>
        <p:nvSpPr>
          <p:cNvPr id="14" name="line 14"/>
          <p:cNvSpPr txBox="1"/>
          <p:nvPr/>
        </p:nvSpPr>
        <p:spPr>
          <a:xfrm>
            <a:off x="1463040" y="4363720"/>
            <a:ext cx="1004285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0" dirty="0">
                <a:solidFill>
                  <a:srgbClr val="1F271D"/>
                </a:solidFill>
                <a:latin typeface="Meiryo"/>
                <a:ea typeface="Meiryo"/>
                <a:cs typeface="Meiryo"/>
              </a:rPr>
              <a:t>来月から、ごみ回収日は以下の</a:t>
            </a:r>
            <a:r>
              <a:rPr lang="ja-JP" altLang="en-US" sz="2600" b="1" dirty="0">
                <a:solidFill>
                  <a:srgbClr val="A64B31"/>
                </a:solidFill>
                <a:highlight>
                  <a:srgbClr val="F9E2A0"/>
                </a:highlight>
                <a:latin typeface="Meiryo"/>
                <a:ea typeface="Meiryo"/>
                <a:cs typeface="Meiryo"/>
              </a:rPr>
              <a:t>ように</a:t>
            </a:r>
            <a:r>
              <a:rPr lang="ja-JP" altLang="en-US" sz="2600" b="0" dirty="0">
                <a:solidFill>
                  <a:srgbClr val="1F271D"/>
                </a:solidFill>
                <a:latin typeface="Meiryo"/>
                <a:ea typeface="Meiryo"/>
                <a:cs typeface="Meiryo"/>
              </a:rPr>
              <a:t>変わります。</a:t>
            </a:r>
            <a:endParaRPr lang="ja-JP" sz="2600"/>
          </a:p>
        </p:txBody>
      </p:sp>
      <p:sp>
        <p:nvSpPr>
          <p:cNvPr id="15" name="note 15"/>
          <p:cNvSpPr txBox="1"/>
          <p:nvPr/>
        </p:nvSpPr>
        <p:spPr>
          <a:xfrm rot="-72000">
            <a:off x="777240" y="5623560"/>
            <a:ext cx="7818120" cy="68580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「～と同じに」という意味。③はお知らせでよく使う形。</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up)">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up)">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270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～ように</a:t>
            </a:r>
            <a:endParaRPr lang="ja-JP" sz="1600"/>
          </a:p>
        </p:txBody>
      </p:sp>
      <p:sp>
        <p:nvSpPr>
          <p:cNvPr id="6" name="t 6"/>
          <p:cNvSpPr txBox="1"/>
          <p:nvPr/>
        </p:nvSpPr>
        <p:spPr>
          <a:xfrm>
            <a:off x="2138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翻訳練習　Câu 4/12</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47320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Như tôi đã nói hôm qua, cuộc họp ngày mai bắt đầu lúc 9 giờ.</a:t>
            </a:r>
            <a:endParaRPr lang="ja-JP" sz="2600"/>
          </a:p>
        </p:txBody>
      </p:sp>
      <p:sp>
        <p:nvSpPr>
          <p:cNvPr id="9" name="pill 9"/>
          <p:cNvSpPr txBox="1"/>
          <p:nvPr/>
        </p:nvSpPr>
        <p:spPr>
          <a:xfrm>
            <a:off x="685800" y="321056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321056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会議</a:t>
            </a:r>
            <a:endParaRPr lang="ja-JP" sz="1800"/>
          </a:p>
        </p:txBody>
      </p:sp>
      <p:sp>
        <p:nvSpPr>
          <p:cNvPr id="11" name="ANS_bg 11"/>
          <p:cNvSpPr/>
          <p:nvPr/>
        </p:nvSpPr>
        <p:spPr>
          <a:xfrm>
            <a:off x="685800" y="389636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407924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444500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昨日言った</a:t>
            </a:r>
            <a:r>
              <a:rPr lang="ja-JP" altLang="en-US" sz="2600" b="1" dirty="0">
                <a:solidFill>
                  <a:srgbClr val="F2C14E"/>
                </a:solidFill>
                <a:latin typeface="Meiryo"/>
                <a:ea typeface="Meiryo"/>
                <a:cs typeface="Meiryo"/>
              </a:rPr>
              <a:t>ように</a:t>
            </a:r>
            <a:r>
              <a:rPr lang="ja-JP" altLang="en-US" sz="2600" b="1" dirty="0">
                <a:solidFill>
                  <a:srgbClr val="FFFFFF"/>
                </a:solidFill>
                <a:latin typeface="Meiryo"/>
                <a:ea typeface="Meiryo"/>
                <a:cs typeface="Meiryo"/>
              </a:rPr>
              <a:t>、明日の会議は9時からです。</a:t>
            </a:r>
            <a:endParaRPr lang="ja-JP" sz="2600"/>
          </a:p>
        </p:txBody>
      </p:sp>
      <p:sp>
        <p:nvSpPr>
          <p:cNvPr id="14" name="t 14"/>
          <p:cNvSpPr txBox="1"/>
          <p:nvPr/>
        </p:nvSpPr>
        <p:spPr>
          <a:xfrm>
            <a:off x="1005840" y="499872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別の表現：昨日お伝えしたように、明日の会議は9時に始まります。（丁寧）</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270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～ように</a:t>
            </a:r>
            <a:endParaRPr lang="ja-JP" sz="1600"/>
          </a:p>
        </p:txBody>
      </p:sp>
      <p:sp>
        <p:nvSpPr>
          <p:cNvPr id="6" name="t 6"/>
          <p:cNvSpPr txBox="1"/>
          <p:nvPr/>
        </p:nvSpPr>
        <p:spPr>
          <a:xfrm>
            <a:off x="2138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翻訳練習　Câu 5/12</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Đúng như thầy đã nói, bài thi lần này rất khó.</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おっしゃる</a:t>
            </a:r>
            <a:endParaRPr lang="ja-JP" sz="1800"/>
          </a:p>
        </p:txBody>
      </p:sp>
      <p:sp>
        <p:nvSpPr>
          <p:cNvPr id="11" name="ANS_bg 11"/>
          <p:cNvSpPr/>
          <p:nvPr/>
        </p:nvSpPr>
        <p:spPr>
          <a:xfrm>
            <a:off x="685800" y="3434080"/>
            <a:ext cx="10820095" cy="206756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先生がおっしゃっていた</a:t>
            </a:r>
            <a:r>
              <a:rPr lang="ja-JP" altLang="en-US" sz="2600" b="1" dirty="0">
                <a:solidFill>
                  <a:srgbClr val="F2C14E"/>
                </a:solidFill>
                <a:latin typeface="Meiryo"/>
                <a:ea typeface="Meiryo"/>
                <a:cs typeface="Meiryo"/>
              </a:rPr>
              <a:t>ように</a:t>
            </a:r>
            <a:r>
              <a:rPr lang="ja-JP" altLang="en-US" sz="2600" b="1" dirty="0">
                <a:solidFill>
                  <a:srgbClr val="FFFFFF"/>
                </a:solidFill>
                <a:latin typeface="Meiryo"/>
                <a:ea typeface="Meiryo"/>
                <a:cs typeface="Meiryo"/>
              </a:rPr>
              <a:t>、</a:t>
            </a:r>
            <a:endParaRPr lang="ja-JP" sz="2600"/>
          </a:p>
          <a:p>
            <a:pPr algn="l">
              <a:lnSpc>
                <a:spcPct val="118000"/>
              </a:lnSpc>
              <a:spcBef>
                <a:spcPts val="0"/>
              </a:spcBef>
              <a:spcAft>
                <a:spcPts val="200"/>
              </a:spcAft>
              <a:buNone/>
            </a:pPr>
            <a:r>
              <a:rPr lang="ja-JP" altLang="en-US" sz="2600" b="1" dirty="0">
                <a:solidFill>
                  <a:srgbClr val="FFFFFF"/>
                </a:solidFill>
                <a:latin typeface="Meiryo"/>
                <a:ea typeface="Meiryo"/>
                <a:cs typeface="Meiryo"/>
              </a:rPr>
              <a:t>今回の試験はとても難しかったです。</a:t>
            </a:r>
            <a:endParaRPr lang="ja-JP" sz="2600"/>
          </a:p>
        </p:txBody>
      </p:sp>
      <p:sp>
        <p:nvSpPr>
          <p:cNvPr id="14" name="t 14"/>
          <p:cNvSpPr txBox="1"/>
          <p:nvPr/>
        </p:nvSpPr>
        <p:spPr>
          <a:xfrm>
            <a:off x="1005840" y="499872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別の表現：先生が言っていたように、今回の試験は難しかった。</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270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～ように</a:t>
            </a:r>
            <a:endParaRPr lang="ja-JP" sz="1600"/>
          </a:p>
        </p:txBody>
      </p:sp>
      <p:sp>
        <p:nvSpPr>
          <p:cNvPr id="6" name="t 6"/>
          <p:cNvSpPr txBox="1"/>
          <p:nvPr/>
        </p:nvSpPr>
        <p:spPr>
          <a:xfrm>
            <a:off x="2138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翻訳練習　Câu 6/12</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Đúng như mọi người dự đoán, đội A đã thắng.</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予想する、勝つ</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みんなが予想していた</a:t>
            </a:r>
            <a:r>
              <a:rPr lang="ja-JP" altLang="en-US" sz="2600" b="1" dirty="0">
                <a:solidFill>
                  <a:srgbClr val="F2C14E"/>
                </a:solidFill>
                <a:latin typeface="Meiryo"/>
                <a:ea typeface="Meiryo"/>
                <a:cs typeface="Meiryo"/>
              </a:rPr>
              <a:t>ように</a:t>
            </a:r>
            <a:r>
              <a:rPr lang="ja-JP" altLang="en-US" sz="2600" b="1" dirty="0">
                <a:solidFill>
                  <a:srgbClr val="FFFFFF"/>
                </a:solidFill>
                <a:latin typeface="Meiryo"/>
                <a:ea typeface="Meiryo"/>
                <a:cs typeface="Meiryo"/>
              </a:rPr>
              <a:t>、Aチームが勝ちました。</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別の表現：みんなが思っていたように、Aチームが勝った。</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1.3</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～とともに</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～が変化すると～も一緒に変化する／～と一緒に</a:t>
            </a:r>
            <a:endParaRPr lang="ja-JP" sz="1800"/>
          </a:p>
        </p:txBody>
      </p:sp>
      <p:sp>
        <p:nvSpPr>
          <p:cNvPr id="9" name="conn 9"/>
          <p:cNvSpPr/>
          <p:nvPr/>
        </p:nvSpPr>
        <p:spPr>
          <a:xfrm>
            <a:off x="685800" y="2148840"/>
            <a:ext cx="10820095" cy="13716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V（辞書形）＋ </a:t>
            </a:r>
            <a:r>
              <a:rPr lang="ja-JP" altLang="en-US" sz="2200" b="1" dirty="0">
                <a:solidFill>
                  <a:srgbClr val="A64B31"/>
                </a:solidFill>
                <a:highlight>
                  <a:srgbClr val="F9E2A0"/>
                </a:highlight>
                <a:latin typeface="Meiryo"/>
                <a:ea typeface="Meiryo"/>
                <a:cs typeface="Meiryo"/>
              </a:rPr>
              <a:t>とともに</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時間がたつ</a:t>
            </a:r>
            <a:r>
              <a:rPr lang="ja-JP" altLang="en-US" sz="1700" b="1" dirty="0">
                <a:solidFill>
                  <a:srgbClr val="A64B31"/>
                </a:solidFill>
                <a:highlight>
                  <a:srgbClr val="F9E2A0"/>
                </a:highlight>
                <a:latin typeface="Meiryo"/>
                <a:ea typeface="Meiryo"/>
                <a:cs typeface="Meiryo"/>
              </a:rPr>
              <a:t>とともに</a:t>
            </a:r>
            <a:endParaRPr lang="ja-JP" sz="1700"/>
          </a:p>
        </p:txBody>
      </p:sp>
      <p:sp>
        <p:nvSpPr>
          <p:cNvPr id="13" name="form 13"/>
          <p:cNvSpPr txBox="1"/>
          <p:nvPr/>
        </p:nvSpPr>
        <p:spPr>
          <a:xfrm>
            <a:off x="2103120" y="28346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N ＋ </a:t>
            </a:r>
            <a:r>
              <a:rPr lang="ja-JP" altLang="en-US" sz="2200" b="1" dirty="0">
                <a:solidFill>
                  <a:srgbClr val="A64B31"/>
                </a:solidFill>
                <a:highlight>
                  <a:srgbClr val="F9E2A0"/>
                </a:highlight>
                <a:latin typeface="Meiryo"/>
                <a:ea typeface="Meiryo"/>
                <a:cs typeface="Meiryo"/>
              </a:rPr>
              <a:t>とともに</a:t>
            </a:r>
            <a:endParaRPr lang="ja-JP" sz="2200"/>
          </a:p>
        </p:txBody>
      </p:sp>
      <p:sp>
        <p:nvSpPr>
          <p:cNvPr id="14" name="ex 14"/>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普及</a:t>
            </a:r>
            <a:r>
              <a:rPr lang="ja-JP" altLang="en-US" sz="1700" b="1" dirty="0">
                <a:solidFill>
                  <a:srgbClr val="A64B31"/>
                </a:solidFill>
                <a:highlight>
                  <a:srgbClr val="F9E2A0"/>
                </a:highlight>
                <a:latin typeface="Meiryo"/>
                <a:ea typeface="Meiryo"/>
                <a:cs typeface="Meiryo"/>
              </a:rPr>
              <a:t>とともに</a:t>
            </a:r>
            <a:r>
              <a:rPr lang="ja-JP" altLang="en-US" sz="1700" b="0" dirty="0">
                <a:solidFill>
                  <a:srgbClr val="7A6F62"/>
                </a:solidFill>
                <a:latin typeface="Meiryo"/>
                <a:ea typeface="Meiryo"/>
                <a:cs typeface="Meiryo"/>
              </a:rPr>
              <a:t>　家族</a:t>
            </a:r>
            <a:r>
              <a:rPr lang="ja-JP" altLang="en-US" sz="1700" b="1" dirty="0">
                <a:solidFill>
                  <a:srgbClr val="A64B31"/>
                </a:solidFill>
                <a:highlight>
                  <a:srgbClr val="F9E2A0"/>
                </a:highlight>
                <a:latin typeface="Meiryo"/>
                <a:ea typeface="Meiryo"/>
                <a:cs typeface="Meiryo"/>
              </a:rPr>
              <a:t>とともに</a:t>
            </a:r>
            <a:endParaRPr lang="ja-JP" sz="1700"/>
          </a:p>
        </p:txBody>
      </p:sp>
      <p:sp>
        <p:nvSpPr>
          <p:cNvPr id="15" name="pill 15"/>
          <p:cNvSpPr txBox="1"/>
          <p:nvPr/>
        </p:nvSpPr>
        <p:spPr>
          <a:xfrm>
            <a:off x="685800" y="3840480"/>
            <a:ext cx="14732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一緒に変化</a:t>
            </a:r>
            <a:endParaRPr lang="ja-JP" sz="1600"/>
          </a:p>
        </p:txBody>
      </p:sp>
      <p:sp>
        <p:nvSpPr>
          <p:cNvPr id="16" name="body 16"/>
          <p:cNvSpPr txBox="1"/>
          <p:nvPr/>
        </p:nvSpPr>
        <p:spPr>
          <a:xfrm>
            <a:off x="685800"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前が変わると、後ろも変わる。</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 につれて）</a:t>
            </a:r>
            <a:endParaRPr lang="ja-JP" sz="1600"/>
          </a:p>
        </p:txBody>
      </p:sp>
      <p:sp>
        <p:nvSpPr>
          <p:cNvPr id="17" name="rei 17"/>
          <p:cNvSpPr txBox="1"/>
          <p:nvPr/>
        </p:nvSpPr>
        <p:spPr>
          <a:xfrm>
            <a:off x="685800"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18" name="pex 18"/>
          <p:cNvSpPr txBox="1"/>
          <p:nvPr/>
        </p:nvSpPr>
        <p:spPr>
          <a:xfrm>
            <a:off x="1188720" y="52130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年をとる</a:t>
            </a:r>
            <a:r>
              <a:rPr lang="ja-JP" altLang="en-US" sz="1700" b="1" dirty="0">
                <a:solidFill>
                  <a:srgbClr val="A64B31"/>
                </a:solidFill>
                <a:highlight>
                  <a:srgbClr val="F9E2A0"/>
                </a:highlight>
                <a:latin typeface="Meiryo"/>
                <a:ea typeface="Meiryo"/>
                <a:cs typeface="Meiryo"/>
              </a:rPr>
              <a:t>とともに</a:t>
            </a:r>
            <a:r>
              <a:rPr lang="ja-JP" altLang="en-US" sz="1700" b="0" dirty="0">
                <a:solidFill>
                  <a:srgbClr val="1F271D"/>
                </a:solidFill>
                <a:latin typeface="Meiryo"/>
                <a:ea typeface="Meiryo"/>
                <a:cs typeface="Meiryo"/>
              </a:rPr>
              <a:t>、体力が落ちる。</a:t>
            </a:r>
            <a:endParaRPr lang="ja-JP" sz="1700"/>
          </a:p>
        </p:txBody>
      </p:sp>
      <p:sp>
        <p:nvSpPr>
          <p:cNvPr id="19" name="vrule 19"/>
          <p:cNvSpPr/>
          <p:nvPr/>
        </p:nvSpPr>
        <p:spPr>
          <a:xfrm>
            <a:off x="4223918" y="3886200"/>
            <a:ext cx="13716" cy="2560320"/>
          </a:xfrm>
          <a:prstGeom prst="rect">
            <a:avLst/>
          </a:prstGeom>
          <a:solidFill>
            <a:srgbClr val="DBCCBA"/>
          </a:solidFill>
          <a:ln>
            <a:noFill/>
          </a:ln>
        </p:spPr>
        <p:txBody>
          <a:bodyPr rtlCol="0" anchor="ctr"/>
          <a:lstStyle/>
          <a:p>
            <a:endParaRPr lang="ja-JP"/>
          </a:p>
        </p:txBody>
      </p:sp>
      <p:sp>
        <p:nvSpPr>
          <p:cNvPr id="20" name="pill 20"/>
          <p:cNvSpPr txBox="1"/>
          <p:nvPr/>
        </p:nvSpPr>
        <p:spPr>
          <a:xfrm>
            <a:off x="4429658" y="3840480"/>
            <a:ext cx="1066800"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一緒に</a:t>
            </a:r>
            <a:endParaRPr lang="ja-JP" sz="1600"/>
          </a:p>
        </p:txBody>
      </p:sp>
      <p:sp>
        <p:nvSpPr>
          <p:cNvPr id="21" name="body 21"/>
          <p:cNvSpPr txBox="1"/>
          <p:nvPr/>
        </p:nvSpPr>
        <p:spPr>
          <a:xfrm>
            <a:off x="4429658"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人・組織などと一緒に。</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 と一緒に）硬い言い方。</a:t>
            </a:r>
            <a:endParaRPr lang="ja-JP" sz="1600"/>
          </a:p>
        </p:txBody>
      </p:sp>
      <p:sp>
        <p:nvSpPr>
          <p:cNvPr id="22" name="rei 22"/>
          <p:cNvSpPr txBox="1"/>
          <p:nvPr/>
        </p:nvSpPr>
        <p:spPr>
          <a:xfrm>
            <a:off x="4429658"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3" name="pex 23"/>
          <p:cNvSpPr txBox="1"/>
          <p:nvPr/>
        </p:nvSpPr>
        <p:spPr>
          <a:xfrm>
            <a:off x="4932578" y="52130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家族</a:t>
            </a:r>
            <a:r>
              <a:rPr lang="ja-JP" altLang="en-US" sz="1700" b="1" dirty="0">
                <a:solidFill>
                  <a:srgbClr val="A64B31"/>
                </a:solidFill>
                <a:highlight>
                  <a:srgbClr val="F9E2A0"/>
                </a:highlight>
                <a:latin typeface="Meiryo"/>
                <a:ea typeface="Meiryo"/>
                <a:cs typeface="Meiryo"/>
              </a:rPr>
              <a:t>とともに</a:t>
            </a:r>
            <a:r>
              <a:rPr lang="ja-JP" altLang="en-US" sz="1700" b="0" dirty="0">
                <a:solidFill>
                  <a:srgbClr val="1F271D"/>
                </a:solidFill>
                <a:latin typeface="Meiryo"/>
                <a:ea typeface="Meiryo"/>
                <a:cs typeface="Meiryo"/>
              </a:rPr>
              <a:t>日本で暮らす。</a:t>
            </a:r>
            <a:endParaRPr lang="ja-JP" sz="1700"/>
          </a:p>
        </p:txBody>
      </p:sp>
      <p:sp>
        <p:nvSpPr>
          <p:cNvPr id="24" name="vrule 24"/>
          <p:cNvSpPr/>
          <p:nvPr/>
        </p:nvSpPr>
        <p:spPr>
          <a:xfrm>
            <a:off x="7967777" y="3886200"/>
            <a:ext cx="13716" cy="2560320"/>
          </a:xfrm>
          <a:prstGeom prst="rect">
            <a:avLst/>
          </a:prstGeom>
          <a:solidFill>
            <a:srgbClr val="DBCCBA"/>
          </a:solidFill>
          <a:ln>
            <a:noFill/>
          </a:ln>
        </p:spPr>
        <p:txBody>
          <a:bodyPr rtlCol="0" anchor="ctr"/>
          <a:lstStyle/>
          <a:p>
            <a:endParaRPr lang="ja-JP"/>
          </a:p>
        </p:txBody>
      </p:sp>
      <p:sp>
        <p:nvSpPr>
          <p:cNvPr id="25" name="pill 25"/>
          <p:cNvSpPr txBox="1"/>
          <p:nvPr/>
        </p:nvSpPr>
        <p:spPr>
          <a:xfrm>
            <a:off x="8173517" y="3840480"/>
            <a:ext cx="1066800" cy="402336"/>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同時に</a:t>
            </a:r>
            <a:endParaRPr lang="ja-JP" sz="1600"/>
          </a:p>
        </p:txBody>
      </p:sp>
      <p:sp>
        <p:nvSpPr>
          <p:cNvPr id="26" name="body 26"/>
          <p:cNvSpPr txBox="1"/>
          <p:nvPr/>
        </p:nvSpPr>
        <p:spPr>
          <a:xfrm>
            <a:off x="8173517" y="4407408"/>
            <a:ext cx="3332378" cy="334264"/>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ほとんど同じときに起きる。</a:t>
            </a:r>
            <a:endParaRPr lang="ja-JP" sz="1600"/>
          </a:p>
        </p:txBody>
      </p:sp>
      <p:sp>
        <p:nvSpPr>
          <p:cNvPr id="27" name="rei 27"/>
          <p:cNvSpPr txBox="1"/>
          <p:nvPr/>
        </p:nvSpPr>
        <p:spPr>
          <a:xfrm>
            <a:off x="8173517" y="4942840"/>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8" name="pex 28"/>
          <p:cNvSpPr txBox="1"/>
          <p:nvPr/>
        </p:nvSpPr>
        <p:spPr>
          <a:xfrm>
            <a:off x="8676437" y="4924552"/>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卒業</a:t>
            </a:r>
            <a:r>
              <a:rPr lang="ja-JP" altLang="en-US" sz="1700" b="1" dirty="0">
                <a:solidFill>
                  <a:srgbClr val="A64B31"/>
                </a:solidFill>
                <a:highlight>
                  <a:srgbClr val="F9E2A0"/>
                </a:highlight>
                <a:latin typeface="Meiryo"/>
                <a:ea typeface="Meiryo"/>
                <a:cs typeface="Meiryo"/>
              </a:rPr>
              <a:t>とともに</a:t>
            </a:r>
            <a:r>
              <a:rPr lang="ja-JP" altLang="en-US" sz="1700" b="0" dirty="0">
                <a:solidFill>
                  <a:srgbClr val="1F271D"/>
                </a:solidFill>
                <a:latin typeface="Meiryo"/>
                <a:ea typeface="Meiryo"/>
                <a:cs typeface="Meiryo"/>
              </a:rPr>
              <a:t>帰国した。</a:t>
            </a:r>
            <a:endParaRPr lang="ja-JP" sz="17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500"/>
                                        <p:tgtEl>
                                          <p:spTgt spid="19"/>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500"/>
                                        <p:tgtEl>
                                          <p:spTgt spid="20"/>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up)">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wipe(up)">
                                      <p:cBhvr>
                                        <p:cTn id="58" dur="500"/>
                                        <p:tgtEl>
                                          <p:spTgt spid="24"/>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ipe(up)">
                                      <p:cBhvr>
                                        <p:cTn id="61" dur="500"/>
                                        <p:tgtEl>
                                          <p:spTgt spid="25"/>
                                        </p:tgtEl>
                                      </p:cBhvr>
                                    </p:animEffect>
                                  </p:childTnLst>
                                </p:cTn>
                              </p:par>
                              <p:par>
                                <p:cTn id="62" presetID="22" presetClass="entr" presetSubtype="1"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up)">
                                      <p:cBhvr>
                                        <p:cTn id="64" dur="500"/>
                                        <p:tgtEl>
                                          <p:spTgt spid="26"/>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up)">
                                      <p:cBhvr>
                                        <p:cTn id="67" dur="500"/>
                                        <p:tgtEl>
                                          <p:spTgt spid="27"/>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wipe(up)">
                                      <p:cBhvr>
                                        <p:cTn id="7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4732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～とともに</a:t>
            </a:r>
            <a:endParaRPr lang="ja-JP" sz="1600"/>
          </a:p>
        </p:txBody>
      </p:sp>
      <p:sp>
        <p:nvSpPr>
          <p:cNvPr id="6" name="t 6"/>
          <p:cNvSpPr txBox="1"/>
          <p:nvPr/>
        </p:nvSpPr>
        <p:spPr>
          <a:xfrm>
            <a:off x="23418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例①②</a:t>
            </a:r>
            <a:endParaRPr lang="ja-JP" sz="1400"/>
          </a:p>
        </p:txBody>
      </p:sp>
      <p:sp>
        <p:nvSpPr>
          <p:cNvPr id="7" name="badge 7"/>
          <p:cNvSpPr txBox="1"/>
          <p:nvPr/>
        </p:nvSpPr>
        <p:spPr>
          <a:xfrm>
            <a:off x="685800" y="12913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line 8"/>
          <p:cNvSpPr txBox="1"/>
          <p:nvPr/>
        </p:nvSpPr>
        <p:spPr>
          <a:xfrm>
            <a:off x="1463040" y="1325880"/>
            <a:ext cx="100428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時間がたつ</a:t>
            </a:r>
            <a:r>
              <a:rPr lang="ja-JP" altLang="en-US" sz="2800" b="1" dirty="0">
                <a:solidFill>
                  <a:srgbClr val="A64B31"/>
                </a:solidFill>
                <a:highlight>
                  <a:srgbClr val="F9E2A0"/>
                </a:highlight>
                <a:latin typeface="Meiryo"/>
                <a:ea typeface="Meiryo"/>
                <a:cs typeface="Meiryo"/>
              </a:rPr>
              <a:t>とともに</a:t>
            </a:r>
            <a:r>
              <a:rPr lang="ja-JP" altLang="en-US" sz="2800" b="0" dirty="0">
                <a:solidFill>
                  <a:srgbClr val="1F271D"/>
                </a:solidFill>
                <a:latin typeface="Meiryo"/>
                <a:ea typeface="Meiryo"/>
                <a:cs typeface="Meiryo"/>
              </a:rPr>
              <a:t>、私の悩みも消えていきました。</a:t>
            </a:r>
            <a:endParaRPr lang="ja-JP" sz="2800"/>
          </a:p>
        </p:txBody>
      </p:sp>
      <p:sp>
        <p:nvSpPr>
          <p:cNvPr id="9" name="rule 9"/>
          <p:cNvSpPr/>
          <p:nvPr/>
        </p:nvSpPr>
        <p:spPr>
          <a:xfrm>
            <a:off x="685800" y="2098040"/>
            <a:ext cx="9174175" cy="18288"/>
          </a:xfrm>
          <a:prstGeom prst="rect">
            <a:avLst/>
          </a:prstGeom>
          <a:solidFill>
            <a:srgbClr val="DBCCBA"/>
          </a:solidFill>
          <a:ln>
            <a:noFill/>
          </a:ln>
        </p:spPr>
        <p:txBody>
          <a:bodyPr rtlCol="0" anchor="ctr"/>
          <a:lstStyle/>
          <a:p>
            <a:endParaRPr lang="ja-JP"/>
          </a:p>
        </p:txBody>
      </p:sp>
      <p:sp>
        <p:nvSpPr>
          <p:cNvPr id="10" name="badge 10"/>
          <p:cNvSpPr txBox="1"/>
          <p:nvPr/>
        </p:nvSpPr>
        <p:spPr>
          <a:xfrm>
            <a:off x="685800" y="23835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11" name="line 11"/>
          <p:cNvSpPr txBox="1"/>
          <p:nvPr/>
        </p:nvSpPr>
        <p:spPr>
          <a:xfrm>
            <a:off x="1463040" y="2418080"/>
            <a:ext cx="10042855" cy="9956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インターネットの普及</a:t>
            </a:r>
            <a:r>
              <a:rPr lang="ja-JP" altLang="en-US" sz="2800" b="1" dirty="0">
                <a:solidFill>
                  <a:srgbClr val="A64B31"/>
                </a:solidFill>
                <a:highlight>
                  <a:srgbClr val="F9E2A0"/>
                </a:highlight>
                <a:latin typeface="Meiryo"/>
                <a:ea typeface="Meiryo"/>
                <a:cs typeface="Meiryo"/>
              </a:rPr>
              <a:t>とともに</a:t>
            </a:r>
            <a:r>
              <a:rPr lang="ja-JP" altLang="en-US" sz="2800" b="0" dirty="0">
                <a:solidFill>
                  <a:srgbClr val="1F271D"/>
                </a:solidFill>
                <a:latin typeface="Meiryo"/>
                <a:ea typeface="Meiryo"/>
                <a:cs typeface="Meiryo"/>
              </a:rPr>
              <a:t>、</a:t>
            </a:r>
            <a:endParaRPr lang="ja-JP" sz="2800"/>
          </a:p>
          <a:p>
            <a:pPr algn="l">
              <a:lnSpc>
                <a:spcPct val="118000"/>
              </a:lnSpc>
              <a:spcBef>
                <a:spcPts val="0"/>
              </a:spcBef>
              <a:spcAft>
                <a:spcPts val="200"/>
              </a:spcAft>
              <a:buNone/>
            </a:pPr>
            <a:r>
              <a:rPr lang="ja-JP" altLang="en-US" sz="2800" b="0" dirty="0">
                <a:solidFill>
                  <a:srgbClr val="1F271D"/>
                </a:solidFill>
                <a:latin typeface="Meiryo"/>
                <a:ea typeface="Meiryo"/>
                <a:cs typeface="Meiryo"/>
              </a:rPr>
              <a:t>情報が簡単に手に入るようになった。</a:t>
            </a:r>
            <a:endParaRPr lang="ja-JP" sz="2800"/>
          </a:p>
        </p:txBody>
      </p:sp>
      <p:sp>
        <p:nvSpPr>
          <p:cNvPr id="12" name="note 12"/>
          <p:cNvSpPr txBox="1"/>
          <p:nvPr/>
        </p:nvSpPr>
        <p:spPr>
          <a:xfrm rot="-72000">
            <a:off x="777240" y="5623560"/>
            <a:ext cx="7360920" cy="68580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前の変化に合わせて、後ろも少しずつ変わっていく。</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up)">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up)">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4732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～とともに</a:t>
            </a:r>
            <a:endParaRPr lang="ja-JP" sz="1600"/>
          </a:p>
        </p:txBody>
      </p:sp>
      <p:sp>
        <p:nvSpPr>
          <p:cNvPr id="6" name="t 6"/>
          <p:cNvSpPr txBox="1"/>
          <p:nvPr/>
        </p:nvSpPr>
        <p:spPr>
          <a:xfrm>
            <a:off x="23418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翻訳練習　Câu 7/12</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47320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Cùng với sự phát triển của kinh tế, cuộc sống của người dân cũng thay đổi.</a:t>
            </a:r>
            <a:endParaRPr lang="ja-JP" sz="2600"/>
          </a:p>
        </p:txBody>
      </p:sp>
      <p:sp>
        <p:nvSpPr>
          <p:cNvPr id="9" name="pill 9"/>
          <p:cNvSpPr txBox="1"/>
          <p:nvPr/>
        </p:nvSpPr>
        <p:spPr>
          <a:xfrm>
            <a:off x="685800" y="321056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321056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経済、発展</a:t>
            </a:r>
            <a:endParaRPr lang="ja-JP" sz="1800"/>
          </a:p>
        </p:txBody>
      </p:sp>
      <p:sp>
        <p:nvSpPr>
          <p:cNvPr id="11" name="ANS_bg 11"/>
          <p:cNvSpPr/>
          <p:nvPr/>
        </p:nvSpPr>
        <p:spPr>
          <a:xfrm>
            <a:off x="685800" y="389636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407924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444500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経済の発展</a:t>
            </a:r>
            <a:r>
              <a:rPr lang="ja-JP" altLang="en-US" sz="2600" b="1" dirty="0">
                <a:solidFill>
                  <a:srgbClr val="F2C14E"/>
                </a:solidFill>
                <a:latin typeface="Meiryo"/>
                <a:ea typeface="Meiryo"/>
                <a:cs typeface="Meiryo"/>
              </a:rPr>
              <a:t>とともに</a:t>
            </a:r>
            <a:r>
              <a:rPr lang="ja-JP" altLang="en-US" sz="2600" b="1" dirty="0">
                <a:solidFill>
                  <a:srgbClr val="FFFFFF"/>
                </a:solidFill>
                <a:latin typeface="Meiryo"/>
                <a:ea typeface="Meiryo"/>
                <a:cs typeface="Meiryo"/>
              </a:rPr>
              <a:t>、人々の暮らしも変わった。</a:t>
            </a:r>
            <a:endParaRPr lang="ja-JP" sz="2600"/>
          </a:p>
        </p:txBody>
      </p:sp>
      <p:sp>
        <p:nvSpPr>
          <p:cNvPr id="14" name="t 14"/>
          <p:cNvSpPr txBox="1"/>
          <p:nvPr/>
        </p:nvSpPr>
        <p:spPr>
          <a:xfrm>
            <a:off x="1005840" y="499872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別の表現：経済が発展するとともに、人々の生活も変わってきた。</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4732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～とともに</a:t>
            </a:r>
            <a:endParaRPr lang="ja-JP" sz="1600"/>
          </a:p>
        </p:txBody>
      </p:sp>
      <p:sp>
        <p:nvSpPr>
          <p:cNvPr id="6" name="t 6"/>
          <p:cNvSpPr txBox="1"/>
          <p:nvPr/>
        </p:nvSpPr>
        <p:spPr>
          <a:xfrm>
            <a:off x="23418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翻訳練習　Câu 8/12</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Tôi đã sống cùng gia đình ở Nhật 3 năm.</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暮らす</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家族</a:t>
            </a:r>
            <a:r>
              <a:rPr lang="ja-JP" altLang="en-US" sz="2600" b="1" dirty="0">
                <a:solidFill>
                  <a:srgbClr val="F2C14E"/>
                </a:solidFill>
                <a:latin typeface="Meiryo"/>
                <a:ea typeface="Meiryo"/>
                <a:cs typeface="Meiryo"/>
              </a:rPr>
              <a:t>とともに</a:t>
            </a:r>
            <a:r>
              <a:rPr lang="ja-JP" altLang="en-US" sz="2600" b="1" dirty="0">
                <a:solidFill>
                  <a:srgbClr val="FFFFFF"/>
                </a:solidFill>
                <a:latin typeface="Meiryo"/>
                <a:ea typeface="Meiryo"/>
                <a:cs typeface="Meiryo"/>
              </a:rPr>
              <a:t>、日本で3年間暮らしました。</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別の表現：家族とともに、3年間日本で生活しました。</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4732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～とともに</a:t>
            </a:r>
            <a:endParaRPr lang="ja-JP" sz="1600"/>
          </a:p>
        </p:txBody>
      </p:sp>
      <p:sp>
        <p:nvSpPr>
          <p:cNvPr id="6" name="t 6"/>
          <p:cNvSpPr txBox="1"/>
          <p:nvPr/>
        </p:nvSpPr>
        <p:spPr>
          <a:xfrm>
            <a:off x="23418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翻訳練習　Câu 9/12</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Cùng với việc tốt nghiệp đại học, anh ấy đã về nước.</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卒業、帰国する</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大学の卒業</a:t>
            </a:r>
            <a:r>
              <a:rPr lang="ja-JP" altLang="en-US" sz="2600" b="1" dirty="0">
                <a:solidFill>
                  <a:srgbClr val="F2C14E"/>
                </a:solidFill>
                <a:latin typeface="Meiryo"/>
                <a:ea typeface="Meiryo"/>
                <a:cs typeface="Meiryo"/>
              </a:rPr>
              <a:t>とともに</a:t>
            </a:r>
            <a:r>
              <a:rPr lang="ja-JP" altLang="en-US" sz="2600" b="1" dirty="0">
                <a:solidFill>
                  <a:srgbClr val="FFFFFF"/>
                </a:solidFill>
                <a:latin typeface="Meiryo"/>
                <a:ea typeface="Meiryo"/>
                <a:cs typeface="Meiryo"/>
              </a:rPr>
              <a:t>、彼は帰国した。</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別の表現：彼は大学を卒業するとともに、国へ帰った。</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sp>
        <p:nvSpPr>
          <p:cNvPr id="3" name="Rectangle: Rounded Corners 2">
            <a:extLst>
              <a:ext uri="{FF2B5EF4-FFF2-40B4-BE49-F238E27FC236}">
                <a16:creationId xmlns:a16="http://schemas.microsoft.com/office/drawing/2014/main" id="{F095D682-720C-22BC-115E-09EDFE214B57}"/>
              </a:ext>
            </a:extLst>
          </p:cNvPr>
          <p:cNvSpPr/>
          <p:nvPr/>
        </p:nvSpPr>
        <p:spPr>
          <a:xfrm>
            <a:off x="2217107" y="275573"/>
            <a:ext cx="8329808" cy="569934"/>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ja-JP" altLang="en-US" sz="3200" b="1" dirty="0">
                <a:solidFill>
                  <a:srgbClr val="00B050"/>
                </a:solidFill>
                <a:latin typeface="HGMinchoE" panose="02020909000000000000" pitchFamily="49" charset="-128"/>
                <a:ea typeface="HGMinchoE" panose="02020909000000000000" pitchFamily="49" charset="-128"/>
              </a:rPr>
              <a:t>とともに・につれて</a:t>
            </a:r>
            <a:endParaRPr kumimoji="0" lang="en-US" sz="3200" b="1" i="0" u="none" strike="noStrike" kern="0" cap="none" spc="0" normalizeH="0" baseline="0" noProof="0" dirty="0">
              <a:ln>
                <a:noFill/>
              </a:ln>
              <a:solidFill>
                <a:srgbClr val="00B050"/>
              </a:solidFill>
              <a:effectLst/>
              <a:uLnTx/>
              <a:uFillTx/>
              <a:latin typeface="HGMinchoE" panose="02020909000000000000" pitchFamily="49" charset="-128"/>
              <a:ea typeface="HGMinchoE" panose="02020909000000000000" pitchFamily="49" charset="-128"/>
              <a:cs typeface="+mn-cs"/>
              <a:sym typeface="Arial"/>
            </a:endParaRPr>
          </a:p>
        </p:txBody>
      </p:sp>
      <p:sp>
        <p:nvSpPr>
          <p:cNvPr id="4" name="Rectangle 3">
            <a:extLst>
              <a:ext uri="{FF2B5EF4-FFF2-40B4-BE49-F238E27FC236}">
                <a16:creationId xmlns:a16="http://schemas.microsoft.com/office/drawing/2014/main" id="{3D5BAB8A-E6D8-BD93-6642-E78075D9B220}"/>
              </a:ext>
            </a:extLst>
          </p:cNvPr>
          <p:cNvSpPr/>
          <p:nvPr/>
        </p:nvSpPr>
        <p:spPr>
          <a:xfrm>
            <a:off x="288100" y="1346548"/>
            <a:ext cx="5686816" cy="28747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buFont typeface="Arial" panose="020B0604020202020204" pitchFamily="34" charset="0"/>
              <a:buChar char="•"/>
            </a:pPr>
            <a:r>
              <a:rPr lang="ja-JP" altLang="en-US" sz="2800" dirty="0">
                <a:solidFill>
                  <a:srgbClr val="1F271D"/>
                </a:solidFill>
                <a:latin typeface="Times New Roman" panose="02020603050405020304" pitchFamily="18" charset="0"/>
              </a:rPr>
              <a:t>一緒にする　</a:t>
            </a:r>
            <a:endParaRPr lang="en-US" altLang="ja-JP" sz="2800" dirty="0">
              <a:solidFill>
                <a:srgbClr val="1F271D"/>
              </a:solidFill>
              <a:latin typeface="Times New Roman" panose="02020603050405020304" pitchFamily="18" charset="0"/>
            </a:endParaRPr>
          </a:p>
          <a:p>
            <a:pPr lvl="0">
              <a:buFont typeface="Arial" panose="020B0604020202020204" pitchFamily="34" charset="0"/>
              <a:buChar char="•"/>
            </a:pPr>
            <a:r>
              <a:rPr lang="ja-JP" altLang="en-US" sz="2800" dirty="0">
                <a:solidFill>
                  <a:srgbClr val="1F271D"/>
                </a:solidFill>
                <a:latin typeface="Times New Roman" panose="02020603050405020304" pitchFamily="18" charset="0"/>
              </a:rPr>
              <a:t>同時に起きる　</a:t>
            </a:r>
            <a:endParaRPr lang="en-US" altLang="ja-JP" sz="2800" dirty="0">
              <a:solidFill>
                <a:srgbClr val="1F271D"/>
              </a:solidFill>
              <a:latin typeface="Times New Roman" panose="02020603050405020304" pitchFamily="18" charset="0"/>
            </a:endParaRPr>
          </a:p>
          <a:p>
            <a:pPr lvl="0">
              <a:buFont typeface="Arial" panose="020B0604020202020204" pitchFamily="34" charset="0"/>
              <a:buChar char="•"/>
            </a:pPr>
            <a:r>
              <a:rPr lang="ja-JP" altLang="en-US" sz="2800" dirty="0">
                <a:solidFill>
                  <a:srgbClr val="1F271D"/>
                </a:solidFill>
                <a:latin typeface="Times New Roman" panose="02020603050405020304" pitchFamily="18" charset="0"/>
              </a:rPr>
              <a:t>一緒に変化する　</a:t>
            </a:r>
            <a:endParaRPr lang="en-US" altLang="ja-JP" sz="2800" dirty="0">
              <a:solidFill>
                <a:srgbClr val="1F271D"/>
              </a:solidFill>
              <a:latin typeface="Times New Roman" panose="02020603050405020304" pitchFamily="18" charset="0"/>
            </a:endParaRPr>
          </a:p>
        </p:txBody>
      </p:sp>
      <p:sp>
        <p:nvSpPr>
          <p:cNvPr id="5" name="Rectangle 4">
            <a:extLst>
              <a:ext uri="{FF2B5EF4-FFF2-40B4-BE49-F238E27FC236}">
                <a16:creationId xmlns:a16="http://schemas.microsoft.com/office/drawing/2014/main" id="{8F4D48B3-B626-D058-04C0-477B17C68FEA}"/>
              </a:ext>
            </a:extLst>
          </p:cNvPr>
          <p:cNvSpPr/>
          <p:nvPr/>
        </p:nvSpPr>
        <p:spPr>
          <a:xfrm>
            <a:off x="6331907" y="1346547"/>
            <a:ext cx="5624186" cy="28747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buFont typeface="Arial" panose="020B0604020202020204" pitchFamily="34" charset="0"/>
              <a:buChar char="•"/>
            </a:pPr>
            <a:r>
              <a:rPr lang="ja-JP" altLang="en-US" sz="2800" dirty="0">
                <a:solidFill>
                  <a:srgbClr val="1F271D"/>
                </a:solidFill>
                <a:latin typeface="Times New Roman" panose="02020603050405020304" pitchFamily="18" charset="0"/>
              </a:rPr>
              <a:t>一緒に変化する</a:t>
            </a:r>
            <a:endParaRPr kumimoji="0" lang="en-US" sz="2400" b="0" i="0" u="none" strike="noStrike" kern="0" cap="none" spc="0" normalizeH="0" baseline="0" noProof="0" dirty="0">
              <a:ln>
                <a:noFill/>
              </a:ln>
              <a:solidFill>
                <a:srgbClr val="F6F3EA"/>
              </a:solidFill>
              <a:effectLst/>
              <a:uLnTx/>
              <a:uFillTx/>
              <a:latin typeface="Arial"/>
              <a:ea typeface="+mn-ea"/>
              <a:cs typeface="+mn-cs"/>
              <a:sym typeface="Arial"/>
            </a:endParaRPr>
          </a:p>
        </p:txBody>
      </p:sp>
      <p:sp>
        <p:nvSpPr>
          <p:cNvPr id="6" name="Rectangle 5">
            <a:extLst>
              <a:ext uri="{FF2B5EF4-FFF2-40B4-BE49-F238E27FC236}">
                <a16:creationId xmlns:a16="http://schemas.microsoft.com/office/drawing/2014/main" id="{A8339C30-AD97-4B1E-9DC5-D13C510A0654}"/>
              </a:ext>
            </a:extLst>
          </p:cNvPr>
          <p:cNvSpPr/>
          <p:nvPr/>
        </p:nvSpPr>
        <p:spPr>
          <a:xfrm>
            <a:off x="2011742" y="1346547"/>
            <a:ext cx="1826142" cy="584775"/>
          </a:xfrm>
          <a:prstGeom prst="rect">
            <a:avLst/>
          </a:prstGeom>
        </p:spPr>
        <p:txBody>
          <a:bodyPr wrap="none">
            <a:spAutoFit/>
          </a:bodyPr>
          <a:lstStyle/>
          <a:p>
            <a:pPr lvl="0" algn="ctr"/>
            <a:r>
              <a:rPr lang="ja-JP" altLang="en-US" sz="3200" b="1" dirty="0">
                <a:solidFill>
                  <a:srgbClr val="00B050"/>
                </a:solidFill>
                <a:latin typeface="HGMinchoE" panose="02020909000000000000" pitchFamily="49" charset="-128"/>
                <a:ea typeface="HGMinchoE" panose="02020909000000000000" pitchFamily="49" charset="-128"/>
              </a:rPr>
              <a:t>とともに</a:t>
            </a:r>
            <a:endParaRPr lang="en-US" sz="3200" dirty="0">
              <a:solidFill>
                <a:srgbClr val="1F271D"/>
              </a:solidFill>
              <a:latin typeface="Times New Roman" panose="02020603050405020304" pitchFamily="18" charset="0"/>
            </a:endParaRPr>
          </a:p>
        </p:txBody>
      </p:sp>
      <p:sp>
        <p:nvSpPr>
          <p:cNvPr id="7" name="Rectangle 6">
            <a:extLst>
              <a:ext uri="{FF2B5EF4-FFF2-40B4-BE49-F238E27FC236}">
                <a16:creationId xmlns:a16="http://schemas.microsoft.com/office/drawing/2014/main" id="{769DA684-3391-4A25-BFF4-97B2896D13F3}"/>
              </a:ext>
            </a:extLst>
          </p:cNvPr>
          <p:cNvSpPr/>
          <p:nvPr/>
        </p:nvSpPr>
        <p:spPr>
          <a:xfrm>
            <a:off x="8687136" y="1454268"/>
            <a:ext cx="1826141" cy="584775"/>
          </a:xfrm>
          <a:prstGeom prst="rect">
            <a:avLst/>
          </a:prstGeom>
        </p:spPr>
        <p:txBody>
          <a:bodyPr wrap="none">
            <a:spAutoFit/>
          </a:bodyPr>
          <a:lstStyle/>
          <a:p>
            <a:r>
              <a:rPr lang="ja-JP" altLang="en-US" sz="3200" b="1" dirty="0">
                <a:solidFill>
                  <a:srgbClr val="00B050"/>
                </a:solidFill>
                <a:latin typeface="HGMinchoE" panose="02020909000000000000" pitchFamily="49" charset="-128"/>
                <a:ea typeface="HGMinchoE" panose="02020909000000000000" pitchFamily="49" charset="-128"/>
              </a:rPr>
              <a:t>につれて</a:t>
            </a:r>
            <a:endParaRPr lang="en-US" sz="2800" dirty="0"/>
          </a:p>
        </p:txBody>
      </p:sp>
    </p:spTree>
    <p:extLst>
      <p:ext uri="{BB962C8B-B14F-4D97-AF65-F5344CB8AC3E}">
        <p14:creationId xmlns:p14="http://schemas.microsoft.com/office/powerpoint/2010/main" val="384610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https://kotorisensei.com/wp-content/uploads/2022/03/F9718F55-85EB-4797-AB3C-2003B04A3558-1024x63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325" y="127913"/>
            <a:ext cx="10746830" cy="663281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789889" y="1449422"/>
            <a:ext cx="170234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0" i="0" u="none" strike="noStrike" kern="0" cap="none" spc="0" normalizeH="0" baseline="0" noProof="0" dirty="0">
                <a:ln>
                  <a:noFill/>
                </a:ln>
                <a:solidFill>
                  <a:srgbClr val="FFC000"/>
                </a:solidFill>
                <a:effectLst/>
                <a:uLnTx/>
                <a:uFillTx/>
                <a:latin typeface="UD Digi Kyokasho N-B" panose="02020700000000000000" pitchFamily="17" charset="-128"/>
                <a:ea typeface="UD Digi Kyokasho N-B" panose="02020700000000000000" pitchFamily="17" charset="-128"/>
                <a:cs typeface="Arial"/>
                <a:sym typeface="Arial"/>
              </a:rPr>
              <a:t>と共に</a:t>
            </a:r>
            <a:endParaRPr kumimoji="0" lang="en-US" sz="2800" b="0" i="0" u="none" strike="noStrike" kern="0" cap="none" spc="0" normalizeH="0" baseline="0" noProof="0" dirty="0">
              <a:ln>
                <a:noFill/>
              </a:ln>
              <a:solidFill>
                <a:srgbClr val="FFC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6" name="TextBox 5"/>
          <p:cNvSpPr txBox="1"/>
          <p:nvPr/>
        </p:nvSpPr>
        <p:spPr>
          <a:xfrm>
            <a:off x="1699097" y="2457856"/>
            <a:ext cx="170234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0" i="0" u="none" strike="noStrike" kern="0" cap="none" spc="0" normalizeH="0" baseline="0" noProof="0" dirty="0">
                <a:ln>
                  <a:noFill/>
                </a:ln>
                <a:solidFill>
                  <a:srgbClr val="FFC000"/>
                </a:solidFill>
                <a:effectLst/>
                <a:uLnTx/>
                <a:uFillTx/>
                <a:latin typeface="UD Digi Kyokasho N-B" panose="02020700000000000000" pitchFamily="17" charset="-128"/>
                <a:ea typeface="UD Digi Kyokasho N-B" panose="02020700000000000000" pitchFamily="17" charset="-128"/>
                <a:cs typeface="Arial"/>
                <a:sym typeface="Arial"/>
              </a:rPr>
              <a:t>に従って</a:t>
            </a:r>
            <a:endParaRPr kumimoji="0" lang="en-US" sz="2800" b="0" i="0" u="none" strike="noStrike" kern="0" cap="none" spc="0" normalizeH="0" baseline="0" noProof="0" dirty="0">
              <a:ln>
                <a:noFill/>
              </a:ln>
              <a:solidFill>
                <a:srgbClr val="FFC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7" name="TextBox 6"/>
          <p:cNvSpPr txBox="1"/>
          <p:nvPr/>
        </p:nvSpPr>
        <p:spPr>
          <a:xfrm>
            <a:off x="1699096" y="3339245"/>
            <a:ext cx="170234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0" i="0" u="none" strike="noStrike" kern="0" cap="none" spc="0" normalizeH="0" baseline="0" noProof="0" dirty="0">
                <a:ln>
                  <a:noFill/>
                </a:ln>
                <a:solidFill>
                  <a:srgbClr val="FFC000"/>
                </a:solidFill>
                <a:effectLst/>
                <a:uLnTx/>
                <a:uFillTx/>
                <a:latin typeface="UD Digi Kyokasho N-B" panose="02020700000000000000" pitchFamily="17" charset="-128"/>
                <a:ea typeface="UD Digi Kyokasho N-B" panose="02020700000000000000" pitchFamily="17" charset="-128"/>
                <a:cs typeface="Arial"/>
                <a:sym typeface="Arial"/>
              </a:rPr>
              <a:t>に連れて</a:t>
            </a:r>
            <a:endParaRPr kumimoji="0" lang="en-US" sz="2800" b="0" i="0" u="none" strike="noStrike" kern="0" cap="none" spc="0" normalizeH="0" baseline="0" noProof="0" dirty="0">
              <a:ln>
                <a:noFill/>
              </a:ln>
              <a:solidFill>
                <a:srgbClr val="FFC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8" name="TextBox 7"/>
          <p:cNvSpPr txBox="1"/>
          <p:nvPr/>
        </p:nvSpPr>
        <p:spPr>
          <a:xfrm>
            <a:off x="1676397" y="4347679"/>
            <a:ext cx="170234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0" i="0" u="none" strike="noStrike" kern="0" cap="none" spc="0" normalizeH="0" baseline="0" noProof="0" dirty="0">
                <a:ln>
                  <a:noFill/>
                </a:ln>
                <a:solidFill>
                  <a:srgbClr val="FFC000"/>
                </a:solidFill>
                <a:effectLst/>
                <a:uLnTx/>
                <a:uFillTx/>
                <a:latin typeface="UD Digi Kyokasho N-B" panose="02020700000000000000" pitchFamily="17" charset="-128"/>
                <a:ea typeface="UD Digi Kyokasho N-B" panose="02020700000000000000" pitchFamily="17" charset="-128"/>
                <a:cs typeface="Arial"/>
                <a:sym typeface="Arial"/>
              </a:rPr>
              <a:t>に伴って</a:t>
            </a:r>
            <a:endParaRPr kumimoji="0" lang="en-US" sz="2800" b="0" i="0" u="none" strike="noStrike" kern="0" cap="none" spc="0" normalizeH="0" baseline="0" noProof="0" dirty="0">
              <a:ln>
                <a:noFill/>
              </a:ln>
              <a:solidFill>
                <a:srgbClr val="FFC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Tree>
    <p:extLst>
      <p:ext uri="{BB962C8B-B14F-4D97-AF65-F5344CB8AC3E}">
        <p14:creationId xmlns:p14="http://schemas.microsoft.com/office/powerpoint/2010/main" val="20091343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533D15"/>
                </a:solidFill>
                <a:latin typeface="Meiryo" pitchFamily="34" charset="0"/>
                <a:ea typeface="Meiryo" pitchFamily="34" charset="-122"/>
                <a:cs typeface="Meiryo" pitchFamily="34" charset="-120"/>
              </a:rPr>
              <a:t>まず、漢字で覚えよう！</a:t>
            </a:r>
            <a:endParaRPr lang="en-US" sz="3467" kern="1200" dirty="0">
              <a:solidFill>
                <a:prstClr val="black"/>
              </a:solidFill>
              <a:latin typeface="Calibri" panose="020F0502020204030204"/>
              <a:ea typeface="+mn-ea"/>
              <a:cs typeface="+mn-cs"/>
            </a:endParaRPr>
          </a:p>
        </p:txBody>
      </p:sp>
      <p:sp>
        <p:nvSpPr>
          <p:cNvPr id="4" name="S1_rise_22"/>
          <p:cNvSpPr/>
          <p:nvPr/>
        </p:nvSpPr>
        <p:spPr>
          <a:xfrm>
            <a:off x="609600" y="1828800"/>
            <a:ext cx="2560320" cy="4389120"/>
          </a:xfrm>
          <a:prstGeom prst="roundRect">
            <a:avLst>
              <a:gd name="adj" fmla="val 5714"/>
            </a:avLst>
          </a:prstGeom>
          <a:solidFill>
            <a:srgbClr val="FFFFFF"/>
          </a:solidFill>
          <a:ln w="12700">
            <a:solidFill>
              <a:srgbClr val="DBCCBA"/>
            </a:solidFill>
            <a:prstDash val="solid"/>
          </a:ln>
          <a:effectLst>
            <a:outerShdw blurRad="76200" dist="25400" dir="5400000" algn="bl" rotWithShape="0">
              <a:srgbClr val="000000">
                <a:alpha val="12000"/>
              </a:srgbClr>
            </a:outerShdw>
          </a:effectLst>
        </p:spPr>
      </p:sp>
      <p:sp>
        <p:nvSpPr>
          <p:cNvPr id="5" name="S1w_rise_23"/>
          <p:cNvSpPr/>
          <p:nvPr/>
        </p:nvSpPr>
        <p:spPr>
          <a:xfrm>
            <a:off x="792480" y="2011680"/>
            <a:ext cx="2194560" cy="609600"/>
          </a:xfrm>
          <a:prstGeom prst="roundRect">
            <a:avLst>
              <a:gd name="adj" fmla="val 50000"/>
            </a:avLst>
          </a:prstGeom>
          <a:solidFill>
            <a:srgbClr val="F2C14E"/>
          </a:solidFill>
          <a:ln w="12700">
            <a:solidFill>
              <a:srgbClr val="F2C14E"/>
            </a:solidFill>
            <a:prstDash val="solid"/>
          </a:ln>
        </p:spPr>
      </p:sp>
      <p:sp>
        <p:nvSpPr>
          <p:cNvPr id="6" name="S1w_rise_24"/>
          <p:cNvSpPr txBox="1"/>
          <p:nvPr/>
        </p:nvSpPr>
        <p:spPr>
          <a:xfrm>
            <a:off x="792480" y="2011680"/>
            <a:ext cx="2194560" cy="609600"/>
          </a:xfrm>
          <a:prstGeom prst="rect">
            <a:avLst/>
          </a:prstGeom>
          <a:noFill/>
          <a:ln/>
        </p:spPr>
        <p:txBody>
          <a:bodyPr wrap="square" lIns="0" tIns="0" rIns="0" bIns="0" rtlCol="0" anchor="ctr"/>
          <a:lstStyle/>
          <a:p>
            <a:pPr algn="ctr" defTabSz="1219170">
              <a:buClrTx/>
            </a:pPr>
            <a:r>
              <a:rPr lang="en-US" sz="2000" b="1" kern="1200" dirty="0">
                <a:solidFill>
                  <a:srgbClr val="FFFFFF"/>
                </a:solidFill>
                <a:latin typeface="Meiryo" pitchFamily="34" charset="0"/>
                <a:ea typeface="Meiryo" pitchFamily="34" charset="-122"/>
                <a:cs typeface="Meiryo" pitchFamily="34" charset="-120"/>
              </a:rPr>
              <a:t>とともに</a:t>
            </a:r>
            <a:endParaRPr lang="en-US" sz="2000" kern="1200" dirty="0">
              <a:solidFill>
                <a:prstClr val="black"/>
              </a:solidFill>
              <a:latin typeface="Calibri" panose="020F0502020204030204"/>
              <a:ea typeface="+mn-ea"/>
              <a:cs typeface="+mn-cs"/>
            </a:endParaRPr>
          </a:p>
        </p:txBody>
      </p:sp>
      <p:sp>
        <p:nvSpPr>
          <p:cNvPr id="7" name="S1_zoom_25"/>
          <p:cNvSpPr txBox="1"/>
          <p:nvPr/>
        </p:nvSpPr>
        <p:spPr>
          <a:xfrm>
            <a:off x="609600" y="2804160"/>
            <a:ext cx="2560320" cy="1036320"/>
          </a:xfrm>
          <a:prstGeom prst="rect">
            <a:avLst/>
          </a:prstGeom>
          <a:noFill/>
          <a:ln/>
        </p:spPr>
        <p:txBody>
          <a:bodyPr wrap="square" lIns="0" tIns="0" rIns="0" bIns="0" rtlCol="0" anchor="ctr"/>
          <a:lstStyle/>
          <a:p>
            <a:pPr algn="ctr" defTabSz="1219170">
              <a:buClrTx/>
            </a:pPr>
            <a:r>
              <a:rPr lang="en-US" sz="5867" b="1" kern="1200" dirty="0">
                <a:solidFill>
                  <a:srgbClr val="533D15"/>
                </a:solidFill>
                <a:latin typeface="Meiryo" pitchFamily="34" charset="0"/>
                <a:ea typeface="Meiryo" pitchFamily="34" charset="-122"/>
                <a:cs typeface="Meiryo" pitchFamily="34" charset="-120"/>
              </a:rPr>
              <a:t>共</a:t>
            </a:r>
            <a:endParaRPr lang="en-US" sz="5867" kern="1200" dirty="0">
              <a:solidFill>
                <a:prstClr val="black"/>
              </a:solidFill>
              <a:latin typeface="Calibri" panose="020F0502020204030204"/>
              <a:ea typeface="+mn-ea"/>
              <a:cs typeface="+mn-cs"/>
            </a:endParaRPr>
          </a:p>
        </p:txBody>
      </p:sp>
      <p:sp>
        <p:nvSpPr>
          <p:cNvPr id="8" name="S1w_fade_26"/>
          <p:cNvSpPr txBox="1"/>
          <p:nvPr/>
        </p:nvSpPr>
        <p:spPr>
          <a:xfrm>
            <a:off x="609600" y="3840480"/>
            <a:ext cx="2560320" cy="487680"/>
          </a:xfrm>
          <a:prstGeom prst="rect">
            <a:avLst/>
          </a:prstGeom>
          <a:noFill/>
          <a:ln/>
        </p:spPr>
        <p:txBody>
          <a:bodyPr wrap="square" lIns="0" tIns="0" rIns="0" bIns="0" rtlCol="0" anchor="ctr"/>
          <a:lstStyle/>
          <a:p>
            <a:pPr algn="ctr" defTabSz="1219170">
              <a:buClrTx/>
            </a:pPr>
            <a:r>
              <a:rPr lang="en-US" sz="1867" kern="1200" dirty="0">
                <a:solidFill>
                  <a:srgbClr val="7A6F62"/>
                </a:solidFill>
                <a:latin typeface="Arial" pitchFamily="34" charset="0"/>
                <a:ea typeface="Arial" pitchFamily="34" charset="-122"/>
                <a:cs typeface="Arial" pitchFamily="34" charset="-120"/>
              </a:rPr>
              <a:t>とも ＝ cùng nhau</a:t>
            </a:r>
            <a:endParaRPr lang="en-US" sz="1867" kern="1200" dirty="0">
              <a:solidFill>
                <a:prstClr val="black"/>
              </a:solidFill>
              <a:latin typeface="Calibri" panose="020F0502020204030204"/>
              <a:ea typeface="+mn-ea"/>
              <a:cs typeface="+mn-cs"/>
            </a:endParaRPr>
          </a:p>
        </p:txBody>
      </p:sp>
      <p:sp>
        <p:nvSpPr>
          <p:cNvPr id="9" name="S1_fade_27"/>
          <p:cNvSpPr txBox="1"/>
          <p:nvPr/>
        </p:nvSpPr>
        <p:spPr>
          <a:xfrm>
            <a:off x="792480" y="4511040"/>
            <a:ext cx="2194560" cy="1463040"/>
          </a:xfrm>
          <a:prstGeom prst="rect">
            <a:avLst/>
          </a:prstGeom>
          <a:noFill/>
          <a:ln/>
        </p:spPr>
        <p:txBody>
          <a:bodyPr wrap="square" lIns="0" tIns="0" rIns="0" bIns="0" rtlCol="0" anchor="t"/>
          <a:lstStyle/>
          <a:p>
            <a:pPr algn="ctr" defTabSz="1219170">
              <a:buClrTx/>
            </a:pPr>
            <a:r>
              <a:rPr lang="en-US" sz="2000" b="1" kern="1200" dirty="0">
                <a:solidFill>
                  <a:srgbClr val="533D15"/>
                </a:solidFill>
                <a:latin typeface="Arial" pitchFamily="34" charset="0"/>
                <a:ea typeface="Arial" pitchFamily="34" charset="-122"/>
                <a:cs typeface="Arial" pitchFamily="34" charset="-120"/>
              </a:rPr>
              <a:t>Đa năng</a:t>
            </a:r>
            <a:endParaRPr lang="en-US" sz="2000" kern="1200" dirty="0">
              <a:solidFill>
                <a:prstClr val="black"/>
              </a:solidFill>
              <a:latin typeface="Calibri" panose="020F0502020204030204"/>
              <a:ea typeface="+mn-ea"/>
              <a:cs typeface="+mn-cs"/>
            </a:endParaRPr>
          </a:p>
          <a:p>
            <a:pPr algn="ctr" defTabSz="1219170">
              <a:buClrTx/>
            </a:pPr>
            <a:r>
              <a:rPr lang="en-US" sz="2000" b="1" kern="1200" dirty="0">
                <a:solidFill>
                  <a:srgbClr val="533D15"/>
                </a:solidFill>
                <a:latin typeface="Arial" pitchFamily="34" charset="0"/>
                <a:ea typeface="Arial" pitchFamily="34" charset="-122"/>
                <a:cs typeface="Arial" pitchFamily="34" charset="-120"/>
              </a:rPr>
              <a:t>dùng được mọi nghĩa</a:t>
            </a:r>
            <a:endParaRPr lang="en-US" sz="2000" kern="1200" dirty="0">
              <a:solidFill>
                <a:prstClr val="black"/>
              </a:solidFill>
              <a:latin typeface="Calibri" panose="020F0502020204030204"/>
              <a:ea typeface="+mn-ea"/>
              <a:cs typeface="+mn-cs"/>
            </a:endParaRPr>
          </a:p>
        </p:txBody>
      </p:sp>
      <p:sp>
        <p:nvSpPr>
          <p:cNvPr id="10" name="S2_rise_28"/>
          <p:cNvSpPr/>
          <p:nvPr/>
        </p:nvSpPr>
        <p:spPr>
          <a:xfrm>
            <a:off x="3413760" y="1828800"/>
            <a:ext cx="2560320" cy="4389120"/>
          </a:xfrm>
          <a:prstGeom prst="roundRect">
            <a:avLst>
              <a:gd name="adj" fmla="val 5714"/>
            </a:avLst>
          </a:prstGeom>
          <a:solidFill>
            <a:srgbClr val="FFFFFF"/>
          </a:solidFill>
          <a:ln w="12700">
            <a:solidFill>
              <a:srgbClr val="DBCCBA"/>
            </a:solidFill>
            <a:prstDash val="solid"/>
          </a:ln>
          <a:effectLst>
            <a:outerShdw blurRad="76200" dist="25400" dir="5400000" algn="bl" rotWithShape="0">
              <a:srgbClr val="000000">
                <a:alpha val="12000"/>
              </a:srgbClr>
            </a:outerShdw>
          </a:effectLst>
        </p:spPr>
      </p:sp>
      <p:sp>
        <p:nvSpPr>
          <p:cNvPr id="11" name="S2w_rise_29"/>
          <p:cNvSpPr/>
          <p:nvPr/>
        </p:nvSpPr>
        <p:spPr>
          <a:xfrm>
            <a:off x="3596640" y="2011680"/>
            <a:ext cx="2194560" cy="609600"/>
          </a:xfrm>
          <a:prstGeom prst="roundRect">
            <a:avLst>
              <a:gd name="adj" fmla="val 50000"/>
            </a:avLst>
          </a:prstGeom>
          <a:solidFill>
            <a:srgbClr val="C27B38"/>
          </a:solidFill>
          <a:ln w="12700">
            <a:solidFill>
              <a:srgbClr val="C27B38"/>
            </a:solidFill>
            <a:prstDash val="solid"/>
          </a:ln>
        </p:spPr>
      </p:sp>
      <p:sp>
        <p:nvSpPr>
          <p:cNvPr id="12" name="S2w_rise_30"/>
          <p:cNvSpPr txBox="1"/>
          <p:nvPr/>
        </p:nvSpPr>
        <p:spPr>
          <a:xfrm>
            <a:off x="3596640" y="2011680"/>
            <a:ext cx="2194560" cy="609600"/>
          </a:xfrm>
          <a:prstGeom prst="rect">
            <a:avLst/>
          </a:prstGeom>
          <a:noFill/>
          <a:ln/>
        </p:spPr>
        <p:txBody>
          <a:bodyPr wrap="square" lIns="0" tIns="0" rIns="0" bIns="0" rtlCol="0" anchor="ctr"/>
          <a:lstStyle/>
          <a:p>
            <a:pPr algn="ctr" defTabSz="1219170">
              <a:buClrTx/>
            </a:pPr>
            <a:r>
              <a:rPr lang="en-US" sz="2000" b="1" kern="1200" dirty="0">
                <a:solidFill>
                  <a:srgbClr val="FFFFFF"/>
                </a:solidFill>
                <a:latin typeface="Meiryo" pitchFamily="34" charset="0"/>
                <a:ea typeface="Meiryo" pitchFamily="34" charset="-122"/>
                <a:cs typeface="Meiryo" pitchFamily="34" charset="-120"/>
              </a:rPr>
              <a:t>につれて</a:t>
            </a:r>
            <a:endParaRPr lang="en-US" sz="2000" kern="1200" dirty="0">
              <a:solidFill>
                <a:prstClr val="black"/>
              </a:solidFill>
              <a:latin typeface="Calibri" panose="020F0502020204030204"/>
              <a:ea typeface="+mn-ea"/>
              <a:cs typeface="+mn-cs"/>
            </a:endParaRPr>
          </a:p>
        </p:txBody>
      </p:sp>
      <p:sp>
        <p:nvSpPr>
          <p:cNvPr id="13" name="S2_zoom_31"/>
          <p:cNvSpPr txBox="1"/>
          <p:nvPr/>
        </p:nvSpPr>
        <p:spPr>
          <a:xfrm>
            <a:off x="3413760" y="2804160"/>
            <a:ext cx="2560320" cy="1036320"/>
          </a:xfrm>
          <a:prstGeom prst="rect">
            <a:avLst/>
          </a:prstGeom>
          <a:noFill/>
          <a:ln/>
        </p:spPr>
        <p:txBody>
          <a:bodyPr wrap="square" lIns="0" tIns="0" rIns="0" bIns="0" rtlCol="0" anchor="ctr"/>
          <a:lstStyle/>
          <a:p>
            <a:pPr algn="ctr" defTabSz="1219170">
              <a:buClrTx/>
            </a:pPr>
            <a:r>
              <a:rPr lang="en-US" sz="4533" b="1" kern="1200" dirty="0">
                <a:solidFill>
                  <a:srgbClr val="533D15"/>
                </a:solidFill>
                <a:latin typeface="Meiryo" pitchFamily="34" charset="0"/>
                <a:ea typeface="Meiryo" pitchFamily="34" charset="-122"/>
                <a:cs typeface="Meiryo" pitchFamily="34" charset="-120"/>
              </a:rPr>
              <a:t>連れる</a:t>
            </a:r>
            <a:endParaRPr lang="en-US" sz="4533" kern="1200" dirty="0">
              <a:solidFill>
                <a:prstClr val="black"/>
              </a:solidFill>
              <a:latin typeface="Calibri" panose="020F0502020204030204"/>
              <a:ea typeface="+mn-ea"/>
              <a:cs typeface="+mn-cs"/>
            </a:endParaRPr>
          </a:p>
        </p:txBody>
      </p:sp>
      <p:sp>
        <p:nvSpPr>
          <p:cNvPr id="14" name="S2w_fade_32"/>
          <p:cNvSpPr txBox="1"/>
          <p:nvPr/>
        </p:nvSpPr>
        <p:spPr>
          <a:xfrm>
            <a:off x="3413760" y="3840480"/>
            <a:ext cx="2560320" cy="487680"/>
          </a:xfrm>
          <a:prstGeom prst="rect">
            <a:avLst/>
          </a:prstGeom>
          <a:noFill/>
          <a:ln/>
        </p:spPr>
        <p:txBody>
          <a:bodyPr wrap="square" lIns="0" tIns="0" rIns="0" bIns="0" rtlCol="0" anchor="ctr"/>
          <a:lstStyle/>
          <a:p>
            <a:pPr algn="ctr" defTabSz="1219170">
              <a:buClrTx/>
            </a:pPr>
            <a:r>
              <a:rPr lang="en-US" sz="1867" kern="1200" dirty="0">
                <a:solidFill>
                  <a:srgbClr val="7A6F62"/>
                </a:solidFill>
                <a:latin typeface="Arial" pitchFamily="34" charset="0"/>
                <a:ea typeface="Arial" pitchFamily="34" charset="-122"/>
                <a:cs typeface="Arial" pitchFamily="34" charset="-120"/>
              </a:rPr>
              <a:t>つれる ＝ dẫn theo</a:t>
            </a:r>
            <a:endParaRPr lang="en-US" sz="1867" kern="1200" dirty="0">
              <a:solidFill>
                <a:prstClr val="black"/>
              </a:solidFill>
              <a:latin typeface="Calibri" panose="020F0502020204030204"/>
              <a:ea typeface="+mn-ea"/>
              <a:cs typeface="+mn-cs"/>
            </a:endParaRPr>
          </a:p>
        </p:txBody>
      </p:sp>
      <p:sp>
        <p:nvSpPr>
          <p:cNvPr id="15" name="S2_fade_33"/>
          <p:cNvSpPr txBox="1"/>
          <p:nvPr/>
        </p:nvSpPr>
        <p:spPr>
          <a:xfrm>
            <a:off x="3596640" y="4511040"/>
            <a:ext cx="2194560" cy="1463040"/>
          </a:xfrm>
          <a:prstGeom prst="rect">
            <a:avLst/>
          </a:prstGeom>
          <a:noFill/>
          <a:ln/>
        </p:spPr>
        <p:txBody>
          <a:bodyPr wrap="square" lIns="0" tIns="0" rIns="0" bIns="0" rtlCol="0" anchor="t"/>
          <a:lstStyle/>
          <a:p>
            <a:pPr algn="ctr" defTabSz="1219170">
              <a:buClrTx/>
            </a:pPr>
            <a:r>
              <a:rPr lang="en-US" sz="2000" b="1" kern="1200" dirty="0">
                <a:solidFill>
                  <a:srgbClr val="533D15"/>
                </a:solidFill>
                <a:latin typeface="Arial" pitchFamily="34" charset="0"/>
                <a:ea typeface="Arial" pitchFamily="34" charset="-122"/>
                <a:cs typeface="Arial" pitchFamily="34" charset="-120"/>
              </a:rPr>
              <a:t>A đi tới đâu,</a:t>
            </a:r>
            <a:endParaRPr lang="en-US" sz="2000" kern="1200" dirty="0">
              <a:solidFill>
                <a:prstClr val="black"/>
              </a:solidFill>
              <a:latin typeface="Calibri" panose="020F0502020204030204"/>
              <a:ea typeface="+mn-ea"/>
              <a:cs typeface="+mn-cs"/>
            </a:endParaRPr>
          </a:p>
          <a:p>
            <a:pPr algn="ctr" defTabSz="1219170">
              <a:buClrTx/>
            </a:pPr>
            <a:r>
              <a:rPr lang="en-US" sz="2000" b="1" kern="1200" dirty="0">
                <a:solidFill>
                  <a:srgbClr val="533D15"/>
                </a:solidFill>
                <a:latin typeface="Arial" pitchFamily="34" charset="0"/>
                <a:ea typeface="Arial" pitchFamily="34" charset="-122"/>
                <a:cs typeface="Arial" pitchFamily="34" charset="-120"/>
              </a:rPr>
              <a:t>kéo B theo tới đó</a:t>
            </a:r>
            <a:endParaRPr lang="en-US" sz="2000" kern="1200" dirty="0">
              <a:solidFill>
                <a:prstClr val="black"/>
              </a:solidFill>
              <a:latin typeface="Calibri" panose="020F0502020204030204"/>
              <a:ea typeface="+mn-ea"/>
              <a:cs typeface="+mn-cs"/>
            </a:endParaRPr>
          </a:p>
        </p:txBody>
      </p:sp>
      <p:sp>
        <p:nvSpPr>
          <p:cNvPr id="16" name="S3_rise_34"/>
          <p:cNvSpPr/>
          <p:nvPr/>
        </p:nvSpPr>
        <p:spPr>
          <a:xfrm>
            <a:off x="6217920" y="1828800"/>
            <a:ext cx="2560320" cy="4389120"/>
          </a:xfrm>
          <a:prstGeom prst="roundRect">
            <a:avLst>
              <a:gd name="adj" fmla="val 5714"/>
            </a:avLst>
          </a:prstGeom>
          <a:solidFill>
            <a:srgbClr val="FFFFFF"/>
          </a:solidFill>
          <a:ln w="12700">
            <a:solidFill>
              <a:srgbClr val="DBCCBA"/>
            </a:solidFill>
            <a:prstDash val="solid"/>
          </a:ln>
          <a:effectLst>
            <a:outerShdw blurRad="76200" dist="25400" dir="5400000" algn="bl" rotWithShape="0">
              <a:srgbClr val="000000">
                <a:alpha val="12000"/>
              </a:srgbClr>
            </a:outerShdw>
          </a:effectLst>
        </p:spPr>
      </p:sp>
      <p:sp>
        <p:nvSpPr>
          <p:cNvPr id="17" name="S3w_rise_35"/>
          <p:cNvSpPr/>
          <p:nvPr/>
        </p:nvSpPr>
        <p:spPr>
          <a:xfrm>
            <a:off x="6400800" y="2011680"/>
            <a:ext cx="2194560" cy="609600"/>
          </a:xfrm>
          <a:prstGeom prst="roundRect">
            <a:avLst>
              <a:gd name="adj" fmla="val 50000"/>
            </a:avLst>
          </a:prstGeom>
          <a:solidFill>
            <a:srgbClr val="7A5F2E"/>
          </a:solidFill>
          <a:ln w="12700">
            <a:solidFill>
              <a:srgbClr val="7A5F2E"/>
            </a:solidFill>
            <a:prstDash val="solid"/>
          </a:ln>
        </p:spPr>
      </p:sp>
      <p:sp>
        <p:nvSpPr>
          <p:cNvPr id="18" name="S3w_rise_36"/>
          <p:cNvSpPr txBox="1"/>
          <p:nvPr/>
        </p:nvSpPr>
        <p:spPr>
          <a:xfrm>
            <a:off x="6400800" y="2011680"/>
            <a:ext cx="2194560" cy="609600"/>
          </a:xfrm>
          <a:prstGeom prst="rect">
            <a:avLst/>
          </a:prstGeom>
          <a:noFill/>
          <a:ln/>
        </p:spPr>
        <p:txBody>
          <a:bodyPr wrap="square" lIns="0" tIns="0" rIns="0" bIns="0" rtlCol="0" anchor="ctr"/>
          <a:lstStyle/>
          <a:p>
            <a:pPr algn="ctr" defTabSz="1219170">
              <a:buClrTx/>
            </a:pPr>
            <a:r>
              <a:rPr lang="en-US" sz="2000" b="1" kern="1200" dirty="0">
                <a:solidFill>
                  <a:srgbClr val="FFFFFF"/>
                </a:solidFill>
                <a:latin typeface="Meiryo" pitchFamily="34" charset="0"/>
                <a:ea typeface="Meiryo" pitchFamily="34" charset="-122"/>
                <a:cs typeface="Meiryo" pitchFamily="34" charset="-120"/>
              </a:rPr>
              <a:t>にしたがって</a:t>
            </a:r>
            <a:endParaRPr lang="en-US" sz="2000" kern="1200" dirty="0">
              <a:solidFill>
                <a:prstClr val="black"/>
              </a:solidFill>
              <a:latin typeface="Calibri" panose="020F0502020204030204"/>
              <a:ea typeface="+mn-ea"/>
              <a:cs typeface="+mn-cs"/>
            </a:endParaRPr>
          </a:p>
        </p:txBody>
      </p:sp>
      <p:sp>
        <p:nvSpPr>
          <p:cNvPr id="19" name="S3_zoom_37"/>
          <p:cNvSpPr txBox="1"/>
          <p:nvPr/>
        </p:nvSpPr>
        <p:spPr>
          <a:xfrm>
            <a:off x="6217920" y="2804160"/>
            <a:ext cx="2560320" cy="1036320"/>
          </a:xfrm>
          <a:prstGeom prst="rect">
            <a:avLst/>
          </a:prstGeom>
          <a:noFill/>
          <a:ln/>
        </p:spPr>
        <p:txBody>
          <a:bodyPr wrap="square" lIns="0" tIns="0" rIns="0" bIns="0" rtlCol="0" anchor="ctr"/>
          <a:lstStyle/>
          <a:p>
            <a:pPr algn="ctr" defTabSz="1219170">
              <a:buClrTx/>
            </a:pPr>
            <a:r>
              <a:rPr lang="en-US" sz="4533" b="1" kern="1200" dirty="0">
                <a:solidFill>
                  <a:srgbClr val="533D15"/>
                </a:solidFill>
                <a:latin typeface="Meiryo" pitchFamily="34" charset="0"/>
                <a:ea typeface="Meiryo" pitchFamily="34" charset="-122"/>
                <a:cs typeface="Meiryo" pitchFamily="34" charset="-120"/>
              </a:rPr>
              <a:t>従う</a:t>
            </a:r>
            <a:endParaRPr lang="en-US" sz="4533" kern="1200" dirty="0">
              <a:solidFill>
                <a:prstClr val="black"/>
              </a:solidFill>
              <a:latin typeface="Calibri" panose="020F0502020204030204"/>
              <a:ea typeface="+mn-ea"/>
              <a:cs typeface="+mn-cs"/>
            </a:endParaRPr>
          </a:p>
        </p:txBody>
      </p:sp>
      <p:sp>
        <p:nvSpPr>
          <p:cNvPr id="20" name="S3w_fade_38"/>
          <p:cNvSpPr txBox="1"/>
          <p:nvPr/>
        </p:nvSpPr>
        <p:spPr>
          <a:xfrm>
            <a:off x="6217920" y="3840480"/>
            <a:ext cx="2560320" cy="487680"/>
          </a:xfrm>
          <a:prstGeom prst="rect">
            <a:avLst/>
          </a:prstGeom>
          <a:noFill/>
          <a:ln/>
        </p:spPr>
        <p:txBody>
          <a:bodyPr wrap="square" lIns="0" tIns="0" rIns="0" bIns="0" rtlCol="0" anchor="ctr"/>
          <a:lstStyle/>
          <a:p>
            <a:pPr algn="ctr" defTabSz="1219170">
              <a:buClrTx/>
            </a:pPr>
            <a:r>
              <a:rPr lang="en-US" sz="1867" kern="1200" dirty="0">
                <a:solidFill>
                  <a:srgbClr val="7A6F62"/>
                </a:solidFill>
                <a:latin typeface="Arial" pitchFamily="34" charset="0"/>
                <a:ea typeface="Arial" pitchFamily="34" charset="-122"/>
                <a:cs typeface="Arial" pitchFamily="34" charset="-120"/>
              </a:rPr>
              <a:t>したがう ＝ tuân theo</a:t>
            </a:r>
            <a:endParaRPr lang="en-US" sz="1867" kern="1200" dirty="0">
              <a:solidFill>
                <a:prstClr val="black"/>
              </a:solidFill>
              <a:latin typeface="Calibri" panose="020F0502020204030204"/>
              <a:ea typeface="+mn-ea"/>
              <a:cs typeface="+mn-cs"/>
            </a:endParaRPr>
          </a:p>
        </p:txBody>
      </p:sp>
      <p:sp>
        <p:nvSpPr>
          <p:cNvPr id="21" name="S3_fade_39"/>
          <p:cNvSpPr txBox="1"/>
          <p:nvPr/>
        </p:nvSpPr>
        <p:spPr>
          <a:xfrm>
            <a:off x="6400800" y="4511040"/>
            <a:ext cx="2194560" cy="1463040"/>
          </a:xfrm>
          <a:prstGeom prst="rect">
            <a:avLst/>
          </a:prstGeom>
          <a:noFill/>
          <a:ln/>
        </p:spPr>
        <p:txBody>
          <a:bodyPr wrap="square" lIns="0" tIns="0" rIns="0" bIns="0" rtlCol="0" anchor="t"/>
          <a:lstStyle/>
          <a:p>
            <a:pPr algn="ctr" defTabSz="1219170">
              <a:buClrTx/>
            </a:pPr>
            <a:r>
              <a:rPr lang="en-US" sz="2000" b="1" kern="1200" dirty="0">
                <a:solidFill>
                  <a:srgbClr val="533D15"/>
                </a:solidFill>
                <a:latin typeface="Arial" pitchFamily="34" charset="0"/>
                <a:ea typeface="Arial" pitchFamily="34" charset="-122"/>
                <a:cs typeface="Arial" pitchFamily="34" charset="-120"/>
              </a:rPr>
              <a:t>B thay đổi</a:t>
            </a:r>
            <a:endParaRPr lang="en-US" sz="2000" kern="1200" dirty="0">
              <a:solidFill>
                <a:prstClr val="black"/>
              </a:solidFill>
              <a:latin typeface="Calibri" panose="020F0502020204030204"/>
              <a:ea typeface="+mn-ea"/>
              <a:cs typeface="+mn-cs"/>
            </a:endParaRPr>
          </a:p>
          <a:p>
            <a:pPr algn="ctr" defTabSz="1219170">
              <a:buClrTx/>
            </a:pPr>
            <a:r>
              <a:rPr lang="en-US" sz="2000" b="1" kern="1200" dirty="0">
                <a:solidFill>
                  <a:srgbClr val="533D15"/>
                </a:solidFill>
                <a:latin typeface="Arial" pitchFamily="34" charset="0"/>
                <a:ea typeface="Arial" pitchFamily="34" charset="-122"/>
                <a:cs typeface="Arial" pitchFamily="34" charset="-120"/>
              </a:rPr>
              <a:t>theo A</a:t>
            </a:r>
            <a:endParaRPr lang="en-US" sz="2000" kern="1200" dirty="0">
              <a:solidFill>
                <a:prstClr val="black"/>
              </a:solidFill>
              <a:latin typeface="Calibri" panose="020F0502020204030204"/>
              <a:ea typeface="+mn-ea"/>
              <a:cs typeface="+mn-cs"/>
            </a:endParaRPr>
          </a:p>
        </p:txBody>
      </p:sp>
      <p:sp>
        <p:nvSpPr>
          <p:cNvPr id="22" name="S4_rise_40"/>
          <p:cNvSpPr/>
          <p:nvPr/>
        </p:nvSpPr>
        <p:spPr>
          <a:xfrm>
            <a:off x="9022080" y="1828800"/>
            <a:ext cx="2560320" cy="4389120"/>
          </a:xfrm>
          <a:prstGeom prst="roundRect">
            <a:avLst>
              <a:gd name="adj" fmla="val 5714"/>
            </a:avLst>
          </a:prstGeom>
          <a:solidFill>
            <a:srgbClr val="FFFFFF"/>
          </a:solidFill>
          <a:ln w="12700">
            <a:solidFill>
              <a:srgbClr val="DBCCBA"/>
            </a:solidFill>
            <a:prstDash val="solid"/>
          </a:ln>
          <a:effectLst>
            <a:outerShdw blurRad="76200" dist="25400" dir="5400000" algn="bl" rotWithShape="0">
              <a:srgbClr val="000000">
                <a:alpha val="12000"/>
              </a:srgbClr>
            </a:outerShdw>
          </a:effectLst>
        </p:spPr>
      </p:sp>
      <p:sp>
        <p:nvSpPr>
          <p:cNvPr id="23" name="S4w_rise_41"/>
          <p:cNvSpPr/>
          <p:nvPr/>
        </p:nvSpPr>
        <p:spPr>
          <a:xfrm>
            <a:off x="9204960" y="2011680"/>
            <a:ext cx="2194560" cy="609600"/>
          </a:xfrm>
          <a:prstGeom prst="roundRect">
            <a:avLst>
              <a:gd name="adj" fmla="val 50000"/>
            </a:avLst>
          </a:prstGeom>
          <a:solidFill>
            <a:srgbClr val="A64B31"/>
          </a:solidFill>
          <a:ln w="12700">
            <a:solidFill>
              <a:srgbClr val="A64B31"/>
            </a:solidFill>
            <a:prstDash val="solid"/>
          </a:ln>
        </p:spPr>
      </p:sp>
      <p:sp>
        <p:nvSpPr>
          <p:cNvPr id="24" name="S4w_rise_42"/>
          <p:cNvSpPr txBox="1"/>
          <p:nvPr/>
        </p:nvSpPr>
        <p:spPr>
          <a:xfrm>
            <a:off x="9204960" y="2011680"/>
            <a:ext cx="2194560" cy="609600"/>
          </a:xfrm>
          <a:prstGeom prst="rect">
            <a:avLst/>
          </a:prstGeom>
          <a:noFill/>
          <a:ln/>
        </p:spPr>
        <p:txBody>
          <a:bodyPr wrap="square" lIns="0" tIns="0" rIns="0" bIns="0" rtlCol="0" anchor="ctr"/>
          <a:lstStyle/>
          <a:p>
            <a:pPr algn="ctr" defTabSz="1219170">
              <a:buClrTx/>
            </a:pPr>
            <a:r>
              <a:rPr lang="en-US" sz="2000" b="1" kern="1200" dirty="0">
                <a:solidFill>
                  <a:srgbClr val="FFFFFF"/>
                </a:solidFill>
                <a:latin typeface="Meiryo" pitchFamily="34" charset="0"/>
                <a:ea typeface="Meiryo" pitchFamily="34" charset="-122"/>
                <a:cs typeface="Meiryo" pitchFamily="34" charset="-120"/>
              </a:rPr>
              <a:t>に伴って</a:t>
            </a:r>
            <a:endParaRPr lang="en-US" sz="2000" kern="1200" dirty="0">
              <a:solidFill>
                <a:prstClr val="black"/>
              </a:solidFill>
              <a:latin typeface="Calibri" panose="020F0502020204030204"/>
              <a:ea typeface="+mn-ea"/>
              <a:cs typeface="+mn-cs"/>
            </a:endParaRPr>
          </a:p>
        </p:txBody>
      </p:sp>
      <p:sp>
        <p:nvSpPr>
          <p:cNvPr id="25" name="S4_zoom_43"/>
          <p:cNvSpPr txBox="1"/>
          <p:nvPr/>
        </p:nvSpPr>
        <p:spPr>
          <a:xfrm>
            <a:off x="9022080" y="2804160"/>
            <a:ext cx="2560320" cy="1036320"/>
          </a:xfrm>
          <a:prstGeom prst="rect">
            <a:avLst/>
          </a:prstGeom>
          <a:noFill/>
          <a:ln/>
        </p:spPr>
        <p:txBody>
          <a:bodyPr wrap="square" lIns="0" tIns="0" rIns="0" bIns="0" rtlCol="0" anchor="ctr"/>
          <a:lstStyle/>
          <a:p>
            <a:pPr algn="ctr" defTabSz="1219170">
              <a:buClrTx/>
            </a:pPr>
            <a:r>
              <a:rPr lang="en-US" sz="4533" b="1" kern="1200" dirty="0">
                <a:solidFill>
                  <a:srgbClr val="533D15"/>
                </a:solidFill>
                <a:latin typeface="Meiryo" pitchFamily="34" charset="0"/>
                <a:ea typeface="Meiryo" pitchFamily="34" charset="-122"/>
                <a:cs typeface="Meiryo" pitchFamily="34" charset="-120"/>
              </a:rPr>
              <a:t>伴う</a:t>
            </a:r>
            <a:endParaRPr lang="en-US" sz="4533" kern="1200" dirty="0">
              <a:solidFill>
                <a:prstClr val="black"/>
              </a:solidFill>
              <a:latin typeface="Calibri" panose="020F0502020204030204"/>
              <a:ea typeface="+mn-ea"/>
              <a:cs typeface="+mn-cs"/>
            </a:endParaRPr>
          </a:p>
        </p:txBody>
      </p:sp>
      <p:sp>
        <p:nvSpPr>
          <p:cNvPr id="26" name="S4w_fade_44"/>
          <p:cNvSpPr txBox="1"/>
          <p:nvPr/>
        </p:nvSpPr>
        <p:spPr>
          <a:xfrm>
            <a:off x="9022080" y="3840480"/>
            <a:ext cx="2560320" cy="487680"/>
          </a:xfrm>
          <a:prstGeom prst="rect">
            <a:avLst/>
          </a:prstGeom>
          <a:noFill/>
          <a:ln/>
        </p:spPr>
        <p:txBody>
          <a:bodyPr wrap="square" lIns="0" tIns="0" rIns="0" bIns="0" rtlCol="0" anchor="ctr"/>
          <a:lstStyle/>
          <a:p>
            <a:pPr algn="ctr" defTabSz="1219170">
              <a:buClrTx/>
            </a:pPr>
            <a:r>
              <a:rPr lang="en-US" sz="1867" kern="1200" dirty="0">
                <a:solidFill>
                  <a:srgbClr val="7A6F62"/>
                </a:solidFill>
                <a:latin typeface="Arial" pitchFamily="34" charset="0"/>
                <a:ea typeface="Arial" pitchFamily="34" charset="-122"/>
                <a:cs typeface="Arial" pitchFamily="34" charset="-120"/>
              </a:rPr>
              <a:t>ともなう ＝ kèm theo</a:t>
            </a:r>
            <a:endParaRPr lang="en-US" sz="1867" kern="1200" dirty="0">
              <a:solidFill>
                <a:prstClr val="black"/>
              </a:solidFill>
              <a:latin typeface="Calibri" panose="020F0502020204030204"/>
              <a:ea typeface="+mn-ea"/>
              <a:cs typeface="+mn-cs"/>
            </a:endParaRPr>
          </a:p>
        </p:txBody>
      </p:sp>
      <p:sp>
        <p:nvSpPr>
          <p:cNvPr id="27" name="S4_fade_45"/>
          <p:cNvSpPr txBox="1"/>
          <p:nvPr/>
        </p:nvSpPr>
        <p:spPr>
          <a:xfrm>
            <a:off x="9204960" y="4511040"/>
            <a:ext cx="2194560" cy="1463040"/>
          </a:xfrm>
          <a:prstGeom prst="rect">
            <a:avLst/>
          </a:prstGeom>
          <a:noFill/>
          <a:ln/>
        </p:spPr>
        <p:txBody>
          <a:bodyPr wrap="square" lIns="0" tIns="0" rIns="0" bIns="0" rtlCol="0" anchor="t"/>
          <a:lstStyle/>
          <a:p>
            <a:pPr algn="ctr" defTabSz="1219170">
              <a:buClrTx/>
            </a:pPr>
            <a:r>
              <a:rPr lang="en-US" sz="2000" b="1" kern="1200" dirty="0">
                <a:solidFill>
                  <a:srgbClr val="533D15"/>
                </a:solidFill>
                <a:latin typeface="Arial" pitchFamily="34" charset="0"/>
                <a:ea typeface="Arial" pitchFamily="34" charset="-122"/>
                <a:cs typeface="Arial" pitchFamily="34" charset="-120"/>
              </a:rPr>
              <a:t>A xảy ra →</a:t>
            </a:r>
            <a:endParaRPr lang="en-US" sz="2000" kern="1200" dirty="0">
              <a:solidFill>
                <a:prstClr val="black"/>
              </a:solidFill>
              <a:latin typeface="Calibri" panose="020F0502020204030204"/>
              <a:ea typeface="+mn-ea"/>
              <a:cs typeface="+mn-cs"/>
            </a:endParaRPr>
          </a:p>
          <a:p>
            <a:pPr algn="ctr" defTabSz="1219170">
              <a:buClrTx/>
            </a:pPr>
            <a:r>
              <a:rPr lang="en-US" sz="2000" b="1" kern="1200" dirty="0">
                <a:solidFill>
                  <a:srgbClr val="533D15"/>
                </a:solidFill>
                <a:latin typeface="Arial" pitchFamily="34" charset="0"/>
                <a:ea typeface="Arial" pitchFamily="34" charset="-122"/>
                <a:cs typeface="Arial" pitchFamily="34" charset="-120"/>
              </a:rPr>
              <a:t>B là hệ quả</a:t>
            </a:r>
            <a:endParaRPr lang="en-US" sz="2000" kern="1200" dirty="0">
              <a:solidFill>
                <a:prstClr val="black"/>
              </a:solidFill>
              <a:latin typeface="Calibri" panose="020F0502020204030204"/>
              <a:ea typeface="+mn-ea"/>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450" fill="hold"/>
                                        <p:tgtEl>
                                          <p:spTgt spid="4"/>
                                        </p:tgtEl>
                                        <p:attrNameLst>
                                          <p:attrName>ppt_y</p:attrName>
                                        </p:attrNameLst>
                                      </p:cBhvr>
                                      <p:tavLst>
                                        <p:tav tm="0">
                                          <p:val>
                                            <p:strVal val="#ppt_y+0.08"/>
                                          </p:val>
                                        </p:tav>
                                        <p:tav tm="100000">
                                          <p:val>
                                            <p:strVal val="#ppt_y"/>
                                          </p:val>
                                        </p:tav>
                                      </p:tavLst>
                                    </p:anim>
                                    <p:animEffect transition="in" filter="fade">
                                      <p:cBhvr>
                                        <p:cTn id="8" dur="450"/>
                                        <p:tgtEl>
                                          <p:spTgt spid="4"/>
                                        </p:tgtEl>
                                      </p:cBhvr>
                                    </p:animEffect>
                                  </p:childTnLst>
                                </p:cTn>
                              </p:par>
                              <p:par>
                                <p:cTn id="9" presetID="42"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450" fill="hold"/>
                                        <p:tgtEl>
                                          <p:spTgt spid="5"/>
                                        </p:tgtEl>
                                        <p:attrNameLst>
                                          <p:attrName>ppt_y</p:attrName>
                                        </p:attrNameLst>
                                      </p:cBhvr>
                                      <p:tavLst>
                                        <p:tav tm="0">
                                          <p:val>
                                            <p:strVal val="#ppt_y+0.08"/>
                                          </p:val>
                                        </p:tav>
                                        <p:tav tm="100000">
                                          <p:val>
                                            <p:strVal val="#ppt_y"/>
                                          </p:val>
                                        </p:tav>
                                      </p:tavLst>
                                    </p:anim>
                                    <p:animEffect transition="in" filter="fade">
                                      <p:cBhvr>
                                        <p:cTn id="12" dur="450"/>
                                        <p:tgtEl>
                                          <p:spTgt spid="5"/>
                                        </p:tgtEl>
                                      </p:cBhvr>
                                    </p:animEffect>
                                  </p:childTnLst>
                                </p:cTn>
                              </p:par>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450" fill="hold"/>
                                        <p:tgtEl>
                                          <p:spTgt spid="6"/>
                                        </p:tgtEl>
                                        <p:attrNameLst>
                                          <p:attrName>ppt_y</p:attrName>
                                        </p:attrNameLst>
                                      </p:cBhvr>
                                      <p:tavLst>
                                        <p:tav tm="0">
                                          <p:val>
                                            <p:strVal val="#ppt_y+0.08"/>
                                          </p:val>
                                        </p:tav>
                                        <p:tav tm="100000">
                                          <p:val>
                                            <p:strVal val="#ppt_y"/>
                                          </p:val>
                                        </p:tav>
                                      </p:tavLst>
                                    </p:anim>
                                    <p:animEffect transition="in" filter="fade">
                                      <p:cBhvr>
                                        <p:cTn id="16" dur="450"/>
                                        <p:tgtEl>
                                          <p:spTgt spid="6"/>
                                        </p:tgtEl>
                                      </p:cBhvr>
                                    </p:animEffect>
                                  </p:childTnLst>
                                </p:cTn>
                              </p:par>
                            </p:childTnLst>
                          </p:cTn>
                        </p:par>
                        <p:par>
                          <p:cTn id="17" fill="hold">
                            <p:stCondLst>
                              <p:cond delay="300"/>
                            </p:stCondLst>
                            <p:childTnLst>
                              <p:par>
                                <p:cTn id="18" presetID="53" presetClass="entr" presetSubtype="16"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400" fill="hold"/>
                                        <p:tgtEl>
                                          <p:spTgt spid="7"/>
                                        </p:tgtEl>
                                        <p:attrNameLst>
                                          <p:attrName>ppt_w</p:attrName>
                                        </p:attrNameLst>
                                      </p:cBhvr>
                                      <p:tavLst>
                                        <p:tav tm="0">
                                          <p:val>
                                            <p:fltVal val="0"/>
                                          </p:val>
                                        </p:tav>
                                        <p:tav tm="100000">
                                          <p:val>
                                            <p:strVal val="#ppt_w"/>
                                          </p:val>
                                        </p:tav>
                                      </p:tavLst>
                                    </p:anim>
                                    <p:anim calcmode="lin" valueType="num">
                                      <p:cBhvr additive="base">
                                        <p:cTn id="21" dur="400" fill="hold"/>
                                        <p:tgtEl>
                                          <p:spTgt spid="7"/>
                                        </p:tgtEl>
                                        <p:attrNameLst>
                                          <p:attrName>ppt_h</p:attrName>
                                        </p:attrNameLst>
                                      </p:cBhvr>
                                      <p:tavLst>
                                        <p:tav tm="0">
                                          <p:val>
                                            <p:fltVal val="0"/>
                                          </p:val>
                                        </p:tav>
                                        <p:tav tm="100000">
                                          <p:val>
                                            <p:strVal val="#ppt_h"/>
                                          </p:val>
                                        </p:tav>
                                      </p:tavLst>
                                    </p:anim>
                                    <p:animEffect transition="in" filter="fade">
                                      <p:cBhvr>
                                        <p:cTn id="22" dur="4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childTnLst>
                          </p:cTn>
                        </p:par>
                        <p:par>
                          <p:cTn id="26" fill="hold">
                            <p:stCondLst>
                              <p:cond delay="600"/>
                            </p:stCondLst>
                            <p:childTnLst>
                              <p:par>
                                <p:cTn id="27" presetID="10" presetClass="entr" presetSubtype="0"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450" fill="hold"/>
                                        <p:tgtEl>
                                          <p:spTgt spid="10"/>
                                        </p:tgtEl>
                                        <p:attrNameLst>
                                          <p:attrName>ppt_y</p:attrName>
                                        </p:attrNameLst>
                                      </p:cBhvr>
                                      <p:tavLst>
                                        <p:tav tm="0">
                                          <p:val>
                                            <p:strVal val="#ppt_y+0.08"/>
                                          </p:val>
                                        </p:tav>
                                        <p:tav tm="100000">
                                          <p:val>
                                            <p:strVal val="#ppt_y"/>
                                          </p:val>
                                        </p:tav>
                                      </p:tavLst>
                                    </p:anim>
                                    <p:animEffect transition="in" filter="fade">
                                      <p:cBhvr>
                                        <p:cTn id="35" dur="450"/>
                                        <p:tgtEl>
                                          <p:spTgt spid="10"/>
                                        </p:tgtEl>
                                      </p:cBhvr>
                                    </p:animEffect>
                                  </p:childTnLst>
                                </p:cTn>
                              </p:par>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450" fill="hold"/>
                                        <p:tgtEl>
                                          <p:spTgt spid="11"/>
                                        </p:tgtEl>
                                        <p:attrNameLst>
                                          <p:attrName>ppt_y</p:attrName>
                                        </p:attrNameLst>
                                      </p:cBhvr>
                                      <p:tavLst>
                                        <p:tav tm="0">
                                          <p:val>
                                            <p:strVal val="#ppt_y+0.08"/>
                                          </p:val>
                                        </p:tav>
                                        <p:tav tm="100000">
                                          <p:val>
                                            <p:strVal val="#ppt_y"/>
                                          </p:val>
                                        </p:tav>
                                      </p:tavLst>
                                    </p:anim>
                                    <p:animEffect transition="in" filter="fade">
                                      <p:cBhvr>
                                        <p:cTn id="39" dur="450"/>
                                        <p:tgtEl>
                                          <p:spTgt spid="11"/>
                                        </p:tgtEl>
                                      </p:cBhvr>
                                    </p:animEffect>
                                  </p:childTnLst>
                                </p:cTn>
                              </p:par>
                              <p:par>
                                <p:cTn id="40" presetID="42"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450" fill="hold"/>
                                        <p:tgtEl>
                                          <p:spTgt spid="12"/>
                                        </p:tgtEl>
                                        <p:attrNameLst>
                                          <p:attrName>ppt_y</p:attrName>
                                        </p:attrNameLst>
                                      </p:cBhvr>
                                      <p:tavLst>
                                        <p:tav tm="0">
                                          <p:val>
                                            <p:strVal val="#ppt_y+0.08"/>
                                          </p:val>
                                        </p:tav>
                                        <p:tav tm="100000">
                                          <p:val>
                                            <p:strVal val="#ppt_y"/>
                                          </p:val>
                                        </p:tav>
                                      </p:tavLst>
                                    </p:anim>
                                    <p:animEffect transition="in" filter="fade">
                                      <p:cBhvr>
                                        <p:cTn id="43" dur="450"/>
                                        <p:tgtEl>
                                          <p:spTgt spid="12"/>
                                        </p:tgtEl>
                                      </p:cBhvr>
                                    </p:animEffect>
                                  </p:childTnLst>
                                </p:cTn>
                              </p:par>
                            </p:childTnLst>
                          </p:cTn>
                        </p:par>
                        <p:par>
                          <p:cTn id="44" fill="hold">
                            <p:stCondLst>
                              <p:cond delay="300"/>
                            </p:stCondLst>
                            <p:childTnLst>
                              <p:par>
                                <p:cTn id="45" presetID="53" presetClass="entr" presetSubtype="16"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400" fill="hold"/>
                                        <p:tgtEl>
                                          <p:spTgt spid="13"/>
                                        </p:tgtEl>
                                        <p:attrNameLst>
                                          <p:attrName>ppt_w</p:attrName>
                                        </p:attrNameLst>
                                      </p:cBhvr>
                                      <p:tavLst>
                                        <p:tav tm="0">
                                          <p:val>
                                            <p:fltVal val="0"/>
                                          </p:val>
                                        </p:tav>
                                        <p:tav tm="100000">
                                          <p:val>
                                            <p:strVal val="#ppt_w"/>
                                          </p:val>
                                        </p:tav>
                                      </p:tavLst>
                                    </p:anim>
                                    <p:anim calcmode="lin" valueType="num">
                                      <p:cBhvr additive="base">
                                        <p:cTn id="48" dur="400" fill="hold"/>
                                        <p:tgtEl>
                                          <p:spTgt spid="13"/>
                                        </p:tgtEl>
                                        <p:attrNameLst>
                                          <p:attrName>ppt_h</p:attrName>
                                        </p:attrNameLst>
                                      </p:cBhvr>
                                      <p:tavLst>
                                        <p:tav tm="0">
                                          <p:val>
                                            <p:fltVal val="0"/>
                                          </p:val>
                                        </p:tav>
                                        <p:tav tm="100000">
                                          <p:val>
                                            <p:strVal val="#ppt_h"/>
                                          </p:val>
                                        </p:tav>
                                      </p:tavLst>
                                    </p:anim>
                                    <p:animEffect transition="in" filter="fade">
                                      <p:cBhvr>
                                        <p:cTn id="49" dur="40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00"/>
                                        <p:tgtEl>
                                          <p:spTgt spid="14"/>
                                        </p:tgtEl>
                                      </p:cBhvr>
                                    </p:animEffect>
                                  </p:childTnLst>
                                </p:cTn>
                              </p:par>
                            </p:childTnLst>
                          </p:cTn>
                        </p:par>
                        <p:par>
                          <p:cTn id="53" fill="hold">
                            <p:stCondLst>
                              <p:cond delay="600"/>
                            </p:stCondLst>
                            <p:childTnLst>
                              <p:par>
                                <p:cTn id="54" presetID="10" presetClass="entr" presetSubtype="0" fill="hold" grpId="0" nodeType="after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450" fill="hold"/>
                                        <p:tgtEl>
                                          <p:spTgt spid="16"/>
                                        </p:tgtEl>
                                        <p:attrNameLst>
                                          <p:attrName>ppt_y</p:attrName>
                                        </p:attrNameLst>
                                      </p:cBhvr>
                                      <p:tavLst>
                                        <p:tav tm="0">
                                          <p:val>
                                            <p:strVal val="#ppt_y+0.08"/>
                                          </p:val>
                                        </p:tav>
                                        <p:tav tm="100000">
                                          <p:val>
                                            <p:strVal val="#ppt_y"/>
                                          </p:val>
                                        </p:tav>
                                      </p:tavLst>
                                    </p:anim>
                                    <p:animEffect transition="in" filter="fade">
                                      <p:cBhvr>
                                        <p:cTn id="62" dur="450"/>
                                        <p:tgtEl>
                                          <p:spTgt spid="16"/>
                                        </p:tgtEl>
                                      </p:cBhvr>
                                    </p:animEffect>
                                  </p:childTnLst>
                                </p:cTn>
                              </p:par>
                              <p:par>
                                <p:cTn id="63" presetID="42"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450" fill="hold"/>
                                        <p:tgtEl>
                                          <p:spTgt spid="17"/>
                                        </p:tgtEl>
                                        <p:attrNameLst>
                                          <p:attrName>ppt_y</p:attrName>
                                        </p:attrNameLst>
                                      </p:cBhvr>
                                      <p:tavLst>
                                        <p:tav tm="0">
                                          <p:val>
                                            <p:strVal val="#ppt_y+0.08"/>
                                          </p:val>
                                        </p:tav>
                                        <p:tav tm="100000">
                                          <p:val>
                                            <p:strVal val="#ppt_y"/>
                                          </p:val>
                                        </p:tav>
                                      </p:tavLst>
                                    </p:anim>
                                    <p:animEffect transition="in" filter="fade">
                                      <p:cBhvr>
                                        <p:cTn id="66" dur="450"/>
                                        <p:tgtEl>
                                          <p:spTgt spid="17"/>
                                        </p:tgtEl>
                                      </p:cBhvr>
                                    </p:animEffect>
                                  </p:childTnLst>
                                </p:cTn>
                              </p:par>
                              <p:par>
                                <p:cTn id="67" presetID="42" presetClass="entr" presetSubtype="0"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450" fill="hold"/>
                                        <p:tgtEl>
                                          <p:spTgt spid="18"/>
                                        </p:tgtEl>
                                        <p:attrNameLst>
                                          <p:attrName>ppt_y</p:attrName>
                                        </p:attrNameLst>
                                      </p:cBhvr>
                                      <p:tavLst>
                                        <p:tav tm="0">
                                          <p:val>
                                            <p:strVal val="#ppt_y+0.08"/>
                                          </p:val>
                                        </p:tav>
                                        <p:tav tm="100000">
                                          <p:val>
                                            <p:strVal val="#ppt_y"/>
                                          </p:val>
                                        </p:tav>
                                      </p:tavLst>
                                    </p:anim>
                                    <p:animEffect transition="in" filter="fade">
                                      <p:cBhvr>
                                        <p:cTn id="70" dur="450"/>
                                        <p:tgtEl>
                                          <p:spTgt spid="18"/>
                                        </p:tgtEl>
                                      </p:cBhvr>
                                    </p:animEffect>
                                  </p:childTnLst>
                                </p:cTn>
                              </p:par>
                            </p:childTnLst>
                          </p:cTn>
                        </p:par>
                        <p:par>
                          <p:cTn id="71" fill="hold">
                            <p:stCondLst>
                              <p:cond delay="300"/>
                            </p:stCondLst>
                            <p:childTnLst>
                              <p:par>
                                <p:cTn id="72" presetID="53" presetClass="entr" presetSubtype="16" fill="hold" grpId="0" nodeType="afterEffect">
                                  <p:stCondLst>
                                    <p:cond delay="0"/>
                                  </p:stCondLst>
                                  <p:childTnLst>
                                    <p:set>
                                      <p:cBhvr>
                                        <p:cTn id="73" dur="1" fill="hold">
                                          <p:stCondLst>
                                            <p:cond delay="0"/>
                                          </p:stCondLst>
                                        </p:cTn>
                                        <p:tgtEl>
                                          <p:spTgt spid="19"/>
                                        </p:tgtEl>
                                        <p:attrNameLst>
                                          <p:attrName>style.visibility</p:attrName>
                                        </p:attrNameLst>
                                      </p:cBhvr>
                                      <p:to>
                                        <p:strVal val="visible"/>
                                      </p:to>
                                    </p:set>
                                    <p:anim calcmode="lin" valueType="num">
                                      <p:cBhvr additive="base">
                                        <p:cTn id="74" dur="400" fill="hold"/>
                                        <p:tgtEl>
                                          <p:spTgt spid="19"/>
                                        </p:tgtEl>
                                        <p:attrNameLst>
                                          <p:attrName>ppt_w</p:attrName>
                                        </p:attrNameLst>
                                      </p:cBhvr>
                                      <p:tavLst>
                                        <p:tav tm="0">
                                          <p:val>
                                            <p:fltVal val="0"/>
                                          </p:val>
                                        </p:tav>
                                        <p:tav tm="100000">
                                          <p:val>
                                            <p:strVal val="#ppt_w"/>
                                          </p:val>
                                        </p:tav>
                                      </p:tavLst>
                                    </p:anim>
                                    <p:anim calcmode="lin" valueType="num">
                                      <p:cBhvr additive="base">
                                        <p:cTn id="75" dur="400" fill="hold"/>
                                        <p:tgtEl>
                                          <p:spTgt spid="19"/>
                                        </p:tgtEl>
                                        <p:attrNameLst>
                                          <p:attrName>ppt_h</p:attrName>
                                        </p:attrNameLst>
                                      </p:cBhvr>
                                      <p:tavLst>
                                        <p:tav tm="0">
                                          <p:val>
                                            <p:fltVal val="0"/>
                                          </p:val>
                                        </p:tav>
                                        <p:tav tm="100000">
                                          <p:val>
                                            <p:strVal val="#ppt_h"/>
                                          </p:val>
                                        </p:tav>
                                      </p:tavLst>
                                    </p:anim>
                                    <p:animEffect transition="in" filter="fade">
                                      <p:cBhvr>
                                        <p:cTn id="76" dur="400"/>
                                        <p:tgtEl>
                                          <p:spTgt spid="1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00"/>
                                        <p:tgtEl>
                                          <p:spTgt spid="20"/>
                                        </p:tgtEl>
                                      </p:cBhvr>
                                    </p:animEffect>
                                  </p:childTnLst>
                                </p:cTn>
                              </p:par>
                            </p:childTnLst>
                          </p:cTn>
                        </p:par>
                        <p:par>
                          <p:cTn id="80" fill="hold">
                            <p:stCondLst>
                              <p:cond delay="600"/>
                            </p:stCondLst>
                            <p:childTnLst>
                              <p:par>
                                <p:cTn id="81" presetID="10" presetClass="entr" presetSubtype="0" fill="hold" grpId="0" nodeType="after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400"/>
                                        <p:tgtEl>
                                          <p:spTgt spid="21"/>
                                        </p:tgtEl>
                                      </p:cBhvr>
                                    </p:animEffect>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22"/>
                                        </p:tgtEl>
                                        <p:attrNameLst>
                                          <p:attrName>style.visibility</p:attrName>
                                        </p:attrNameLst>
                                      </p:cBhvr>
                                      <p:to>
                                        <p:strVal val="visible"/>
                                      </p:to>
                                    </p:set>
                                    <p:anim calcmode="lin" valueType="num">
                                      <p:cBhvr additive="base">
                                        <p:cTn id="88" dur="450" fill="hold"/>
                                        <p:tgtEl>
                                          <p:spTgt spid="22"/>
                                        </p:tgtEl>
                                        <p:attrNameLst>
                                          <p:attrName>ppt_y</p:attrName>
                                        </p:attrNameLst>
                                      </p:cBhvr>
                                      <p:tavLst>
                                        <p:tav tm="0">
                                          <p:val>
                                            <p:strVal val="#ppt_y+0.08"/>
                                          </p:val>
                                        </p:tav>
                                        <p:tav tm="100000">
                                          <p:val>
                                            <p:strVal val="#ppt_y"/>
                                          </p:val>
                                        </p:tav>
                                      </p:tavLst>
                                    </p:anim>
                                    <p:animEffect transition="in" filter="fade">
                                      <p:cBhvr>
                                        <p:cTn id="89" dur="450"/>
                                        <p:tgtEl>
                                          <p:spTgt spid="22"/>
                                        </p:tgtEl>
                                      </p:cBhvr>
                                    </p:animEffect>
                                  </p:childTnLst>
                                </p:cTn>
                              </p:par>
                              <p:par>
                                <p:cTn id="90" presetID="42" presetClass="entr" presetSubtype="0" fill="hold" grpId="0" nodeType="withEffect">
                                  <p:stCondLst>
                                    <p:cond delay="0"/>
                                  </p:stCondLst>
                                  <p:childTnLst>
                                    <p:set>
                                      <p:cBhvr>
                                        <p:cTn id="91" dur="1" fill="hold">
                                          <p:stCondLst>
                                            <p:cond delay="0"/>
                                          </p:stCondLst>
                                        </p:cTn>
                                        <p:tgtEl>
                                          <p:spTgt spid="23"/>
                                        </p:tgtEl>
                                        <p:attrNameLst>
                                          <p:attrName>style.visibility</p:attrName>
                                        </p:attrNameLst>
                                      </p:cBhvr>
                                      <p:to>
                                        <p:strVal val="visible"/>
                                      </p:to>
                                    </p:set>
                                    <p:anim calcmode="lin" valueType="num">
                                      <p:cBhvr additive="base">
                                        <p:cTn id="92" dur="450" fill="hold"/>
                                        <p:tgtEl>
                                          <p:spTgt spid="23"/>
                                        </p:tgtEl>
                                        <p:attrNameLst>
                                          <p:attrName>ppt_y</p:attrName>
                                        </p:attrNameLst>
                                      </p:cBhvr>
                                      <p:tavLst>
                                        <p:tav tm="0">
                                          <p:val>
                                            <p:strVal val="#ppt_y+0.08"/>
                                          </p:val>
                                        </p:tav>
                                        <p:tav tm="100000">
                                          <p:val>
                                            <p:strVal val="#ppt_y"/>
                                          </p:val>
                                        </p:tav>
                                      </p:tavLst>
                                    </p:anim>
                                    <p:animEffect transition="in" filter="fade">
                                      <p:cBhvr>
                                        <p:cTn id="93" dur="450"/>
                                        <p:tgtEl>
                                          <p:spTgt spid="23"/>
                                        </p:tgtEl>
                                      </p:cBhvr>
                                    </p:animEffect>
                                  </p:childTnLst>
                                </p:cTn>
                              </p:par>
                              <p:par>
                                <p:cTn id="94" presetID="42" presetClass="entr" presetSubtype="0" fill="hold" grpId="0" nodeType="withEffect">
                                  <p:stCondLst>
                                    <p:cond delay="0"/>
                                  </p:stCondLst>
                                  <p:childTnLst>
                                    <p:set>
                                      <p:cBhvr>
                                        <p:cTn id="95" dur="1" fill="hold">
                                          <p:stCondLst>
                                            <p:cond delay="0"/>
                                          </p:stCondLst>
                                        </p:cTn>
                                        <p:tgtEl>
                                          <p:spTgt spid="24"/>
                                        </p:tgtEl>
                                        <p:attrNameLst>
                                          <p:attrName>style.visibility</p:attrName>
                                        </p:attrNameLst>
                                      </p:cBhvr>
                                      <p:to>
                                        <p:strVal val="visible"/>
                                      </p:to>
                                    </p:set>
                                    <p:anim calcmode="lin" valueType="num">
                                      <p:cBhvr additive="base">
                                        <p:cTn id="96" dur="450" fill="hold"/>
                                        <p:tgtEl>
                                          <p:spTgt spid="24"/>
                                        </p:tgtEl>
                                        <p:attrNameLst>
                                          <p:attrName>ppt_y</p:attrName>
                                        </p:attrNameLst>
                                      </p:cBhvr>
                                      <p:tavLst>
                                        <p:tav tm="0">
                                          <p:val>
                                            <p:strVal val="#ppt_y+0.08"/>
                                          </p:val>
                                        </p:tav>
                                        <p:tav tm="100000">
                                          <p:val>
                                            <p:strVal val="#ppt_y"/>
                                          </p:val>
                                        </p:tav>
                                      </p:tavLst>
                                    </p:anim>
                                    <p:animEffect transition="in" filter="fade">
                                      <p:cBhvr>
                                        <p:cTn id="97" dur="450"/>
                                        <p:tgtEl>
                                          <p:spTgt spid="24"/>
                                        </p:tgtEl>
                                      </p:cBhvr>
                                    </p:animEffect>
                                  </p:childTnLst>
                                </p:cTn>
                              </p:par>
                            </p:childTnLst>
                          </p:cTn>
                        </p:par>
                        <p:par>
                          <p:cTn id="98" fill="hold">
                            <p:stCondLst>
                              <p:cond delay="300"/>
                            </p:stCondLst>
                            <p:childTnLst>
                              <p:par>
                                <p:cTn id="99" presetID="53" presetClass="entr" presetSubtype="16" fill="hold" grpId="0" nodeType="afterEffect">
                                  <p:stCondLst>
                                    <p:cond delay="0"/>
                                  </p:stCondLst>
                                  <p:childTnLst>
                                    <p:set>
                                      <p:cBhvr>
                                        <p:cTn id="100" dur="1" fill="hold">
                                          <p:stCondLst>
                                            <p:cond delay="0"/>
                                          </p:stCondLst>
                                        </p:cTn>
                                        <p:tgtEl>
                                          <p:spTgt spid="25"/>
                                        </p:tgtEl>
                                        <p:attrNameLst>
                                          <p:attrName>style.visibility</p:attrName>
                                        </p:attrNameLst>
                                      </p:cBhvr>
                                      <p:to>
                                        <p:strVal val="visible"/>
                                      </p:to>
                                    </p:set>
                                    <p:anim calcmode="lin" valueType="num">
                                      <p:cBhvr additive="base">
                                        <p:cTn id="101" dur="400" fill="hold"/>
                                        <p:tgtEl>
                                          <p:spTgt spid="25"/>
                                        </p:tgtEl>
                                        <p:attrNameLst>
                                          <p:attrName>ppt_w</p:attrName>
                                        </p:attrNameLst>
                                      </p:cBhvr>
                                      <p:tavLst>
                                        <p:tav tm="0">
                                          <p:val>
                                            <p:fltVal val="0"/>
                                          </p:val>
                                        </p:tav>
                                        <p:tav tm="100000">
                                          <p:val>
                                            <p:strVal val="#ppt_w"/>
                                          </p:val>
                                        </p:tav>
                                      </p:tavLst>
                                    </p:anim>
                                    <p:anim calcmode="lin" valueType="num">
                                      <p:cBhvr additive="base">
                                        <p:cTn id="102" dur="400" fill="hold"/>
                                        <p:tgtEl>
                                          <p:spTgt spid="25"/>
                                        </p:tgtEl>
                                        <p:attrNameLst>
                                          <p:attrName>ppt_h</p:attrName>
                                        </p:attrNameLst>
                                      </p:cBhvr>
                                      <p:tavLst>
                                        <p:tav tm="0">
                                          <p:val>
                                            <p:fltVal val="0"/>
                                          </p:val>
                                        </p:tav>
                                        <p:tav tm="100000">
                                          <p:val>
                                            <p:strVal val="#ppt_h"/>
                                          </p:val>
                                        </p:tav>
                                      </p:tavLst>
                                    </p:anim>
                                    <p:animEffect transition="in" filter="fade">
                                      <p:cBhvr>
                                        <p:cTn id="103" dur="400"/>
                                        <p:tgtEl>
                                          <p:spTgt spid="2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400"/>
                                        <p:tgtEl>
                                          <p:spTgt spid="26"/>
                                        </p:tgtEl>
                                      </p:cBhvr>
                                    </p:animEffect>
                                  </p:childTnLst>
                                </p:cTn>
                              </p:par>
                            </p:childTnLst>
                          </p:cTn>
                        </p:par>
                        <p:par>
                          <p:cTn id="107" fill="hold">
                            <p:stCondLst>
                              <p:cond delay="600"/>
                            </p:stCondLst>
                            <p:childTnLst>
                              <p:par>
                                <p:cTn id="108" presetID="10" presetClass="entr" presetSubtype="0" fill="hold" grpId="0" nodeType="afterEffect">
                                  <p:stCondLst>
                                    <p:cond delay="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533D15"/>
                </a:solidFill>
                <a:latin typeface="Meiryo" pitchFamily="34" charset="0"/>
                <a:ea typeface="Meiryo" pitchFamily="34" charset="-122"/>
                <a:cs typeface="Meiryo" pitchFamily="34" charset="-120"/>
              </a:rPr>
              <a:t>全体図（ぜんたいず）</a:t>
            </a:r>
            <a:endParaRPr lang="en-US" sz="3467" kern="1200" dirty="0">
              <a:solidFill>
                <a:prstClr val="black"/>
              </a:solidFill>
              <a:latin typeface="Calibri" panose="020F0502020204030204"/>
              <a:ea typeface="+mn-ea"/>
              <a:cs typeface="+mn-cs"/>
            </a:endParaRPr>
          </a:p>
        </p:txBody>
      </p:sp>
      <p:sp>
        <p:nvSpPr>
          <p:cNvPr id="4" name="Shape 2"/>
          <p:cNvSpPr/>
          <p:nvPr/>
        </p:nvSpPr>
        <p:spPr>
          <a:xfrm>
            <a:off x="609600" y="1706880"/>
            <a:ext cx="10972800" cy="914400"/>
          </a:xfrm>
          <a:prstGeom prst="rect">
            <a:avLst/>
          </a:prstGeom>
          <a:solidFill>
            <a:srgbClr val="533D15"/>
          </a:solidFill>
          <a:ln w="12700">
            <a:solidFill>
              <a:srgbClr val="533D15"/>
            </a:solidFill>
            <a:prstDash val="solid"/>
          </a:ln>
        </p:spPr>
      </p:sp>
      <p:sp>
        <p:nvSpPr>
          <p:cNvPr id="5" name="Text 3"/>
          <p:cNvSpPr txBox="1"/>
          <p:nvPr/>
        </p:nvSpPr>
        <p:spPr>
          <a:xfrm>
            <a:off x="3169920" y="1706880"/>
            <a:ext cx="2804160" cy="914400"/>
          </a:xfrm>
          <a:prstGeom prst="rect">
            <a:avLst/>
          </a:prstGeom>
          <a:noFill/>
          <a:ln/>
        </p:spPr>
        <p:txBody>
          <a:bodyPr wrap="square" lIns="0" tIns="0" rIns="0" bIns="0" rtlCol="0" anchor="ctr"/>
          <a:lstStyle/>
          <a:p>
            <a:pPr algn="ctr" defTabSz="1219170">
              <a:buClrTx/>
            </a:pPr>
            <a:r>
              <a:rPr lang="en-US" sz="2133" b="1" kern="1200" dirty="0">
                <a:solidFill>
                  <a:srgbClr val="FFFFFF"/>
                </a:solidFill>
                <a:latin typeface="Meiryo" pitchFamily="34" charset="0"/>
                <a:ea typeface="Meiryo" pitchFamily="34" charset="-122"/>
                <a:cs typeface="Meiryo" pitchFamily="34" charset="-120"/>
              </a:rPr>
              <a:t>① 一緒にする</a:t>
            </a:r>
            <a:endParaRPr lang="en-US" sz="2133" kern="1200" dirty="0">
              <a:solidFill>
                <a:prstClr val="black"/>
              </a:solidFill>
              <a:latin typeface="Calibri" panose="020F0502020204030204"/>
              <a:ea typeface="+mn-ea"/>
              <a:cs typeface="+mn-cs"/>
            </a:endParaRPr>
          </a:p>
          <a:p>
            <a:pPr algn="ctr" defTabSz="1219170">
              <a:buClrTx/>
            </a:pPr>
            <a:r>
              <a:rPr lang="en-US" sz="1600" kern="1200" dirty="0">
                <a:solidFill>
                  <a:srgbClr val="DBCCBA"/>
                </a:solidFill>
                <a:latin typeface="Arial" pitchFamily="34" charset="0"/>
                <a:ea typeface="Arial" pitchFamily="34" charset="-122"/>
                <a:cs typeface="Arial" pitchFamily="34" charset="-120"/>
              </a:rPr>
              <a:t>cùng với ai / cái gì</a:t>
            </a:r>
            <a:endParaRPr lang="en-US" sz="2133" kern="1200" dirty="0">
              <a:solidFill>
                <a:prstClr val="black"/>
              </a:solidFill>
              <a:latin typeface="Calibri" panose="020F0502020204030204"/>
              <a:ea typeface="+mn-ea"/>
              <a:cs typeface="+mn-cs"/>
            </a:endParaRPr>
          </a:p>
        </p:txBody>
      </p:sp>
      <p:sp>
        <p:nvSpPr>
          <p:cNvPr id="6" name="Text 4"/>
          <p:cNvSpPr txBox="1"/>
          <p:nvPr/>
        </p:nvSpPr>
        <p:spPr>
          <a:xfrm>
            <a:off x="5974080" y="1706880"/>
            <a:ext cx="2804160" cy="914400"/>
          </a:xfrm>
          <a:prstGeom prst="rect">
            <a:avLst/>
          </a:prstGeom>
          <a:noFill/>
          <a:ln/>
        </p:spPr>
        <p:txBody>
          <a:bodyPr wrap="square" lIns="0" tIns="0" rIns="0" bIns="0" rtlCol="0" anchor="ctr"/>
          <a:lstStyle/>
          <a:p>
            <a:pPr algn="ctr" defTabSz="1219170">
              <a:buClrTx/>
            </a:pPr>
            <a:r>
              <a:rPr lang="en-US" sz="2133" b="1" kern="1200" dirty="0">
                <a:solidFill>
                  <a:srgbClr val="FFFFFF"/>
                </a:solidFill>
                <a:latin typeface="Meiryo" pitchFamily="34" charset="0"/>
                <a:ea typeface="Meiryo" pitchFamily="34" charset="-122"/>
                <a:cs typeface="Meiryo" pitchFamily="34" charset="-120"/>
              </a:rPr>
              <a:t>② 同時に起きる</a:t>
            </a:r>
            <a:endParaRPr lang="en-US" sz="2133" kern="1200" dirty="0">
              <a:solidFill>
                <a:prstClr val="black"/>
              </a:solidFill>
              <a:latin typeface="Calibri" panose="020F0502020204030204"/>
              <a:ea typeface="+mn-ea"/>
              <a:cs typeface="+mn-cs"/>
            </a:endParaRPr>
          </a:p>
          <a:p>
            <a:pPr algn="ctr" defTabSz="1219170">
              <a:buClrTx/>
            </a:pPr>
            <a:r>
              <a:rPr lang="en-US" sz="1600" kern="1200" dirty="0">
                <a:solidFill>
                  <a:srgbClr val="DBCCBA"/>
                </a:solidFill>
                <a:latin typeface="Arial" pitchFamily="34" charset="0"/>
                <a:ea typeface="Arial" pitchFamily="34" charset="-122"/>
                <a:cs typeface="Arial" pitchFamily="34" charset="-120"/>
              </a:rPr>
              <a:t>xảy ra cùng lúc</a:t>
            </a:r>
            <a:endParaRPr lang="en-US" sz="2133" kern="1200" dirty="0">
              <a:solidFill>
                <a:prstClr val="black"/>
              </a:solidFill>
              <a:latin typeface="Calibri" panose="020F0502020204030204"/>
              <a:ea typeface="+mn-ea"/>
              <a:cs typeface="+mn-cs"/>
            </a:endParaRPr>
          </a:p>
        </p:txBody>
      </p:sp>
      <p:sp>
        <p:nvSpPr>
          <p:cNvPr id="7" name="Text 5"/>
          <p:cNvSpPr txBox="1"/>
          <p:nvPr/>
        </p:nvSpPr>
        <p:spPr>
          <a:xfrm>
            <a:off x="8778240" y="1706880"/>
            <a:ext cx="2804160" cy="914400"/>
          </a:xfrm>
          <a:prstGeom prst="rect">
            <a:avLst/>
          </a:prstGeom>
          <a:noFill/>
          <a:ln/>
        </p:spPr>
        <p:txBody>
          <a:bodyPr wrap="square" lIns="0" tIns="0" rIns="0" bIns="0" rtlCol="0" anchor="ctr"/>
          <a:lstStyle/>
          <a:p>
            <a:pPr algn="ctr" defTabSz="1219170">
              <a:buClrTx/>
            </a:pPr>
            <a:r>
              <a:rPr lang="en-US" sz="2133" b="1" kern="1200" dirty="0">
                <a:solidFill>
                  <a:srgbClr val="FFFFFF"/>
                </a:solidFill>
                <a:latin typeface="Meiryo" pitchFamily="34" charset="0"/>
                <a:ea typeface="Meiryo" pitchFamily="34" charset="-122"/>
                <a:cs typeface="Meiryo" pitchFamily="34" charset="-120"/>
              </a:rPr>
              <a:t>③ 一緒に変化する</a:t>
            </a:r>
            <a:endParaRPr lang="en-US" sz="2133" kern="1200" dirty="0">
              <a:solidFill>
                <a:prstClr val="black"/>
              </a:solidFill>
              <a:latin typeface="Calibri" panose="020F0502020204030204"/>
              <a:ea typeface="+mn-ea"/>
              <a:cs typeface="+mn-cs"/>
            </a:endParaRPr>
          </a:p>
          <a:p>
            <a:pPr algn="ctr" defTabSz="1219170">
              <a:buClrTx/>
            </a:pPr>
            <a:r>
              <a:rPr lang="en-US" sz="1600" kern="1200" dirty="0">
                <a:solidFill>
                  <a:srgbClr val="DBCCBA"/>
                </a:solidFill>
                <a:latin typeface="Arial" pitchFamily="34" charset="0"/>
                <a:ea typeface="Arial" pitchFamily="34" charset="-122"/>
                <a:cs typeface="Arial" pitchFamily="34" charset="-120"/>
              </a:rPr>
              <a:t>cùng thay đổi</a:t>
            </a:r>
            <a:endParaRPr lang="en-US" sz="2133" kern="1200" dirty="0">
              <a:solidFill>
                <a:prstClr val="black"/>
              </a:solidFill>
              <a:latin typeface="Calibri" panose="020F0502020204030204"/>
              <a:ea typeface="+mn-ea"/>
              <a:cs typeface="+mn-cs"/>
            </a:endParaRPr>
          </a:p>
        </p:txBody>
      </p:sp>
      <p:sp>
        <p:nvSpPr>
          <p:cNvPr id="8" name="Shape 6"/>
          <p:cNvSpPr/>
          <p:nvPr/>
        </p:nvSpPr>
        <p:spPr>
          <a:xfrm>
            <a:off x="609600" y="2621280"/>
            <a:ext cx="10972800" cy="829056"/>
          </a:xfrm>
          <a:prstGeom prst="rect">
            <a:avLst/>
          </a:prstGeom>
          <a:solidFill>
            <a:srgbClr val="FFFFFF"/>
          </a:solidFill>
          <a:ln w="12700">
            <a:solidFill>
              <a:srgbClr val="DBCCBA"/>
            </a:solidFill>
            <a:prstDash val="solid"/>
          </a:ln>
        </p:spPr>
      </p:sp>
      <p:sp>
        <p:nvSpPr>
          <p:cNvPr id="9" name="Text 7"/>
          <p:cNvSpPr txBox="1"/>
          <p:nvPr/>
        </p:nvSpPr>
        <p:spPr>
          <a:xfrm>
            <a:off x="792480" y="2621280"/>
            <a:ext cx="2377440" cy="829056"/>
          </a:xfrm>
          <a:prstGeom prst="rect">
            <a:avLst/>
          </a:prstGeom>
          <a:noFill/>
          <a:ln/>
        </p:spPr>
        <p:txBody>
          <a:bodyPr wrap="square" lIns="0" tIns="0" rIns="0" bIns="0" rtlCol="0" anchor="ctr"/>
          <a:lstStyle/>
          <a:p>
            <a:pPr defTabSz="1219170">
              <a:buClrTx/>
            </a:pPr>
            <a:r>
              <a:rPr lang="en-US" sz="2400" b="1" kern="1200" dirty="0">
                <a:solidFill>
                  <a:srgbClr val="9C5022"/>
                </a:solidFill>
                <a:latin typeface="Meiryo" pitchFamily="34" charset="0"/>
                <a:ea typeface="Meiryo" pitchFamily="34" charset="-122"/>
                <a:cs typeface="Meiryo" pitchFamily="34" charset="-120"/>
              </a:rPr>
              <a:t>とともに</a:t>
            </a:r>
            <a:endParaRPr lang="en-US" sz="2400" kern="1200" dirty="0">
              <a:solidFill>
                <a:prstClr val="black"/>
              </a:solidFill>
              <a:latin typeface="Calibri" panose="020F0502020204030204"/>
              <a:ea typeface="+mn-ea"/>
              <a:cs typeface="+mn-cs"/>
            </a:endParaRPr>
          </a:p>
        </p:txBody>
      </p:sp>
      <p:sp>
        <p:nvSpPr>
          <p:cNvPr id="10" name="Shape 8"/>
          <p:cNvSpPr/>
          <p:nvPr/>
        </p:nvSpPr>
        <p:spPr>
          <a:xfrm>
            <a:off x="609600" y="3450336"/>
            <a:ext cx="10972800" cy="829056"/>
          </a:xfrm>
          <a:prstGeom prst="rect">
            <a:avLst/>
          </a:prstGeom>
          <a:solidFill>
            <a:srgbClr val="FFFFFF"/>
          </a:solidFill>
          <a:ln w="12700">
            <a:solidFill>
              <a:srgbClr val="DBCCBA"/>
            </a:solidFill>
            <a:prstDash val="solid"/>
          </a:ln>
        </p:spPr>
      </p:sp>
      <p:sp>
        <p:nvSpPr>
          <p:cNvPr id="11" name="Text 9"/>
          <p:cNvSpPr txBox="1"/>
          <p:nvPr/>
        </p:nvSpPr>
        <p:spPr>
          <a:xfrm>
            <a:off x="792480" y="3450336"/>
            <a:ext cx="2377440" cy="829056"/>
          </a:xfrm>
          <a:prstGeom prst="rect">
            <a:avLst/>
          </a:prstGeom>
          <a:noFill/>
          <a:ln/>
        </p:spPr>
        <p:txBody>
          <a:bodyPr wrap="square" lIns="0" tIns="0" rIns="0" bIns="0" rtlCol="0" anchor="ctr"/>
          <a:lstStyle/>
          <a:p>
            <a:pPr defTabSz="1219170">
              <a:buClrTx/>
            </a:pPr>
            <a:r>
              <a:rPr lang="en-US" sz="2400" b="1" kern="1200" dirty="0">
                <a:solidFill>
                  <a:srgbClr val="C27B38"/>
                </a:solidFill>
                <a:latin typeface="Meiryo" pitchFamily="34" charset="0"/>
                <a:ea typeface="Meiryo" pitchFamily="34" charset="-122"/>
                <a:cs typeface="Meiryo" pitchFamily="34" charset="-120"/>
              </a:rPr>
              <a:t>につれて</a:t>
            </a:r>
            <a:endParaRPr lang="en-US" sz="2400" kern="1200" dirty="0">
              <a:solidFill>
                <a:prstClr val="black"/>
              </a:solidFill>
              <a:latin typeface="Calibri" panose="020F0502020204030204"/>
              <a:ea typeface="+mn-ea"/>
              <a:cs typeface="+mn-cs"/>
            </a:endParaRPr>
          </a:p>
        </p:txBody>
      </p:sp>
      <p:sp>
        <p:nvSpPr>
          <p:cNvPr id="12" name="Shape 10"/>
          <p:cNvSpPr/>
          <p:nvPr/>
        </p:nvSpPr>
        <p:spPr>
          <a:xfrm>
            <a:off x="609600" y="4279392"/>
            <a:ext cx="10972800" cy="829056"/>
          </a:xfrm>
          <a:prstGeom prst="rect">
            <a:avLst/>
          </a:prstGeom>
          <a:solidFill>
            <a:srgbClr val="FFFFFF"/>
          </a:solidFill>
          <a:ln w="12700">
            <a:solidFill>
              <a:srgbClr val="DBCCBA"/>
            </a:solidFill>
            <a:prstDash val="solid"/>
          </a:ln>
        </p:spPr>
      </p:sp>
      <p:sp>
        <p:nvSpPr>
          <p:cNvPr id="13" name="Text 11"/>
          <p:cNvSpPr txBox="1"/>
          <p:nvPr/>
        </p:nvSpPr>
        <p:spPr>
          <a:xfrm>
            <a:off x="792480" y="4279392"/>
            <a:ext cx="2377440" cy="829056"/>
          </a:xfrm>
          <a:prstGeom prst="rect">
            <a:avLst/>
          </a:prstGeom>
          <a:noFill/>
          <a:ln/>
        </p:spPr>
        <p:txBody>
          <a:bodyPr wrap="square" lIns="0" tIns="0" rIns="0" bIns="0" rtlCol="0" anchor="ctr"/>
          <a:lstStyle/>
          <a:p>
            <a:pPr defTabSz="1219170">
              <a:buClrTx/>
            </a:pPr>
            <a:r>
              <a:rPr lang="en-US" sz="2400" b="1" kern="1200" dirty="0">
                <a:solidFill>
                  <a:srgbClr val="7A5F2E"/>
                </a:solidFill>
                <a:latin typeface="Meiryo" pitchFamily="34" charset="0"/>
                <a:ea typeface="Meiryo" pitchFamily="34" charset="-122"/>
                <a:cs typeface="Meiryo" pitchFamily="34" charset="-120"/>
              </a:rPr>
              <a:t>にしたがって</a:t>
            </a:r>
            <a:endParaRPr lang="en-US" sz="2400" kern="1200" dirty="0">
              <a:solidFill>
                <a:prstClr val="black"/>
              </a:solidFill>
              <a:latin typeface="Calibri" panose="020F0502020204030204"/>
              <a:ea typeface="+mn-ea"/>
              <a:cs typeface="+mn-cs"/>
            </a:endParaRPr>
          </a:p>
        </p:txBody>
      </p:sp>
      <p:sp>
        <p:nvSpPr>
          <p:cNvPr id="14" name="Shape 12"/>
          <p:cNvSpPr/>
          <p:nvPr/>
        </p:nvSpPr>
        <p:spPr>
          <a:xfrm>
            <a:off x="609600" y="5108448"/>
            <a:ext cx="10972800" cy="829056"/>
          </a:xfrm>
          <a:prstGeom prst="rect">
            <a:avLst/>
          </a:prstGeom>
          <a:solidFill>
            <a:srgbClr val="FFFFFF"/>
          </a:solidFill>
          <a:ln w="12700">
            <a:solidFill>
              <a:srgbClr val="DBCCBA"/>
            </a:solidFill>
            <a:prstDash val="solid"/>
          </a:ln>
        </p:spPr>
      </p:sp>
      <p:sp>
        <p:nvSpPr>
          <p:cNvPr id="15" name="Text 13"/>
          <p:cNvSpPr txBox="1"/>
          <p:nvPr/>
        </p:nvSpPr>
        <p:spPr>
          <a:xfrm>
            <a:off x="792480" y="5108448"/>
            <a:ext cx="2377440" cy="829056"/>
          </a:xfrm>
          <a:prstGeom prst="rect">
            <a:avLst/>
          </a:prstGeom>
          <a:noFill/>
          <a:ln/>
        </p:spPr>
        <p:txBody>
          <a:bodyPr wrap="square" lIns="0" tIns="0" rIns="0" bIns="0" rtlCol="0" anchor="ctr"/>
          <a:lstStyle/>
          <a:p>
            <a:pPr defTabSz="1219170">
              <a:buClrTx/>
            </a:pPr>
            <a:r>
              <a:rPr lang="en-US" sz="2400" b="1" kern="1200" dirty="0">
                <a:solidFill>
                  <a:srgbClr val="A64B31"/>
                </a:solidFill>
                <a:latin typeface="Meiryo" pitchFamily="34" charset="0"/>
                <a:ea typeface="Meiryo" pitchFamily="34" charset="-122"/>
                <a:cs typeface="Meiryo" pitchFamily="34" charset="-120"/>
              </a:rPr>
              <a:t>に伴って</a:t>
            </a:r>
            <a:endParaRPr lang="en-US" sz="2400" kern="1200" dirty="0">
              <a:solidFill>
                <a:prstClr val="black"/>
              </a:solidFill>
              <a:latin typeface="Calibri" panose="020F0502020204030204"/>
              <a:ea typeface="+mn-ea"/>
              <a:cs typeface="+mn-cs"/>
            </a:endParaRPr>
          </a:p>
        </p:txBody>
      </p:sp>
      <p:sp>
        <p:nvSpPr>
          <p:cNvPr id="16" name="S1_zoom_46"/>
          <p:cNvSpPr txBox="1"/>
          <p:nvPr/>
        </p:nvSpPr>
        <p:spPr>
          <a:xfrm>
            <a:off x="3169920" y="2621280"/>
            <a:ext cx="2804160" cy="829056"/>
          </a:xfrm>
          <a:prstGeom prst="rect">
            <a:avLst/>
          </a:prstGeom>
          <a:noFill/>
          <a:ln/>
        </p:spPr>
        <p:txBody>
          <a:bodyPr wrap="square" lIns="0" tIns="0" rIns="0" bIns="0" rtlCol="0" anchor="ctr"/>
          <a:lstStyle/>
          <a:p>
            <a:pPr algn="ctr" defTabSz="1219170">
              <a:buClrTx/>
            </a:pPr>
            <a:r>
              <a:rPr lang="en-US" sz="3200" b="1" kern="1200" dirty="0">
                <a:solidFill>
                  <a:srgbClr val="C27B38"/>
                </a:solidFill>
                <a:latin typeface="Meiryo" pitchFamily="34" charset="0"/>
                <a:ea typeface="Meiryo" pitchFamily="34" charset="-122"/>
                <a:cs typeface="Meiryo" pitchFamily="34" charset="-120"/>
              </a:rPr>
              <a:t>○</a:t>
            </a:r>
            <a:endParaRPr lang="en-US" sz="3200" kern="1200" dirty="0">
              <a:solidFill>
                <a:prstClr val="black"/>
              </a:solidFill>
              <a:latin typeface="Calibri" panose="020F0502020204030204"/>
              <a:ea typeface="+mn-ea"/>
              <a:cs typeface="+mn-cs"/>
            </a:endParaRPr>
          </a:p>
        </p:txBody>
      </p:sp>
      <p:sp>
        <p:nvSpPr>
          <p:cNvPr id="17" name="S1_zoom_47"/>
          <p:cNvSpPr txBox="1"/>
          <p:nvPr/>
        </p:nvSpPr>
        <p:spPr>
          <a:xfrm>
            <a:off x="3169920" y="3450336"/>
            <a:ext cx="2804160" cy="829056"/>
          </a:xfrm>
          <a:prstGeom prst="rect">
            <a:avLst/>
          </a:prstGeom>
          <a:noFill/>
          <a:ln/>
        </p:spPr>
        <p:txBody>
          <a:bodyPr wrap="square" lIns="0" tIns="0" rIns="0" bIns="0" rtlCol="0" anchor="ctr"/>
          <a:lstStyle/>
          <a:p>
            <a:pPr algn="ctr" defTabSz="1219170">
              <a:buClrTx/>
            </a:pPr>
            <a:r>
              <a:rPr lang="en-US" sz="3200" b="1" kern="1200" dirty="0">
                <a:solidFill>
                  <a:srgbClr val="A64B31"/>
                </a:solidFill>
                <a:latin typeface="Meiryo" pitchFamily="34" charset="0"/>
                <a:ea typeface="Meiryo" pitchFamily="34" charset="-122"/>
                <a:cs typeface="Meiryo" pitchFamily="34" charset="-120"/>
              </a:rPr>
              <a:t>×</a:t>
            </a:r>
            <a:endParaRPr lang="en-US" sz="3200" kern="1200" dirty="0">
              <a:solidFill>
                <a:prstClr val="black"/>
              </a:solidFill>
              <a:latin typeface="Calibri" panose="020F0502020204030204"/>
              <a:ea typeface="+mn-ea"/>
              <a:cs typeface="+mn-cs"/>
            </a:endParaRPr>
          </a:p>
        </p:txBody>
      </p:sp>
      <p:sp>
        <p:nvSpPr>
          <p:cNvPr id="18" name="S1_zoom_48"/>
          <p:cNvSpPr txBox="1"/>
          <p:nvPr/>
        </p:nvSpPr>
        <p:spPr>
          <a:xfrm>
            <a:off x="3169920" y="4279392"/>
            <a:ext cx="2804160" cy="829056"/>
          </a:xfrm>
          <a:prstGeom prst="rect">
            <a:avLst/>
          </a:prstGeom>
          <a:noFill/>
          <a:ln/>
        </p:spPr>
        <p:txBody>
          <a:bodyPr wrap="square" lIns="0" tIns="0" rIns="0" bIns="0" rtlCol="0" anchor="ctr"/>
          <a:lstStyle/>
          <a:p>
            <a:pPr algn="ctr" defTabSz="1219170">
              <a:buClrTx/>
            </a:pPr>
            <a:r>
              <a:rPr lang="en-US" sz="3200" b="1" kern="1200" dirty="0">
                <a:solidFill>
                  <a:srgbClr val="A64B31"/>
                </a:solidFill>
                <a:latin typeface="Meiryo" pitchFamily="34" charset="0"/>
                <a:ea typeface="Meiryo" pitchFamily="34" charset="-122"/>
                <a:cs typeface="Meiryo" pitchFamily="34" charset="-120"/>
              </a:rPr>
              <a:t>×</a:t>
            </a:r>
            <a:endParaRPr lang="en-US" sz="3200" kern="1200" dirty="0">
              <a:solidFill>
                <a:prstClr val="black"/>
              </a:solidFill>
              <a:latin typeface="Calibri" panose="020F0502020204030204"/>
              <a:ea typeface="+mn-ea"/>
              <a:cs typeface="+mn-cs"/>
            </a:endParaRPr>
          </a:p>
        </p:txBody>
      </p:sp>
      <p:sp>
        <p:nvSpPr>
          <p:cNvPr id="19" name="S1_zoom_49"/>
          <p:cNvSpPr txBox="1"/>
          <p:nvPr/>
        </p:nvSpPr>
        <p:spPr>
          <a:xfrm>
            <a:off x="3169920" y="5108448"/>
            <a:ext cx="2804160" cy="829056"/>
          </a:xfrm>
          <a:prstGeom prst="rect">
            <a:avLst/>
          </a:prstGeom>
          <a:noFill/>
          <a:ln/>
        </p:spPr>
        <p:txBody>
          <a:bodyPr wrap="square" lIns="0" tIns="0" rIns="0" bIns="0" rtlCol="0" anchor="ctr"/>
          <a:lstStyle/>
          <a:p>
            <a:pPr algn="ctr" defTabSz="1219170">
              <a:buClrTx/>
            </a:pPr>
            <a:r>
              <a:rPr lang="en-US" sz="3200" b="1" kern="1200" dirty="0">
                <a:solidFill>
                  <a:srgbClr val="A64B31"/>
                </a:solidFill>
                <a:latin typeface="Meiryo" pitchFamily="34" charset="0"/>
                <a:ea typeface="Meiryo" pitchFamily="34" charset="-122"/>
                <a:cs typeface="Meiryo" pitchFamily="34" charset="-120"/>
              </a:rPr>
              <a:t>×</a:t>
            </a:r>
            <a:endParaRPr lang="en-US" sz="3200" kern="1200" dirty="0">
              <a:solidFill>
                <a:prstClr val="black"/>
              </a:solidFill>
              <a:latin typeface="Calibri" panose="020F0502020204030204"/>
              <a:ea typeface="+mn-ea"/>
              <a:cs typeface="+mn-cs"/>
            </a:endParaRPr>
          </a:p>
        </p:txBody>
      </p:sp>
      <p:sp>
        <p:nvSpPr>
          <p:cNvPr id="20" name="S2_zoom_50"/>
          <p:cNvSpPr txBox="1"/>
          <p:nvPr/>
        </p:nvSpPr>
        <p:spPr>
          <a:xfrm>
            <a:off x="5974080" y="2645664"/>
            <a:ext cx="2804160" cy="548640"/>
          </a:xfrm>
          <a:prstGeom prst="rect">
            <a:avLst/>
          </a:prstGeom>
          <a:noFill/>
          <a:ln/>
        </p:spPr>
        <p:txBody>
          <a:bodyPr wrap="square" lIns="0" tIns="0" rIns="0" bIns="0" rtlCol="0" anchor="ctr"/>
          <a:lstStyle/>
          <a:p>
            <a:pPr algn="ctr" defTabSz="1219170">
              <a:buClrTx/>
            </a:pPr>
            <a:r>
              <a:rPr lang="en-US" sz="3200" b="1" kern="1200" dirty="0">
                <a:solidFill>
                  <a:srgbClr val="C27B38"/>
                </a:solidFill>
                <a:latin typeface="Meiryo" pitchFamily="34" charset="0"/>
                <a:ea typeface="Meiryo" pitchFamily="34" charset="-122"/>
                <a:cs typeface="Meiryo" pitchFamily="34" charset="-120"/>
              </a:rPr>
              <a:t>○</a:t>
            </a:r>
            <a:endParaRPr lang="en-US" sz="3200" kern="1200" dirty="0">
              <a:solidFill>
                <a:prstClr val="black"/>
              </a:solidFill>
              <a:latin typeface="Calibri" panose="020F0502020204030204"/>
              <a:ea typeface="+mn-ea"/>
              <a:cs typeface="+mn-cs"/>
            </a:endParaRPr>
          </a:p>
        </p:txBody>
      </p:sp>
      <p:sp>
        <p:nvSpPr>
          <p:cNvPr id="21" name="S2w_fade_51"/>
          <p:cNvSpPr txBox="1"/>
          <p:nvPr/>
        </p:nvSpPr>
        <p:spPr>
          <a:xfrm>
            <a:off x="5974080" y="3157728"/>
            <a:ext cx="2804160" cy="268224"/>
          </a:xfrm>
          <a:prstGeom prst="rect">
            <a:avLst/>
          </a:prstGeom>
          <a:noFill/>
          <a:ln/>
        </p:spPr>
        <p:txBody>
          <a:bodyPr wrap="square" lIns="0" tIns="0" rIns="0" bIns="0" rtlCol="0" anchor="ctr"/>
          <a:lstStyle/>
          <a:p>
            <a:pPr algn="ctr" defTabSz="1219170">
              <a:buClrTx/>
            </a:pPr>
            <a:r>
              <a:rPr lang="en-US" sz="1467" kern="1200" dirty="0">
                <a:solidFill>
                  <a:srgbClr val="7A6F62"/>
                </a:solidFill>
                <a:latin typeface="Arial" pitchFamily="34" charset="0"/>
                <a:ea typeface="Arial" pitchFamily="34" charset="-122"/>
                <a:cs typeface="Arial" pitchFamily="34" charset="-120"/>
              </a:rPr>
              <a:t>không cần nhân quả</a:t>
            </a:r>
            <a:endParaRPr lang="en-US" sz="1467" kern="1200" dirty="0">
              <a:solidFill>
                <a:prstClr val="black"/>
              </a:solidFill>
              <a:latin typeface="Calibri" panose="020F0502020204030204"/>
              <a:ea typeface="+mn-ea"/>
              <a:cs typeface="+mn-cs"/>
            </a:endParaRPr>
          </a:p>
        </p:txBody>
      </p:sp>
      <p:sp>
        <p:nvSpPr>
          <p:cNvPr id="22" name="S2_zoom_52"/>
          <p:cNvSpPr txBox="1"/>
          <p:nvPr/>
        </p:nvSpPr>
        <p:spPr>
          <a:xfrm>
            <a:off x="5974080" y="3450336"/>
            <a:ext cx="2804160" cy="829056"/>
          </a:xfrm>
          <a:prstGeom prst="rect">
            <a:avLst/>
          </a:prstGeom>
          <a:noFill/>
          <a:ln/>
        </p:spPr>
        <p:txBody>
          <a:bodyPr wrap="square" lIns="0" tIns="0" rIns="0" bIns="0" rtlCol="0" anchor="ctr"/>
          <a:lstStyle/>
          <a:p>
            <a:pPr algn="ctr" defTabSz="1219170">
              <a:buClrTx/>
            </a:pPr>
            <a:r>
              <a:rPr lang="en-US" sz="3200" b="1" kern="1200" dirty="0">
                <a:solidFill>
                  <a:srgbClr val="A64B31"/>
                </a:solidFill>
                <a:latin typeface="Meiryo" pitchFamily="34" charset="0"/>
                <a:ea typeface="Meiryo" pitchFamily="34" charset="-122"/>
                <a:cs typeface="Meiryo" pitchFamily="34" charset="-120"/>
              </a:rPr>
              <a:t>×</a:t>
            </a:r>
            <a:endParaRPr lang="en-US" sz="3200" kern="1200" dirty="0">
              <a:solidFill>
                <a:prstClr val="black"/>
              </a:solidFill>
              <a:latin typeface="Calibri" panose="020F0502020204030204"/>
              <a:ea typeface="+mn-ea"/>
              <a:cs typeface="+mn-cs"/>
            </a:endParaRPr>
          </a:p>
        </p:txBody>
      </p:sp>
      <p:sp>
        <p:nvSpPr>
          <p:cNvPr id="23" name="S2_zoom_53"/>
          <p:cNvSpPr txBox="1"/>
          <p:nvPr/>
        </p:nvSpPr>
        <p:spPr>
          <a:xfrm>
            <a:off x="5974080" y="4279392"/>
            <a:ext cx="2804160" cy="829056"/>
          </a:xfrm>
          <a:prstGeom prst="rect">
            <a:avLst/>
          </a:prstGeom>
          <a:noFill/>
          <a:ln/>
        </p:spPr>
        <p:txBody>
          <a:bodyPr wrap="square" lIns="0" tIns="0" rIns="0" bIns="0" rtlCol="0" anchor="ctr"/>
          <a:lstStyle/>
          <a:p>
            <a:pPr algn="ctr" defTabSz="1219170">
              <a:buClrTx/>
            </a:pPr>
            <a:r>
              <a:rPr lang="en-US" sz="3200" b="1" kern="1200" dirty="0">
                <a:solidFill>
                  <a:srgbClr val="A64B31"/>
                </a:solidFill>
                <a:latin typeface="Meiryo" pitchFamily="34" charset="0"/>
                <a:ea typeface="Meiryo" pitchFamily="34" charset="-122"/>
                <a:cs typeface="Meiryo" pitchFamily="34" charset="-120"/>
              </a:rPr>
              <a:t>×</a:t>
            </a:r>
            <a:endParaRPr lang="en-US" sz="3200" kern="1200" dirty="0">
              <a:solidFill>
                <a:prstClr val="black"/>
              </a:solidFill>
              <a:latin typeface="Calibri" panose="020F0502020204030204"/>
              <a:ea typeface="+mn-ea"/>
              <a:cs typeface="+mn-cs"/>
            </a:endParaRPr>
          </a:p>
        </p:txBody>
      </p:sp>
      <p:sp>
        <p:nvSpPr>
          <p:cNvPr id="24" name="S2_zoom_54"/>
          <p:cNvSpPr txBox="1"/>
          <p:nvPr/>
        </p:nvSpPr>
        <p:spPr>
          <a:xfrm>
            <a:off x="5974080" y="5132832"/>
            <a:ext cx="2804160" cy="548640"/>
          </a:xfrm>
          <a:prstGeom prst="rect">
            <a:avLst/>
          </a:prstGeom>
          <a:noFill/>
          <a:ln/>
        </p:spPr>
        <p:txBody>
          <a:bodyPr wrap="square" lIns="0" tIns="0" rIns="0" bIns="0" rtlCol="0" anchor="ctr"/>
          <a:lstStyle/>
          <a:p>
            <a:pPr algn="ctr" defTabSz="1219170">
              <a:buClrTx/>
            </a:pPr>
            <a:r>
              <a:rPr lang="en-US" sz="3200" b="1" kern="1200" dirty="0">
                <a:solidFill>
                  <a:srgbClr val="C27B38"/>
                </a:solidFill>
                <a:latin typeface="Meiryo" pitchFamily="34" charset="0"/>
                <a:ea typeface="Meiryo" pitchFamily="34" charset="-122"/>
                <a:cs typeface="Meiryo" pitchFamily="34" charset="-120"/>
              </a:rPr>
              <a:t>○</a:t>
            </a:r>
            <a:endParaRPr lang="en-US" sz="3200" kern="1200" dirty="0">
              <a:solidFill>
                <a:prstClr val="black"/>
              </a:solidFill>
              <a:latin typeface="Calibri" panose="020F0502020204030204"/>
              <a:ea typeface="+mn-ea"/>
              <a:cs typeface="+mn-cs"/>
            </a:endParaRPr>
          </a:p>
        </p:txBody>
      </p:sp>
      <p:sp>
        <p:nvSpPr>
          <p:cNvPr id="25" name="S2w_fade_55"/>
          <p:cNvSpPr txBox="1"/>
          <p:nvPr/>
        </p:nvSpPr>
        <p:spPr>
          <a:xfrm>
            <a:off x="5974080" y="5644896"/>
            <a:ext cx="2804160" cy="268224"/>
          </a:xfrm>
          <a:prstGeom prst="rect">
            <a:avLst/>
          </a:prstGeom>
          <a:noFill/>
          <a:ln/>
        </p:spPr>
        <p:txBody>
          <a:bodyPr wrap="square" lIns="0" tIns="0" rIns="0" bIns="0" rtlCol="0" anchor="ctr"/>
          <a:lstStyle/>
          <a:p>
            <a:pPr algn="ctr" defTabSz="1219170">
              <a:buClrTx/>
            </a:pPr>
            <a:r>
              <a:rPr lang="en-US" sz="1467" kern="1200" dirty="0">
                <a:solidFill>
                  <a:srgbClr val="7A6F62"/>
                </a:solidFill>
                <a:latin typeface="Arial" pitchFamily="34" charset="0"/>
                <a:ea typeface="Arial" pitchFamily="34" charset="-122"/>
                <a:cs typeface="Arial" pitchFamily="34" charset="-120"/>
              </a:rPr>
              <a:t>có nhân quả</a:t>
            </a:r>
            <a:endParaRPr lang="en-US" sz="1467" kern="1200" dirty="0">
              <a:solidFill>
                <a:prstClr val="black"/>
              </a:solidFill>
              <a:latin typeface="Calibri" panose="020F0502020204030204"/>
              <a:ea typeface="+mn-ea"/>
              <a:cs typeface="+mn-cs"/>
            </a:endParaRPr>
          </a:p>
        </p:txBody>
      </p:sp>
      <p:sp>
        <p:nvSpPr>
          <p:cNvPr id="26" name="S3_zoom_56"/>
          <p:cNvSpPr txBox="1"/>
          <p:nvPr/>
        </p:nvSpPr>
        <p:spPr>
          <a:xfrm>
            <a:off x="8778240" y="2621280"/>
            <a:ext cx="2804160" cy="829056"/>
          </a:xfrm>
          <a:prstGeom prst="rect">
            <a:avLst/>
          </a:prstGeom>
          <a:noFill/>
          <a:ln/>
        </p:spPr>
        <p:txBody>
          <a:bodyPr wrap="square" lIns="0" tIns="0" rIns="0" bIns="0" rtlCol="0" anchor="ctr"/>
          <a:lstStyle/>
          <a:p>
            <a:pPr algn="ctr" defTabSz="1219170">
              <a:buClrTx/>
            </a:pPr>
            <a:r>
              <a:rPr lang="en-US" sz="3200" b="1" kern="1200" dirty="0">
                <a:solidFill>
                  <a:srgbClr val="C27B38"/>
                </a:solidFill>
                <a:latin typeface="Meiryo" pitchFamily="34" charset="0"/>
                <a:ea typeface="Meiryo" pitchFamily="34" charset="-122"/>
                <a:cs typeface="Meiryo" pitchFamily="34" charset="-120"/>
              </a:rPr>
              <a:t>○</a:t>
            </a:r>
            <a:endParaRPr lang="en-US" sz="3200" kern="1200" dirty="0">
              <a:solidFill>
                <a:prstClr val="black"/>
              </a:solidFill>
              <a:latin typeface="Calibri" panose="020F0502020204030204"/>
              <a:ea typeface="+mn-ea"/>
              <a:cs typeface="+mn-cs"/>
            </a:endParaRPr>
          </a:p>
        </p:txBody>
      </p:sp>
      <p:sp>
        <p:nvSpPr>
          <p:cNvPr id="27" name="S3_zoom_57"/>
          <p:cNvSpPr txBox="1"/>
          <p:nvPr/>
        </p:nvSpPr>
        <p:spPr>
          <a:xfrm>
            <a:off x="8778240" y="3450336"/>
            <a:ext cx="2804160" cy="829056"/>
          </a:xfrm>
          <a:prstGeom prst="rect">
            <a:avLst/>
          </a:prstGeom>
          <a:noFill/>
          <a:ln/>
        </p:spPr>
        <p:txBody>
          <a:bodyPr wrap="square" lIns="0" tIns="0" rIns="0" bIns="0" rtlCol="0" anchor="ctr"/>
          <a:lstStyle/>
          <a:p>
            <a:pPr algn="ctr" defTabSz="1219170">
              <a:buClrTx/>
            </a:pPr>
            <a:r>
              <a:rPr lang="en-US" sz="3200" b="1" kern="1200" dirty="0">
                <a:solidFill>
                  <a:srgbClr val="C27B38"/>
                </a:solidFill>
                <a:latin typeface="Meiryo" pitchFamily="34" charset="0"/>
                <a:ea typeface="Meiryo" pitchFamily="34" charset="-122"/>
                <a:cs typeface="Meiryo" pitchFamily="34" charset="-120"/>
              </a:rPr>
              <a:t>○</a:t>
            </a:r>
            <a:endParaRPr lang="en-US" sz="3200" kern="1200" dirty="0">
              <a:solidFill>
                <a:prstClr val="black"/>
              </a:solidFill>
              <a:latin typeface="Calibri" panose="020F0502020204030204"/>
              <a:ea typeface="+mn-ea"/>
              <a:cs typeface="+mn-cs"/>
            </a:endParaRPr>
          </a:p>
        </p:txBody>
      </p:sp>
      <p:sp>
        <p:nvSpPr>
          <p:cNvPr id="28" name="S3_zoom_58"/>
          <p:cNvSpPr txBox="1"/>
          <p:nvPr/>
        </p:nvSpPr>
        <p:spPr>
          <a:xfrm>
            <a:off x="8778240" y="4279392"/>
            <a:ext cx="2804160" cy="829056"/>
          </a:xfrm>
          <a:prstGeom prst="rect">
            <a:avLst/>
          </a:prstGeom>
          <a:noFill/>
          <a:ln/>
        </p:spPr>
        <p:txBody>
          <a:bodyPr wrap="square" lIns="0" tIns="0" rIns="0" bIns="0" rtlCol="0" anchor="ctr"/>
          <a:lstStyle/>
          <a:p>
            <a:pPr algn="ctr" defTabSz="1219170">
              <a:buClrTx/>
            </a:pPr>
            <a:r>
              <a:rPr lang="en-US" sz="3200" b="1" kern="1200" dirty="0">
                <a:solidFill>
                  <a:srgbClr val="C27B38"/>
                </a:solidFill>
                <a:latin typeface="Meiryo" pitchFamily="34" charset="0"/>
                <a:ea typeface="Meiryo" pitchFamily="34" charset="-122"/>
                <a:cs typeface="Meiryo" pitchFamily="34" charset="-120"/>
              </a:rPr>
              <a:t>○</a:t>
            </a:r>
            <a:endParaRPr lang="en-US" sz="3200" kern="1200" dirty="0">
              <a:solidFill>
                <a:prstClr val="black"/>
              </a:solidFill>
              <a:latin typeface="Calibri" panose="020F0502020204030204"/>
              <a:ea typeface="+mn-ea"/>
              <a:cs typeface="+mn-cs"/>
            </a:endParaRPr>
          </a:p>
        </p:txBody>
      </p:sp>
      <p:sp>
        <p:nvSpPr>
          <p:cNvPr id="29" name="S3_zoom_59"/>
          <p:cNvSpPr txBox="1"/>
          <p:nvPr/>
        </p:nvSpPr>
        <p:spPr>
          <a:xfrm>
            <a:off x="8778240" y="5108448"/>
            <a:ext cx="2804160" cy="829056"/>
          </a:xfrm>
          <a:prstGeom prst="rect">
            <a:avLst/>
          </a:prstGeom>
          <a:noFill/>
          <a:ln/>
        </p:spPr>
        <p:txBody>
          <a:bodyPr wrap="square" lIns="0" tIns="0" rIns="0" bIns="0" rtlCol="0" anchor="ctr"/>
          <a:lstStyle/>
          <a:p>
            <a:pPr algn="ctr" defTabSz="1219170">
              <a:buClrTx/>
            </a:pPr>
            <a:r>
              <a:rPr lang="en-US" sz="3200" b="1" kern="1200" dirty="0">
                <a:solidFill>
                  <a:srgbClr val="C27B38"/>
                </a:solidFill>
                <a:latin typeface="Meiryo" pitchFamily="34" charset="0"/>
                <a:ea typeface="Meiryo" pitchFamily="34" charset="-122"/>
                <a:cs typeface="Meiryo" pitchFamily="34" charset="-120"/>
              </a:rPr>
              <a:t>○</a:t>
            </a:r>
            <a:endParaRPr lang="en-US" sz="3200" kern="1200" dirty="0">
              <a:solidFill>
                <a:prstClr val="black"/>
              </a:solidFill>
              <a:latin typeface="Calibri" panose="020F0502020204030204"/>
              <a:ea typeface="+mn-ea"/>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400" fill="hold"/>
                                        <p:tgtEl>
                                          <p:spTgt spid="16"/>
                                        </p:tgtEl>
                                        <p:attrNameLst>
                                          <p:attrName>ppt_w</p:attrName>
                                        </p:attrNameLst>
                                      </p:cBhvr>
                                      <p:tavLst>
                                        <p:tav tm="0">
                                          <p:val>
                                            <p:fltVal val="0"/>
                                          </p:val>
                                        </p:tav>
                                        <p:tav tm="100000">
                                          <p:val>
                                            <p:strVal val="#ppt_w"/>
                                          </p:val>
                                        </p:tav>
                                      </p:tavLst>
                                    </p:anim>
                                    <p:anim calcmode="lin" valueType="num">
                                      <p:cBhvr additive="base">
                                        <p:cTn id="8" dur="400" fill="hold"/>
                                        <p:tgtEl>
                                          <p:spTgt spid="16"/>
                                        </p:tgtEl>
                                        <p:attrNameLst>
                                          <p:attrName>ppt_h</p:attrName>
                                        </p:attrNameLst>
                                      </p:cBhvr>
                                      <p:tavLst>
                                        <p:tav tm="0">
                                          <p:val>
                                            <p:fltVal val="0"/>
                                          </p:val>
                                        </p:tav>
                                        <p:tav tm="100000">
                                          <p:val>
                                            <p:strVal val="#ppt_h"/>
                                          </p:val>
                                        </p:tav>
                                      </p:tavLst>
                                    </p:anim>
                                    <p:animEffect transition="in" filter="fade">
                                      <p:cBhvr>
                                        <p:cTn id="9" dur="400"/>
                                        <p:tgtEl>
                                          <p:spTgt spid="16"/>
                                        </p:tgtEl>
                                      </p:cBhvr>
                                    </p:animEffect>
                                  </p:childTnLst>
                                </p:cTn>
                              </p:par>
                            </p:childTnLst>
                          </p:cTn>
                        </p:par>
                        <p:par>
                          <p:cTn id="10" fill="hold">
                            <p:stCondLst>
                              <p:cond delay="300"/>
                            </p:stCondLst>
                            <p:childTnLst>
                              <p:par>
                                <p:cTn id="11" presetID="53" presetClass="entr" presetSubtype="16"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400" fill="hold"/>
                                        <p:tgtEl>
                                          <p:spTgt spid="17"/>
                                        </p:tgtEl>
                                        <p:attrNameLst>
                                          <p:attrName>ppt_w</p:attrName>
                                        </p:attrNameLst>
                                      </p:cBhvr>
                                      <p:tavLst>
                                        <p:tav tm="0">
                                          <p:val>
                                            <p:fltVal val="0"/>
                                          </p:val>
                                        </p:tav>
                                        <p:tav tm="100000">
                                          <p:val>
                                            <p:strVal val="#ppt_w"/>
                                          </p:val>
                                        </p:tav>
                                      </p:tavLst>
                                    </p:anim>
                                    <p:anim calcmode="lin" valueType="num">
                                      <p:cBhvr additive="base">
                                        <p:cTn id="14" dur="400" fill="hold"/>
                                        <p:tgtEl>
                                          <p:spTgt spid="17"/>
                                        </p:tgtEl>
                                        <p:attrNameLst>
                                          <p:attrName>ppt_h</p:attrName>
                                        </p:attrNameLst>
                                      </p:cBhvr>
                                      <p:tavLst>
                                        <p:tav tm="0">
                                          <p:val>
                                            <p:fltVal val="0"/>
                                          </p:val>
                                        </p:tav>
                                        <p:tav tm="100000">
                                          <p:val>
                                            <p:strVal val="#ppt_h"/>
                                          </p:val>
                                        </p:tav>
                                      </p:tavLst>
                                    </p:anim>
                                    <p:animEffect transition="in" filter="fade">
                                      <p:cBhvr>
                                        <p:cTn id="15" dur="400"/>
                                        <p:tgtEl>
                                          <p:spTgt spid="17"/>
                                        </p:tgtEl>
                                      </p:cBhvr>
                                    </p:animEffect>
                                  </p:childTnLst>
                                </p:cTn>
                              </p:par>
                            </p:childTnLst>
                          </p:cTn>
                        </p:par>
                        <p:par>
                          <p:cTn id="16" fill="hold">
                            <p:stCondLst>
                              <p:cond delay="600"/>
                            </p:stCondLst>
                            <p:childTnLst>
                              <p:par>
                                <p:cTn id="17" presetID="53" presetClass="entr" presetSubtype="16"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400" fill="hold"/>
                                        <p:tgtEl>
                                          <p:spTgt spid="18"/>
                                        </p:tgtEl>
                                        <p:attrNameLst>
                                          <p:attrName>ppt_w</p:attrName>
                                        </p:attrNameLst>
                                      </p:cBhvr>
                                      <p:tavLst>
                                        <p:tav tm="0">
                                          <p:val>
                                            <p:fltVal val="0"/>
                                          </p:val>
                                        </p:tav>
                                        <p:tav tm="100000">
                                          <p:val>
                                            <p:strVal val="#ppt_w"/>
                                          </p:val>
                                        </p:tav>
                                      </p:tavLst>
                                    </p:anim>
                                    <p:anim calcmode="lin" valueType="num">
                                      <p:cBhvr additive="base">
                                        <p:cTn id="20" dur="400" fill="hold"/>
                                        <p:tgtEl>
                                          <p:spTgt spid="18"/>
                                        </p:tgtEl>
                                        <p:attrNameLst>
                                          <p:attrName>ppt_h</p:attrName>
                                        </p:attrNameLst>
                                      </p:cBhvr>
                                      <p:tavLst>
                                        <p:tav tm="0">
                                          <p:val>
                                            <p:fltVal val="0"/>
                                          </p:val>
                                        </p:tav>
                                        <p:tav tm="100000">
                                          <p:val>
                                            <p:strVal val="#ppt_h"/>
                                          </p:val>
                                        </p:tav>
                                      </p:tavLst>
                                    </p:anim>
                                    <p:animEffect transition="in" filter="fade">
                                      <p:cBhvr>
                                        <p:cTn id="21" dur="400"/>
                                        <p:tgtEl>
                                          <p:spTgt spid="18"/>
                                        </p:tgtEl>
                                      </p:cBhvr>
                                    </p:animEffect>
                                  </p:childTnLst>
                                </p:cTn>
                              </p:par>
                            </p:childTnLst>
                          </p:cTn>
                        </p:par>
                        <p:par>
                          <p:cTn id="22" fill="hold">
                            <p:stCondLst>
                              <p:cond delay="900"/>
                            </p:stCondLst>
                            <p:childTnLst>
                              <p:par>
                                <p:cTn id="23" presetID="53" presetClass="entr" presetSubtype="16"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400" fill="hold"/>
                                        <p:tgtEl>
                                          <p:spTgt spid="19"/>
                                        </p:tgtEl>
                                        <p:attrNameLst>
                                          <p:attrName>ppt_w</p:attrName>
                                        </p:attrNameLst>
                                      </p:cBhvr>
                                      <p:tavLst>
                                        <p:tav tm="0">
                                          <p:val>
                                            <p:fltVal val="0"/>
                                          </p:val>
                                        </p:tav>
                                        <p:tav tm="100000">
                                          <p:val>
                                            <p:strVal val="#ppt_w"/>
                                          </p:val>
                                        </p:tav>
                                      </p:tavLst>
                                    </p:anim>
                                    <p:anim calcmode="lin" valueType="num">
                                      <p:cBhvr additive="base">
                                        <p:cTn id="26" dur="400" fill="hold"/>
                                        <p:tgtEl>
                                          <p:spTgt spid="19"/>
                                        </p:tgtEl>
                                        <p:attrNameLst>
                                          <p:attrName>ppt_h</p:attrName>
                                        </p:attrNameLst>
                                      </p:cBhvr>
                                      <p:tavLst>
                                        <p:tav tm="0">
                                          <p:val>
                                            <p:fltVal val="0"/>
                                          </p:val>
                                        </p:tav>
                                        <p:tav tm="100000">
                                          <p:val>
                                            <p:strVal val="#ppt_h"/>
                                          </p:val>
                                        </p:tav>
                                      </p:tavLst>
                                    </p:anim>
                                    <p:animEffect transition="in" filter="fade">
                                      <p:cBhvr>
                                        <p:cTn id="27" dur="4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additive="base">
                                        <p:cTn id="32" dur="400" fill="hold"/>
                                        <p:tgtEl>
                                          <p:spTgt spid="20"/>
                                        </p:tgtEl>
                                        <p:attrNameLst>
                                          <p:attrName>ppt_w</p:attrName>
                                        </p:attrNameLst>
                                      </p:cBhvr>
                                      <p:tavLst>
                                        <p:tav tm="0">
                                          <p:val>
                                            <p:fltVal val="0"/>
                                          </p:val>
                                        </p:tav>
                                        <p:tav tm="100000">
                                          <p:val>
                                            <p:strVal val="#ppt_w"/>
                                          </p:val>
                                        </p:tav>
                                      </p:tavLst>
                                    </p:anim>
                                    <p:anim calcmode="lin" valueType="num">
                                      <p:cBhvr additive="base">
                                        <p:cTn id="33" dur="400" fill="hold"/>
                                        <p:tgtEl>
                                          <p:spTgt spid="20"/>
                                        </p:tgtEl>
                                        <p:attrNameLst>
                                          <p:attrName>ppt_h</p:attrName>
                                        </p:attrNameLst>
                                      </p:cBhvr>
                                      <p:tavLst>
                                        <p:tav tm="0">
                                          <p:val>
                                            <p:fltVal val="0"/>
                                          </p:val>
                                        </p:tav>
                                        <p:tav tm="100000">
                                          <p:val>
                                            <p:strVal val="#ppt_h"/>
                                          </p:val>
                                        </p:tav>
                                      </p:tavLst>
                                    </p:anim>
                                    <p:animEffect transition="in" filter="fade">
                                      <p:cBhvr>
                                        <p:cTn id="34" dur="4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00"/>
                                        <p:tgtEl>
                                          <p:spTgt spid="21"/>
                                        </p:tgtEl>
                                      </p:cBhvr>
                                    </p:animEffect>
                                  </p:childTnLst>
                                </p:cTn>
                              </p:par>
                            </p:childTnLst>
                          </p:cTn>
                        </p:par>
                        <p:par>
                          <p:cTn id="38" fill="hold">
                            <p:stCondLst>
                              <p:cond delay="300"/>
                            </p:stCondLst>
                            <p:childTnLst>
                              <p:par>
                                <p:cTn id="39" presetID="53" presetClass="entr" presetSubtype="16" fill="hold" grpId="0" nodeType="after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400" fill="hold"/>
                                        <p:tgtEl>
                                          <p:spTgt spid="22"/>
                                        </p:tgtEl>
                                        <p:attrNameLst>
                                          <p:attrName>ppt_w</p:attrName>
                                        </p:attrNameLst>
                                      </p:cBhvr>
                                      <p:tavLst>
                                        <p:tav tm="0">
                                          <p:val>
                                            <p:fltVal val="0"/>
                                          </p:val>
                                        </p:tav>
                                        <p:tav tm="100000">
                                          <p:val>
                                            <p:strVal val="#ppt_w"/>
                                          </p:val>
                                        </p:tav>
                                      </p:tavLst>
                                    </p:anim>
                                    <p:anim calcmode="lin" valueType="num">
                                      <p:cBhvr additive="base">
                                        <p:cTn id="42" dur="400" fill="hold"/>
                                        <p:tgtEl>
                                          <p:spTgt spid="22"/>
                                        </p:tgtEl>
                                        <p:attrNameLst>
                                          <p:attrName>ppt_h</p:attrName>
                                        </p:attrNameLst>
                                      </p:cBhvr>
                                      <p:tavLst>
                                        <p:tav tm="0">
                                          <p:val>
                                            <p:fltVal val="0"/>
                                          </p:val>
                                        </p:tav>
                                        <p:tav tm="100000">
                                          <p:val>
                                            <p:strVal val="#ppt_h"/>
                                          </p:val>
                                        </p:tav>
                                      </p:tavLst>
                                    </p:anim>
                                    <p:animEffect transition="in" filter="fade">
                                      <p:cBhvr>
                                        <p:cTn id="43" dur="400"/>
                                        <p:tgtEl>
                                          <p:spTgt spid="22"/>
                                        </p:tgtEl>
                                      </p:cBhvr>
                                    </p:animEffect>
                                  </p:childTnLst>
                                </p:cTn>
                              </p:par>
                            </p:childTnLst>
                          </p:cTn>
                        </p:par>
                        <p:par>
                          <p:cTn id="44" fill="hold">
                            <p:stCondLst>
                              <p:cond delay="600"/>
                            </p:stCondLst>
                            <p:childTnLst>
                              <p:par>
                                <p:cTn id="45" presetID="53" presetClass="entr" presetSubtype="16"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additive="base">
                                        <p:cTn id="47" dur="400" fill="hold"/>
                                        <p:tgtEl>
                                          <p:spTgt spid="23"/>
                                        </p:tgtEl>
                                        <p:attrNameLst>
                                          <p:attrName>ppt_w</p:attrName>
                                        </p:attrNameLst>
                                      </p:cBhvr>
                                      <p:tavLst>
                                        <p:tav tm="0">
                                          <p:val>
                                            <p:fltVal val="0"/>
                                          </p:val>
                                        </p:tav>
                                        <p:tav tm="100000">
                                          <p:val>
                                            <p:strVal val="#ppt_w"/>
                                          </p:val>
                                        </p:tav>
                                      </p:tavLst>
                                    </p:anim>
                                    <p:anim calcmode="lin" valueType="num">
                                      <p:cBhvr additive="base">
                                        <p:cTn id="48" dur="400" fill="hold"/>
                                        <p:tgtEl>
                                          <p:spTgt spid="23"/>
                                        </p:tgtEl>
                                        <p:attrNameLst>
                                          <p:attrName>ppt_h</p:attrName>
                                        </p:attrNameLst>
                                      </p:cBhvr>
                                      <p:tavLst>
                                        <p:tav tm="0">
                                          <p:val>
                                            <p:fltVal val="0"/>
                                          </p:val>
                                        </p:tav>
                                        <p:tav tm="100000">
                                          <p:val>
                                            <p:strVal val="#ppt_h"/>
                                          </p:val>
                                        </p:tav>
                                      </p:tavLst>
                                    </p:anim>
                                    <p:animEffect transition="in" filter="fade">
                                      <p:cBhvr>
                                        <p:cTn id="49" dur="400"/>
                                        <p:tgtEl>
                                          <p:spTgt spid="23"/>
                                        </p:tgtEl>
                                      </p:cBhvr>
                                    </p:animEffect>
                                  </p:childTnLst>
                                </p:cTn>
                              </p:par>
                            </p:childTnLst>
                          </p:cTn>
                        </p:par>
                        <p:par>
                          <p:cTn id="50" fill="hold">
                            <p:stCondLst>
                              <p:cond delay="900"/>
                            </p:stCondLst>
                            <p:childTnLst>
                              <p:par>
                                <p:cTn id="51" presetID="53" presetClass="entr" presetSubtype="16"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 calcmode="lin" valueType="num">
                                      <p:cBhvr additive="base">
                                        <p:cTn id="53" dur="400" fill="hold"/>
                                        <p:tgtEl>
                                          <p:spTgt spid="24"/>
                                        </p:tgtEl>
                                        <p:attrNameLst>
                                          <p:attrName>ppt_w</p:attrName>
                                        </p:attrNameLst>
                                      </p:cBhvr>
                                      <p:tavLst>
                                        <p:tav tm="0">
                                          <p:val>
                                            <p:fltVal val="0"/>
                                          </p:val>
                                        </p:tav>
                                        <p:tav tm="100000">
                                          <p:val>
                                            <p:strVal val="#ppt_w"/>
                                          </p:val>
                                        </p:tav>
                                      </p:tavLst>
                                    </p:anim>
                                    <p:anim calcmode="lin" valueType="num">
                                      <p:cBhvr additive="base">
                                        <p:cTn id="54" dur="400" fill="hold"/>
                                        <p:tgtEl>
                                          <p:spTgt spid="24"/>
                                        </p:tgtEl>
                                        <p:attrNameLst>
                                          <p:attrName>ppt_h</p:attrName>
                                        </p:attrNameLst>
                                      </p:cBhvr>
                                      <p:tavLst>
                                        <p:tav tm="0">
                                          <p:val>
                                            <p:fltVal val="0"/>
                                          </p:val>
                                        </p:tav>
                                        <p:tav tm="100000">
                                          <p:val>
                                            <p:strVal val="#ppt_h"/>
                                          </p:val>
                                        </p:tav>
                                      </p:tavLst>
                                    </p:anim>
                                    <p:animEffect transition="in" filter="fade">
                                      <p:cBhvr>
                                        <p:cTn id="55" dur="40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 calcmode="lin" valueType="num">
                                      <p:cBhvr additive="base">
                                        <p:cTn id="63" dur="400" fill="hold"/>
                                        <p:tgtEl>
                                          <p:spTgt spid="26"/>
                                        </p:tgtEl>
                                        <p:attrNameLst>
                                          <p:attrName>ppt_w</p:attrName>
                                        </p:attrNameLst>
                                      </p:cBhvr>
                                      <p:tavLst>
                                        <p:tav tm="0">
                                          <p:val>
                                            <p:fltVal val="0"/>
                                          </p:val>
                                        </p:tav>
                                        <p:tav tm="100000">
                                          <p:val>
                                            <p:strVal val="#ppt_w"/>
                                          </p:val>
                                        </p:tav>
                                      </p:tavLst>
                                    </p:anim>
                                    <p:anim calcmode="lin" valueType="num">
                                      <p:cBhvr additive="base">
                                        <p:cTn id="64" dur="400" fill="hold"/>
                                        <p:tgtEl>
                                          <p:spTgt spid="26"/>
                                        </p:tgtEl>
                                        <p:attrNameLst>
                                          <p:attrName>ppt_h</p:attrName>
                                        </p:attrNameLst>
                                      </p:cBhvr>
                                      <p:tavLst>
                                        <p:tav tm="0">
                                          <p:val>
                                            <p:fltVal val="0"/>
                                          </p:val>
                                        </p:tav>
                                        <p:tav tm="100000">
                                          <p:val>
                                            <p:strVal val="#ppt_h"/>
                                          </p:val>
                                        </p:tav>
                                      </p:tavLst>
                                    </p:anim>
                                    <p:animEffect transition="in" filter="fade">
                                      <p:cBhvr>
                                        <p:cTn id="65" dur="400"/>
                                        <p:tgtEl>
                                          <p:spTgt spid="26"/>
                                        </p:tgtEl>
                                      </p:cBhvr>
                                    </p:animEffect>
                                  </p:childTnLst>
                                </p:cTn>
                              </p:par>
                            </p:childTnLst>
                          </p:cTn>
                        </p:par>
                        <p:par>
                          <p:cTn id="66" fill="hold">
                            <p:stCondLst>
                              <p:cond delay="300"/>
                            </p:stCondLst>
                            <p:childTnLst>
                              <p:par>
                                <p:cTn id="67" presetID="53" presetClass="entr" presetSubtype="16" fill="hold" grpId="0" nodeType="afterEffect">
                                  <p:stCondLst>
                                    <p:cond delay="0"/>
                                  </p:stCondLst>
                                  <p:childTnLst>
                                    <p:set>
                                      <p:cBhvr>
                                        <p:cTn id="68" dur="1" fill="hold">
                                          <p:stCondLst>
                                            <p:cond delay="0"/>
                                          </p:stCondLst>
                                        </p:cTn>
                                        <p:tgtEl>
                                          <p:spTgt spid="27"/>
                                        </p:tgtEl>
                                        <p:attrNameLst>
                                          <p:attrName>style.visibility</p:attrName>
                                        </p:attrNameLst>
                                      </p:cBhvr>
                                      <p:to>
                                        <p:strVal val="visible"/>
                                      </p:to>
                                    </p:set>
                                    <p:anim calcmode="lin" valueType="num">
                                      <p:cBhvr additive="base">
                                        <p:cTn id="69" dur="400" fill="hold"/>
                                        <p:tgtEl>
                                          <p:spTgt spid="27"/>
                                        </p:tgtEl>
                                        <p:attrNameLst>
                                          <p:attrName>ppt_w</p:attrName>
                                        </p:attrNameLst>
                                      </p:cBhvr>
                                      <p:tavLst>
                                        <p:tav tm="0">
                                          <p:val>
                                            <p:fltVal val="0"/>
                                          </p:val>
                                        </p:tav>
                                        <p:tav tm="100000">
                                          <p:val>
                                            <p:strVal val="#ppt_w"/>
                                          </p:val>
                                        </p:tav>
                                      </p:tavLst>
                                    </p:anim>
                                    <p:anim calcmode="lin" valueType="num">
                                      <p:cBhvr additive="base">
                                        <p:cTn id="70" dur="400" fill="hold"/>
                                        <p:tgtEl>
                                          <p:spTgt spid="27"/>
                                        </p:tgtEl>
                                        <p:attrNameLst>
                                          <p:attrName>ppt_h</p:attrName>
                                        </p:attrNameLst>
                                      </p:cBhvr>
                                      <p:tavLst>
                                        <p:tav tm="0">
                                          <p:val>
                                            <p:fltVal val="0"/>
                                          </p:val>
                                        </p:tav>
                                        <p:tav tm="100000">
                                          <p:val>
                                            <p:strVal val="#ppt_h"/>
                                          </p:val>
                                        </p:tav>
                                      </p:tavLst>
                                    </p:anim>
                                    <p:animEffect transition="in" filter="fade">
                                      <p:cBhvr>
                                        <p:cTn id="71" dur="400"/>
                                        <p:tgtEl>
                                          <p:spTgt spid="27"/>
                                        </p:tgtEl>
                                      </p:cBhvr>
                                    </p:animEffect>
                                  </p:childTnLst>
                                </p:cTn>
                              </p:par>
                            </p:childTnLst>
                          </p:cTn>
                        </p:par>
                        <p:par>
                          <p:cTn id="72" fill="hold">
                            <p:stCondLst>
                              <p:cond delay="600"/>
                            </p:stCondLst>
                            <p:childTnLst>
                              <p:par>
                                <p:cTn id="73" presetID="53" presetClass="entr" presetSubtype="16" fill="hold" grpId="0" nodeType="afterEffect">
                                  <p:stCondLst>
                                    <p:cond delay="0"/>
                                  </p:stCondLst>
                                  <p:childTnLst>
                                    <p:set>
                                      <p:cBhvr>
                                        <p:cTn id="74" dur="1" fill="hold">
                                          <p:stCondLst>
                                            <p:cond delay="0"/>
                                          </p:stCondLst>
                                        </p:cTn>
                                        <p:tgtEl>
                                          <p:spTgt spid="28"/>
                                        </p:tgtEl>
                                        <p:attrNameLst>
                                          <p:attrName>style.visibility</p:attrName>
                                        </p:attrNameLst>
                                      </p:cBhvr>
                                      <p:to>
                                        <p:strVal val="visible"/>
                                      </p:to>
                                    </p:set>
                                    <p:anim calcmode="lin" valueType="num">
                                      <p:cBhvr additive="base">
                                        <p:cTn id="75" dur="400" fill="hold"/>
                                        <p:tgtEl>
                                          <p:spTgt spid="28"/>
                                        </p:tgtEl>
                                        <p:attrNameLst>
                                          <p:attrName>ppt_w</p:attrName>
                                        </p:attrNameLst>
                                      </p:cBhvr>
                                      <p:tavLst>
                                        <p:tav tm="0">
                                          <p:val>
                                            <p:fltVal val="0"/>
                                          </p:val>
                                        </p:tav>
                                        <p:tav tm="100000">
                                          <p:val>
                                            <p:strVal val="#ppt_w"/>
                                          </p:val>
                                        </p:tav>
                                      </p:tavLst>
                                    </p:anim>
                                    <p:anim calcmode="lin" valueType="num">
                                      <p:cBhvr additive="base">
                                        <p:cTn id="76" dur="400" fill="hold"/>
                                        <p:tgtEl>
                                          <p:spTgt spid="28"/>
                                        </p:tgtEl>
                                        <p:attrNameLst>
                                          <p:attrName>ppt_h</p:attrName>
                                        </p:attrNameLst>
                                      </p:cBhvr>
                                      <p:tavLst>
                                        <p:tav tm="0">
                                          <p:val>
                                            <p:fltVal val="0"/>
                                          </p:val>
                                        </p:tav>
                                        <p:tav tm="100000">
                                          <p:val>
                                            <p:strVal val="#ppt_h"/>
                                          </p:val>
                                        </p:tav>
                                      </p:tavLst>
                                    </p:anim>
                                    <p:animEffect transition="in" filter="fade">
                                      <p:cBhvr>
                                        <p:cTn id="77" dur="400"/>
                                        <p:tgtEl>
                                          <p:spTgt spid="28"/>
                                        </p:tgtEl>
                                      </p:cBhvr>
                                    </p:animEffect>
                                  </p:childTnLst>
                                </p:cTn>
                              </p:par>
                            </p:childTnLst>
                          </p:cTn>
                        </p:par>
                        <p:par>
                          <p:cTn id="78" fill="hold">
                            <p:stCondLst>
                              <p:cond delay="900"/>
                            </p:stCondLst>
                            <p:childTnLst>
                              <p:par>
                                <p:cTn id="79" presetID="53" presetClass="entr" presetSubtype="16" fill="hold" grpId="0" nodeType="afterEffect">
                                  <p:stCondLst>
                                    <p:cond delay="0"/>
                                  </p:stCondLst>
                                  <p:childTnLst>
                                    <p:set>
                                      <p:cBhvr>
                                        <p:cTn id="80" dur="1" fill="hold">
                                          <p:stCondLst>
                                            <p:cond delay="0"/>
                                          </p:stCondLst>
                                        </p:cTn>
                                        <p:tgtEl>
                                          <p:spTgt spid="29"/>
                                        </p:tgtEl>
                                        <p:attrNameLst>
                                          <p:attrName>style.visibility</p:attrName>
                                        </p:attrNameLst>
                                      </p:cBhvr>
                                      <p:to>
                                        <p:strVal val="visible"/>
                                      </p:to>
                                    </p:set>
                                    <p:anim calcmode="lin" valueType="num">
                                      <p:cBhvr additive="base">
                                        <p:cTn id="81" dur="400" fill="hold"/>
                                        <p:tgtEl>
                                          <p:spTgt spid="29"/>
                                        </p:tgtEl>
                                        <p:attrNameLst>
                                          <p:attrName>ppt_w</p:attrName>
                                        </p:attrNameLst>
                                      </p:cBhvr>
                                      <p:tavLst>
                                        <p:tav tm="0">
                                          <p:val>
                                            <p:fltVal val="0"/>
                                          </p:val>
                                        </p:tav>
                                        <p:tav tm="100000">
                                          <p:val>
                                            <p:strVal val="#ppt_w"/>
                                          </p:val>
                                        </p:tav>
                                      </p:tavLst>
                                    </p:anim>
                                    <p:anim calcmode="lin" valueType="num">
                                      <p:cBhvr additive="base">
                                        <p:cTn id="82" dur="400" fill="hold"/>
                                        <p:tgtEl>
                                          <p:spTgt spid="29"/>
                                        </p:tgtEl>
                                        <p:attrNameLst>
                                          <p:attrName>ppt_h</p:attrName>
                                        </p:attrNameLst>
                                      </p:cBhvr>
                                      <p:tavLst>
                                        <p:tav tm="0">
                                          <p:val>
                                            <p:fltVal val="0"/>
                                          </p:val>
                                        </p:tav>
                                        <p:tav tm="100000">
                                          <p:val>
                                            <p:strVal val="#ppt_h"/>
                                          </p:val>
                                        </p:tav>
                                      </p:tavLst>
                                    </p:anim>
                                    <p:animEffect transition="in" filter="fade">
                                      <p:cBhvr>
                                        <p:cTn id="83"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4F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27306B"/>
                </a:solidFill>
                <a:latin typeface="Meiryo" pitchFamily="34" charset="0"/>
                <a:ea typeface="Meiryo" pitchFamily="34" charset="-122"/>
                <a:cs typeface="Meiryo" pitchFamily="34" charset="-120"/>
              </a:rPr>
              <a:t>① 一緒にする ＝ cùng với ai</a:t>
            </a:r>
            <a:endParaRPr lang="en-US" sz="3467" kern="1200" dirty="0">
              <a:solidFill>
                <a:prstClr val="black"/>
              </a:solidFill>
              <a:latin typeface="Calibri" panose="020F0502020204030204"/>
              <a:ea typeface="+mn-ea"/>
              <a:cs typeface="+mn-cs"/>
            </a:endParaRPr>
          </a:p>
        </p:txBody>
      </p:sp>
      <p:sp>
        <p:nvSpPr>
          <p:cNvPr id="4" name="S1_rise_61"/>
          <p:cNvSpPr/>
          <p:nvPr/>
        </p:nvSpPr>
        <p:spPr>
          <a:xfrm>
            <a:off x="609600" y="1767840"/>
            <a:ext cx="10972800" cy="1158240"/>
          </a:xfrm>
          <a:prstGeom prst="roundRect">
            <a:avLst>
              <a:gd name="adj" fmla="val 8421"/>
            </a:avLst>
          </a:prstGeom>
          <a:solidFill>
            <a:srgbClr val="FFFFFF"/>
          </a:solidFill>
          <a:ln w="12700">
            <a:solidFill>
              <a:srgbClr val="D6DBF5"/>
            </a:solidFill>
            <a:prstDash val="solid"/>
          </a:ln>
          <a:effectLst>
            <a:outerShdw blurRad="76200" dist="25400" dir="5400000" algn="bl" rotWithShape="0">
              <a:srgbClr val="000000">
                <a:alpha val="12000"/>
              </a:srgbClr>
            </a:outerShdw>
          </a:effectLst>
        </p:spPr>
      </p:sp>
      <p:sp>
        <p:nvSpPr>
          <p:cNvPr id="5" name="S1w_rise_62"/>
          <p:cNvSpPr txBox="1"/>
          <p:nvPr/>
        </p:nvSpPr>
        <p:spPr>
          <a:xfrm>
            <a:off x="1767840" y="1889760"/>
            <a:ext cx="9570720" cy="602285"/>
          </a:xfrm>
          <a:prstGeom prst="rect">
            <a:avLst/>
          </a:prstGeom>
          <a:noFill/>
          <a:ln/>
        </p:spPr>
        <p:txBody>
          <a:bodyPr wrap="square" lIns="0" tIns="0" rIns="0" bIns="0" rtlCol="0" anchor="ctr"/>
          <a:lstStyle/>
          <a:p>
            <a:pPr defTabSz="1219170">
              <a:buClrTx/>
            </a:pPr>
            <a:r>
              <a:rPr lang="en-US" sz="2667" kern="1200" dirty="0">
                <a:solidFill>
                  <a:srgbClr val="27306B"/>
                </a:solidFill>
                <a:latin typeface="Meiryo" pitchFamily="34" charset="0"/>
                <a:ea typeface="Meiryo" pitchFamily="34" charset="-122"/>
                <a:cs typeface="Meiryo" pitchFamily="34" charset="-120"/>
              </a:rPr>
              <a:t>家族</a:t>
            </a:r>
            <a:r>
              <a:rPr lang="en-US" sz="2667" b="1" kern="1200" dirty="0">
                <a:solidFill>
                  <a:srgbClr val="C98A00"/>
                </a:solidFill>
                <a:latin typeface="Meiryo" pitchFamily="34" charset="0"/>
                <a:ea typeface="Meiryo" pitchFamily="34" charset="-122"/>
                <a:cs typeface="Meiryo" pitchFamily="34" charset="-120"/>
              </a:rPr>
              <a:t>とともに</a:t>
            </a:r>
            <a:r>
              <a:rPr lang="en-US" sz="2667" kern="1200" dirty="0">
                <a:solidFill>
                  <a:srgbClr val="27306B"/>
                </a:solidFill>
                <a:latin typeface="Meiryo" pitchFamily="34" charset="0"/>
                <a:ea typeface="Meiryo" pitchFamily="34" charset="-122"/>
                <a:cs typeface="Meiryo" pitchFamily="34" charset="-120"/>
              </a:rPr>
              <a:t>日本で暮らしています。</a:t>
            </a:r>
            <a:endParaRPr lang="en-US" sz="2667" kern="1200" dirty="0">
              <a:solidFill>
                <a:prstClr val="black"/>
              </a:solidFill>
              <a:latin typeface="Calibri" panose="020F0502020204030204"/>
              <a:ea typeface="+mn-ea"/>
              <a:cs typeface="+mn-cs"/>
            </a:endParaRPr>
          </a:p>
        </p:txBody>
      </p:sp>
      <p:sp>
        <p:nvSpPr>
          <p:cNvPr id="6" name="S1w_rise_63"/>
          <p:cNvSpPr txBox="1"/>
          <p:nvPr/>
        </p:nvSpPr>
        <p:spPr>
          <a:xfrm>
            <a:off x="1767840" y="2404872"/>
            <a:ext cx="9570720" cy="440131"/>
          </a:xfrm>
          <a:prstGeom prst="rect">
            <a:avLst/>
          </a:prstGeom>
          <a:noFill/>
          <a:ln/>
        </p:spPr>
        <p:txBody>
          <a:bodyPr wrap="square" lIns="0" tIns="0" rIns="0" bIns="0" rtlCol="0" anchor="t"/>
          <a:lstStyle/>
          <a:p>
            <a:pPr defTabSz="1219170">
              <a:buClrTx/>
            </a:pPr>
            <a:r>
              <a:rPr lang="en-US" sz="1867" kern="1200" dirty="0">
                <a:solidFill>
                  <a:srgbClr val="6B7280"/>
                </a:solidFill>
                <a:latin typeface="Arial" pitchFamily="34" charset="0"/>
                <a:ea typeface="Arial" pitchFamily="34" charset="-122"/>
                <a:cs typeface="Arial" pitchFamily="34" charset="-120"/>
              </a:rPr>
              <a:t>Tôi sống ở Nhật cùng với gia đình.</a:t>
            </a:r>
            <a:endParaRPr lang="en-US" sz="1867" kern="1200" dirty="0">
              <a:solidFill>
                <a:prstClr val="black"/>
              </a:solidFill>
              <a:latin typeface="Calibri" panose="020F0502020204030204"/>
              <a:ea typeface="+mn-ea"/>
              <a:cs typeface="+mn-cs"/>
            </a:endParaRPr>
          </a:p>
        </p:txBody>
      </p:sp>
      <p:sp>
        <p:nvSpPr>
          <p:cNvPr id="7" name="S1_zoom_64"/>
          <p:cNvSpPr/>
          <p:nvPr/>
        </p:nvSpPr>
        <p:spPr>
          <a:xfrm>
            <a:off x="877824" y="2042160"/>
            <a:ext cx="609600" cy="609600"/>
          </a:xfrm>
          <a:prstGeom prst="ellipse">
            <a:avLst>
              <a:gd name="adj" fmla="val 16000"/>
            </a:avLst>
          </a:prstGeom>
          <a:solidFill>
            <a:srgbClr val="2A9D8F"/>
          </a:solidFill>
          <a:ln w="12700">
            <a:solidFill>
              <a:srgbClr val="2A9D8F"/>
            </a:solidFill>
            <a:prstDash val="solid"/>
          </a:ln>
        </p:spPr>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4F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27306B"/>
                </a:solidFill>
                <a:latin typeface="Meiryo" pitchFamily="34" charset="0"/>
                <a:ea typeface="Meiryo" pitchFamily="34" charset="-122"/>
                <a:cs typeface="Meiryo" pitchFamily="34" charset="-120"/>
              </a:rPr>
              <a:t>② 同時に起きる ＝ xảy ra cùng lúc</a:t>
            </a:r>
            <a:endParaRPr lang="en-US" sz="3467" kern="1200" dirty="0">
              <a:solidFill>
                <a:prstClr val="black"/>
              </a:solidFill>
              <a:latin typeface="Calibri" panose="020F0502020204030204"/>
              <a:ea typeface="+mn-ea"/>
              <a:cs typeface="+mn-cs"/>
            </a:endParaRPr>
          </a:p>
        </p:txBody>
      </p:sp>
      <p:sp>
        <p:nvSpPr>
          <p:cNvPr id="3" name="Text 1"/>
          <p:cNvSpPr txBox="1"/>
          <p:nvPr/>
        </p:nvSpPr>
        <p:spPr>
          <a:xfrm>
            <a:off x="609600" y="1072896"/>
            <a:ext cx="10972800" cy="487680"/>
          </a:xfrm>
          <a:prstGeom prst="rect">
            <a:avLst/>
          </a:prstGeom>
          <a:noFill/>
          <a:ln/>
        </p:spPr>
        <p:txBody>
          <a:bodyPr wrap="square" lIns="0" tIns="0" rIns="0" bIns="0" rtlCol="0" anchor="ctr"/>
          <a:lstStyle/>
          <a:p>
            <a:pPr defTabSz="1219170">
              <a:buClrTx/>
            </a:pPr>
            <a:r>
              <a:rPr lang="en-US" sz="2000" kern="1200" dirty="0">
                <a:solidFill>
                  <a:srgbClr val="6B7280"/>
                </a:solidFill>
                <a:latin typeface="Arial" pitchFamily="34" charset="0"/>
                <a:ea typeface="Arial" pitchFamily="34" charset="-122"/>
                <a:cs typeface="Arial" pitchFamily="34" charset="-120"/>
              </a:rPr>
              <a:t>とともに hay に伴って?  →  Có quan hệ NHÂN QUẢ không?</a:t>
            </a:r>
            <a:endParaRPr lang="en-US" sz="2000" kern="1200" dirty="0">
              <a:solidFill>
                <a:prstClr val="black"/>
              </a:solidFill>
              <a:latin typeface="Calibri" panose="020F0502020204030204"/>
              <a:ea typeface="+mn-ea"/>
              <a:cs typeface="+mn-cs"/>
            </a:endParaRPr>
          </a:p>
        </p:txBody>
      </p:sp>
      <p:sp>
        <p:nvSpPr>
          <p:cNvPr id="4" name="S1_rise_77"/>
          <p:cNvSpPr/>
          <p:nvPr/>
        </p:nvSpPr>
        <p:spPr>
          <a:xfrm>
            <a:off x="609600" y="1828800"/>
            <a:ext cx="5364480" cy="4023360"/>
          </a:xfrm>
          <a:prstGeom prst="roundRect">
            <a:avLst>
              <a:gd name="adj" fmla="val 3636"/>
            </a:avLst>
          </a:prstGeom>
          <a:solidFill>
            <a:srgbClr val="FFFFFF"/>
          </a:solidFill>
          <a:ln w="25400">
            <a:solidFill>
              <a:srgbClr val="F3B61F"/>
            </a:solidFill>
            <a:prstDash val="solid"/>
          </a:ln>
          <a:effectLst>
            <a:outerShdw blurRad="76200" dist="25400" dir="5400000" algn="bl" rotWithShape="0">
              <a:srgbClr val="000000">
                <a:alpha val="12000"/>
              </a:srgbClr>
            </a:outerShdw>
          </a:effectLst>
        </p:spPr>
      </p:sp>
      <p:sp>
        <p:nvSpPr>
          <p:cNvPr id="5" name="S1w_rise_78"/>
          <p:cNvSpPr/>
          <p:nvPr/>
        </p:nvSpPr>
        <p:spPr>
          <a:xfrm>
            <a:off x="914400" y="2072640"/>
            <a:ext cx="2316480" cy="670560"/>
          </a:xfrm>
          <a:prstGeom prst="roundRect">
            <a:avLst>
              <a:gd name="adj" fmla="val 49091"/>
            </a:avLst>
          </a:prstGeom>
          <a:solidFill>
            <a:srgbClr val="F3B61F"/>
          </a:solidFill>
          <a:ln w="12700">
            <a:solidFill>
              <a:srgbClr val="F3B61F"/>
            </a:solidFill>
            <a:prstDash val="solid"/>
          </a:ln>
        </p:spPr>
      </p:sp>
      <p:sp>
        <p:nvSpPr>
          <p:cNvPr id="6" name="S1w_rise_79"/>
          <p:cNvSpPr txBox="1"/>
          <p:nvPr/>
        </p:nvSpPr>
        <p:spPr>
          <a:xfrm>
            <a:off x="914400" y="2072640"/>
            <a:ext cx="2316480" cy="670560"/>
          </a:xfrm>
          <a:prstGeom prst="rect">
            <a:avLst/>
          </a:prstGeom>
          <a:noFill/>
          <a:ln/>
        </p:spPr>
        <p:txBody>
          <a:bodyPr wrap="square" lIns="0" tIns="0" rIns="0" bIns="0" rtlCol="0" anchor="ctr"/>
          <a:lstStyle/>
          <a:p>
            <a:pPr algn="ctr" defTabSz="1219170">
              <a:buClrTx/>
            </a:pPr>
            <a:r>
              <a:rPr lang="en-US" sz="2400" b="1" kern="1200" dirty="0">
                <a:solidFill>
                  <a:srgbClr val="FFFFFF"/>
                </a:solidFill>
                <a:latin typeface="Meiryo" pitchFamily="34" charset="0"/>
                <a:ea typeface="Meiryo" pitchFamily="34" charset="-122"/>
                <a:cs typeface="Meiryo" pitchFamily="34" charset="-120"/>
              </a:rPr>
              <a:t>とともに</a:t>
            </a:r>
            <a:endParaRPr lang="en-US" sz="2400" kern="1200" dirty="0">
              <a:solidFill>
                <a:prstClr val="black"/>
              </a:solidFill>
              <a:latin typeface="Calibri" panose="020F0502020204030204"/>
              <a:ea typeface="+mn-ea"/>
              <a:cs typeface="+mn-cs"/>
            </a:endParaRPr>
          </a:p>
        </p:txBody>
      </p:sp>
      <p:sp>
        <p:nvSpPr>
          <p:cNvPr id="7" name="S1w_rise_80"/>
          <p:cNvSpPr txBox="1"/>
          <p:nvPr/>
        </p:nvSpPr>
        <p:spPr>
          <a:xfrm>
            <a:off x="3413760" y="2011680"/>
            <a:ext cx="2377440" cy="853440"/>
          </a:xfrm>
          <a:prstGeom prst="rect">
            <a:avLst/>
          </a:prstGeom>
          <a:noFill/>
          <a:ln/>
        </p:spPr>
        <p:txBody>
          <a:bodyPr wrap="square" lIns="0" tIns="0" rIns="0" bIns="0" rtlCol="0" anchor="ctr"/>
          <a:lstStyle/>
          <a:p>
            <a:pPr defTabSz="1219170">
              <a:buClrTx/>
            </a:pPr>
            <a:r>
              <a:rPr lang="en-US" sz="1733" b="1" kern="1200" dirty="0">
                <a:solidFill>
                  <a:srgbClr val="27306B"/>
                </a:solidFill>
                <a:latin typeface="Arial" pitchFamily="34" charset="0"/>
                <a:ea typeface="Arial" pitchFamily="34" charset="-122"/>
                <a:cs typeface="Arial" pitchFamily="34" charset="-120"/>
              </a:rPr>
              <a:t>Chỉ cùng lúc</a:t>
            </a:r>
            <a:endParaRPr lang="en-US" sz="1733" kern="1200" dirty="0">
              <a:solidFill>
                <a:prstClr val="black"/>
              </a:solidFill>
              <a:latin typeface="Calibri" panose="020F0502020204030204"/>
              <a:ea typeface="+mn-ea"/>
              <a:cs typeface="+mn-cs"/>
            </a:endParaRPr>
          </a:p>
          <a:p>
            <a:pPr defTabSz="1219170">
              <a:buClrTx/>
            </a:pPr>
            <a:r>
              <a:rPr lang="en-US" sz="1733" b="1" kern="1200" dirty="0">
                <a:solidFill>
                  <a:srgbClr val="27306B"/>
                </a:solidFill>
                <a:latin typeface="Arial" pitchFamily="34" charset="0"/>
                <a:ea typeface="Arial" pitchFamily="34" charset="-122"/>
                <a:cs typeface="Arial" pitchFamily="34" charset="-120"/>
              </a:rPr>
              <a:t>(không nhân quả)</a:t>
            </a:r>
            <a:endParaRPr lang="en-US" sz="1733" kern="1200" dirty="0">
              <a:solidFill>
                <a:prstClr val="black"/>
              </a:solidFill>
              <a:latin typeface="Calibri" panose="020F0502020204030204"/>
              <a:ea typeface="+mn-ea"/>
              <a:cs typeface="+mn-cs"/>
            </a:endParaRPr>
          </a:p>
        </p:txBody>
      </p:sp>
      <p:sp>
        <p:nvSpPr>
          <p:cNvPr id="8" name="S1_fade_81"/>
          <p:cNvSpPr txBox="1"/>
          <p:nvPr/>
        </p:nvSpPr>
        <p:spPr>
          <a:xfrm>
            <a:off x="914400" y="3108960"/>
            <a:ext cx="4754880" cy="1219200"/>
          </a:xfrm>
          <a:prstGeom prst="rect">
            <a:avLst/>
          </a:prstGeom>
          <a:noFill/>
          <a:ln/>
        </p:spPr>
        <p:txBody>
          <a:bodyPr wrap="square" lIns="0" tIns="0" rIns="0" bIns="0" rtlCol="0" anchor="ctr"/>
          <a:lstStyle/>
          <a:p>
            <a:pPr defTabSz="1219170">
              <a:buClrTx/>
            </a:pPr>
            <a:r>
              <a:rPr lang="en-US" sz="2533" kern="1200" dirty="0">
                <a:solidFill>
                  <a:srgbClr val="27306B"/>
                </a:solidFill>
                <a:latin typeface="Meiryo" pitchFamily="34" charset="0"/>
                <a:ea typeface="Meiryo" pitchFamily="34" charset="-122"/>
                <a:cs typeface="Meiryo" pitchFamily="34" charset="-120"/>
              </a:rPr>
              <a:t>大学の卒業</a:t>
            </a:r>
            <a:r>
              <a:rPr lang="en-US" sz="2533" b="1" kern="1200" dirty="0">
                <a:solidFill>
                  <a:srgbClr val="C98A00"/>
                </a:solidFill>
                <a:latin typeface="Meiryo" pitchFamily="34" charset="0"/>
                <a:ea typeface="Meiryo" pitchFamily="34" charset="-122"/>
                <a:cs typeface="Meiryo" pitchFamily="34" charset="-120"/>
              </a:rPr>
              <a:t>とともに</a:t>
            </a:r>
            <a:r>
              <a:rPr lang="en-US" sz="2533" kern="1200" dirty="0">
                <a:solidFill>
                  <a:srgbClr val="27306B"/>
                </a:solidFill>
                <a:latin typeface="Meiryo" pitchFamily="34" charset="0"/>
                <a:ea typeface="Meiryo" pitchFamily="34" charset="-122"/>
                <a:cs typeface="Meiryo" pitchFamily="34" charset="-120"/>
              </a:rPr>
              <a:t>帰国した。</a:t>
            </a:r>
            <a:endParaRPr lang="en-US" sz="2533" kern="1200" dirty="0">
              <a:solidFill>
                <a:prstClr val="black"/>
              </a:solidFill>
              <a:latin typeface="Calibri" panose="020F0502020204030204"/>
              <a:ea typeface="+mn-ea"/>
              <a:cs typeface="+mn-cs"/>
            </a:endParaRPr>
          </a:p>
        </p:txBody>
      </p:sp>
      <p:sp>
        <p:nvSpPr>
          <p:cNvPr id="9" name="S1_fade_82"/>
          <p:cNvSpPr txBox="1"/>
          <p:nvPr/>
        </p:nvSpPr>
        <p:spPr>
          <a:xfrm>
            <a:off x="914400" y="4389120"/>
            <a:ext cx="4754880" cy="1219200"/>
          </a:xfrm>
          <a:prstGeom prst="rect">
            <a:avLst/>
          </a:prstGeom>
          <a:noFill/>
          <a:ln/>
        </p:spPr>
        <p:txBody>
          <a:bodyPr wrap="square" lIns="0" tIns="0" rIns="0" bIns="0" rtlCol="0" anchor="t"/>
          <a:lstStyle/>
          <a:p>
            <a:pPr defTabSz="1219170">
              <a:buClrTx/>
            </a:pPr>
            <a:r>
              <a:rPr lang="en-US" sz="1867" kern="1200" dirty="0">
                <a:solidFill>
                  <a:srgbClr val="6B7280"/>
                </a:solidFill>
                <a:latin typeface="Arial" pitchFamily="34" charset="0"/>
                <a:ea typeface="Arial" pitchFamily="34" charset="-122"/>
                <a:cs typeface="Arial" pitchFamily="34" charset="-120"/>
              </a:rPr>
              <a:t>Tốt nghiệp xong là về nước luôn.</a:t>
            </a:r>
            <a:endParaRPr lang="en-US" sz="1867" kern="1200" dirty="0">
              <a:solidFill>
                <a:prstClr val="black"/>
              </a:solidFill>
              <a:latin typeface="Calibri" panose="020F0502020204030204"/>
              <a:ea typeface="+mn-ea"/>
              <a:cs typeface="+mn-cs"/>
            </a:endParaRPr>
          </a:p>
          <a:p>
            <a:pPr defTabSz="1219170">
              <a:buClrTx/>
            </a:pPr>
            <a:r>
              <a:rPr lang="en-US" sz="1867" kern="1200" dirty="0">
                <a:solidFill>
                  <a:srgbClr val="6B7280"/>
                </a:solidFill>
                <a:latin typeface="Arial" pitchFamily="34" charset="0"/>
                <a:ea typeface="Arial" pitchFamily="34" charset="-122"/>
                <a:cs typeface="Arial" pitchFamily="34" charset="-120"/>
              </a:rPr>
              <a:t>(Tốt nghiệp không bắt buộc phải về nước)</a:t>
            </a:r>
            <a:endParaRPr lang="en-US" sz="1867" kern="1200" dirty="0">
              <a:solidFill>
                <a:prstClr val="black"/>
              </a:solidFill>
              <a:latin typeface="Calibri" panose="020F0502020204030204"/>
              <a:ea typeface="+mn-ea"/>
              <a:cs typeface="+mn-cs"/>
            </a:endParaRPr>
          </a:p>
        </p:txBody>
      </p:sp>
      <p:sp>
        <p:nvSpPr>
          <p:cNvPr id="10" name="S2_rise_83"/>
          <p:cNvSpPr/>
          <p:nvPr/>
        </p:nvSpPr>
        <p:spPr>
          <a:xfrm>
            <a:off x="6217920" y="1828800"/>
            <a:ext cx="5364480" cy="4023360"/>
          </a:xfrm>
          <a:prstGeom prst="roundRect">
            <a:avLst>
              <a:gd name="adj" fmla="val 3636"/>
            </a:avLst>
          </a:prstGeom>
          <a:solidFill>
            <a:srgbClr val="FFFFFF"/>
          </a:solidFill>
          <a:ln w="25400">
            <a:solidFill>
              <a:srgbClr val="E4572E"/>
            </a:solidFill>
            <a:prstDash val="solid"/>
          </a:ln>
          <a:effectLst>
            <a:outerShdw blurRad="76200" dist="25400" dir="5400000" algn="bl" rotWithShape="0">
              <a:srgbClr val="000000">
                <a:alpha val="12000"/>
              </a:srgbClr>
            </a:outerShdw>
          </a:effectLst>
        </p:spPr>
      </p:sp>
      <p:sp>
        <p:nvSpPr>
          <p:cNvPr id="11" name="S2w_rise_84"/>
          <p:cNvSpPr/>
          <p:nvPr/>
        </p:nvSpPr>
        <p:spPr>
          <a:xfrm>
            <a:off x="6522720" y="2072640"/>
            <a:ext cx="2316480" cy="670560"/>
          </a:xfrm>
          <a:prstGeom prst="roundRect">
            <a:avLst>
              <a:gd name="adj" fmla="val 49091"/>
            </a:avLst>
          </a:prstGeom>
          <a:solidFill>
            <a:srgbClr val="E4572E"/>
          </a:solidFill>
          <a:ln w="12700">
            <a:solidFill>
              <a:srgbClr val="E4572E"/>
            </a:solidFill>
            <a:prstDash val="solid"/>
          </a:ln>
        </p:spPr>
      </p:sp>
      <p:sp>
        <p:nvSpPr>
          <p:cNvPr id="12" name="S2w_rise_85"/>
          <p:cNvSpPr txBox="1"/>
          <p:nvPr/>
        </p:nvSpPr>
        <p:spPr>
          <a:xfrm>
            <a:off x="6522720" y="2072640"/>
            <a:ext cx="2316480" cy="670560"/>
          </a:xfrm>
          <a:prstGeom prst="rect">
            <a:avLst/>
          </a:prstGeom>
          <a:noFill/>
          <a:ln/>
        </p:spPr>
        <p:txBody>
          <a:bodyPr wrap="square" lIns="0" tIns="0" rIns="0" bIns="0" rtlCol="0" anchor="ctr"/>
          <a:lstStyle/>
          <a:p>
            <a:pPr algn="ctr" defTabSz="1219170">
              <a:buClrTx/>
            </a:pPr>
            <a:r>
              <a:rPr lang="en-US" sz="2400" b="1" kern="1200" dirty="0">
                <a:solidFill>
                  <a:srgbClr val="FFFFFF"/>
                </a:solidFill>
                <a:latin typeface="Meiryo" pitchFamily="34" charset="0"/>
                <a:ea typeface="Meiryo" pitchFamily="34" charset="-122"/>
                <a:cs typeface="Meiryo" pitchFamily="34" charset="-120"/>
              </a:rPr>
              <a:t>に伴って</a:t>
            </a:r>
            <a:endParaRPr lang="en-US" sz="2400" kern="1200" dirty="0">
              <a:solidFill>
                <a:prstClr val="black"/>
              </a:solidFill>
              <a:latin typeface="Calibri" panose="020F0502020204030204"/>
              <a:ea typeface="+mn-ea"/>
              <a:cs typeface="+mn-cs"/>
            </a:endParaRPr>
          </a:p>
        </p:txBody>
      </p:sp>
      <p:sp>
        <p:nvSpPr>
          <p:cNvPr id="13" name="S2w_rise_86"/>
          <p:cNvSpPr txBox="1"/>
          <p:nvPr/>
        </p:nvSpPr>
        <p:spPr>
          <a:xfrm>
            <a:off x="9022080" y="2011680"/>
            <a:ext cx="2377440" cy="853440"/>
          </a:xfrm>
          <a:prstGeom prst="rect">
            <a:avLst/>
          </a:prstGeom>
          <a:noFill/>
          <a:ln/>
        </p:spPr>
        <p:txBody>
          <a:bodyPr wrap="square" lIns="0" tIns="0" rIns="0" bIns="0" rtlCol="0" anchor="ctr"/>
          <a:lstStyle/>
          <a:p>
            <a:pPr defTabSz="1219170">
              <a:buClrTx/>
            </a:pPr>
            <a:r>
              <a:rPr lang="en-US" sz="1733" b="1" kern="1200" dirty="0">
                <a:solidFill>
                  <a:srgbClr val="27306B"/>
                </a:solidFill>
                <a:latin typeface="Arial" pitchFamily="34" charset="0"/>
                <a:ea typeface="Arial" pitchFamily="34" charset="-122"/>
                <a:cs typeface="Arial" pitchFamily="34" charset="-120"/>
              </a:rPr>
              <a:t>A là nguyên nhân</a:t>
            </a:r>
            <a:endParaRPr lang="en-US" sz="1733" kern="1200" dirty="0">
              <a:solidFill>
                <a:prstClr val="black"/>
              </a:solidFill>
              <a:latin typeface="Calibri" panose="020F0502020204030204"/>
              <a:ea typeface="+mn-ea"/>
              <a:cs typeface="+mn-cs"/>
            </a:endParaRPr>
          </a:p>
          <a:p>
            <a:pPr defTabSz="1219170">
              <a:buClrTx/>
            </a:pPr>
            <a:r>
              <a:rPr lang="en-US" sz="1733" b="1" kern="1200" dirty="0">
                <a:solidFill>
                  <a:srgbClr val="27306B"/>
                </a:solidFill>
                <a:latin typeface="Arial" pitchFamily="34" charset="0"/>
                <a:ea typeface="Arial" pitchFamily="34" charset="-122"/>
                <a:cs typeface="Arial" pitchFamily="34" charset="-120"/>
              </a:rPr>
              <a:t>của B</a:t>
            </a:r>
            <a:endParaRPr lang="en-US" sz="1733" kern="1200" dirty="0">
              <a:solidFill>
                <a:prstClr val="black"/>
              </a:solidFill>
              <a:latin typeface="Calibri" panose="020F0502020204030204"/>
              <a:ea typeface="+mn-ea"/>
              <a:cs typeface="+mn-cs"/>
            </a:endParaRPr>
          </a:p>
        </p:txBody>
      </p:sp>
      <p:sp>
        <p:nvSpPr>
          <p:cNvPr id="14" name="S2_fade_87"/>
          <p:cNvSpPr txBox="1"/>
          <p:nvPr/>
        </p:nvSpPr>
        <p:spPr>
          <a:xfrm>
            <a:off x="6522720" y="3108960"/>
            <a:ext cx="4754880" cy="1219200"/>
          </a:xfrm>
          <a:prstGeom prst="rect">
            <a:avLst/>
          </a:prstGeom>
          <a:noFill/>
          <a:ln/>
        </p:spPr>
        <p:txBody>
          <a:bodyPr wrap="square" lIns="0" tIns="0" rIns="0" bIns="0" rtlCol="0" anchor="ctr"/>
          <a:lstStyle/>
          <a:p>
            <a:pPr defTabSz="1219170">
              <a:buClrTx/>
            </a:pPr>
            <a:r>
              <a:rPr lang="en-US" sz="2533" kern="1200" dirty="0">
                <a:solidFill>
                  <a:srgbClr val="27306B"/>
                </a:solidFill>
                <a:latin typeface="Meiryo" pitchFamily="34" charset="0"/>
                <a:ea typeface="Meiryo" pitchFamily="34" charset="-122"/>
                <a:cs typeface="Meiryo" pitchFamily="34" charset="-120"/>
              </a:rPr>
              <a:t>工事</a:t>
            </a:r>
            <a:r>
              <a:rPr lang="en-US" sz="2533" b="1" kern="1200" dirty="0">
                <a:solidFill>
                  <a:srgbClr val="E4572E"/>
                </a:solidFill>
                <a:latin typeface="Meiryo" pitchFamily="34" charset="0"/>
                <a:ea typeface="Meiryo" pitchFamily="34" charset="-122"/>
                <a:cs typeface="Meiryo" pitchFamily="34" charset="-120"/>
              </a:rPr>
              <a:t>に伴い</a:t>
            </a:r>
            <a:r>
              <a:rPr lang="en-US" sz="2533" kern="1200" dirty="0">
                <a:solidFill>
                  <a:srgbClr val="27306B"/>
                </a:solidFill>
                <a:latin typeface="Meiryo" pitchFamily="34" charset="0"/>
                <a:ea typeface="Meiryo" pitchFamily="34" charset="-122"/>
                <a:cs typeface="Meiryo" pitchFamily="34" charset="-120"/>
              </a:rPr>
              <a:t>、この道は通行止めです。</a:t>
            </a:r>
            <a:endParaRPr lang="en-US" sz="2533" kern="1200" dirty="0">
              <a:solidFill>
                <a:prstClr val="black"/>
              </a:solidFill>
              <a:latin typeface="Calibri" panose="020F0502020204030204"/>
              <a:ea typeface="+mn-ea"/>
              <a:cs typeface="+mn-cs"/>
            </a:endParaRPr>
          </a:p>
        </p:txBody>
      </p:sp>
      <p:sp>
        <p:nvSpPr>
          <p:cNvPr id="15" name="S2_fade_88"/>
          <p:cNvSpPr txBox="1"/>
          <p:nvPr/>
        </p:nvSpPr>
        <p:spPr>
          <a:xfrm>
            <a:off x="6522720" y="4389120"/>
            <a:ext cx="4754880" cy="1219200"/>
          </a:xfrm>
          <a:prstGeom prst="rect">
            <a:avLst/>
          </a:prstGeom>
          <a:noFill/>
          <a:ln/>
        </p:spPr>
        <p:txBody>
          <a:bodyPr wrap="square" lIns="0" tIns="0" rIns="0" bIns="0" rtlCol="0" anchor="t"/>
          <a:lstStyle/>
          <a:p>
            <a:pPr defTabSz="1219170">
              <a:buClrTx/>
            </a:pPr>
            <a:r>
              <a:rPr lang="en-US" sz="1867" kern="1200" dirty="0">
                <a:solidFill>
                  <a:srgbClr val="6B7280"/>
                </a:solidFill>
                <a:latin typeface="Arial" pitchFamily="34" charset="0"/>
                <a:ea typeface="Arial" pitchFamily="34" charset="-122"/>
                <a:cs typeface="Arial" pitchFamily="34" charset="-120"/>
              </a:rPr>
              <a:t>Do thi công nên đường này bị cấm.</a:t>
            </a:r>
            <a:endParaRPr lang="en-US" sz="1867" kern="1200" dirty="0">
              <a:solidFill>
                <a:prstClr val="black"/>
              </a:solidFill>
              <a:latin typeface="Calibri" panose="020F0502020204030204"/>
              <a:ea typeface="+mn-ea"/>
              <a:cs typeface="+mn-cs"/>
            </a:endParaRPr>
          </a:p>
          <a:p>
            <a:pPr defTabSz="1219170">
              <a:buClrTx/>
            </a:pPr>
            <a:r>
              <a:rPr lang="en-US" sz="1867" kern="1200" dirty="0">
                <a:solidFill>
                  <a:srgbClr val="6B7280"/>
                </a:solidFill>
                <a:latin typeface="Arial" pitchFamily="34" charset="0"/>
                <a:ea typeface="Arial" pitchFamily="34" charset="-122"/>
                <a:cs typeface="Arial" pitchFamily="34" charset="-120"/>
              </a:rPr>
              <a:t>(Văn thông báo, biển báo)</a:t>
            </a:r>
            <a:endParaRPr lang="en-US" sz="1867" kern="1200" dirty="0">
              <a:solidFill>
                <a:prstClr val="black"/>
              </a:solidFill>
              <a:latin typeface="Calibri" panose="020F0502020204030204"/>
              <a:ea typeface="+mn-ea"/>
              <a:cs typeface="+mn-cs"/>
            </a:endParaRPr>
          </a:p>
        </p:txBody>
      </p:sp>
      <p:sp>
        <p:nvSpPr>
          <p:cNvPr id="16" name="S3_fade_89"/>
          <p:cNvSpPr txBox="1"/>
          <p:nvPr/>
        </p:nvSpPr>
        <p:spPr>
          <a:xfrm>
            <a:off x="609600" y="6035040"/>
            <a:ext cx="10972800" cy="548640"/>
          </a:xfrm>
          <a:prstGeom prst="rect">
            <a:avLst/>
          </a:prstGeom>
          <a:noFill/>
          <a:ln/>
        </p:spPr>
        <p:txBody>
          <a:bodyPr wrap="square" lIns="0" tIns="0" rIns="0" bIns="0" rtlCol="0" anchor="ctr"/>
          <a:lstStyle/>
          <a:p>
            <a:pPr defTabSz="1219170">
              <a:buClrTx/>
            </a:pPr>
            <a:r>
              <a:rPr lang="en-US" sz="1867" b="1" kern="1200" dirty="0">
                <a:solidFill>
                  <a:srgbClr val="E4572E"/>
                </a:solidFill>
                <a:latin typeface="Arial" pitchFamily="34" charset="0"/>
                <a:ea typeface="Arial" pitchFamily="34" charset="-122"/>
                <a:cs typeface="Arial" pitchFamily="34" charset="-120"/>
              </a:rPr>
              <a:t>× </a:t>
            </a:r>
            <a:r>
              <a:rPr lang="en-US" sz="1867" kern="1200" dirty="0">
                <a:solidFill>
                  <a:srgbClr val="27306B"/>
                </a:solidFill>
                <a:latin typeface="Arial" pitchFamily="34" charset="0"/>
                <a:ea typeface="Arial" pitchFamily="34" charset="-122"/>
                <a:cs typeface="Arial" pitchFamily="34" charset="-120"/>
              </a:rPr>
              <a:t>チャイムが鳴るにつれて… → につれて／にしたがって cần một QUÁ TRÌNH, không dùng cho việc xảy ra 1 lần.</a:t>
            </a:r>
            <a:endParaRPr lang="en-US" sz="1867" kern="1200" dirty="0">
              <a:solidFill>
                <a:prstClr val="black"/>
              </a:solidFill>
              <a:latin typeface="Calibri" panose="020F0502020204030204"/>
              <a:ea typeface="+mn-ea"/>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450" fill="hold"/>
                                        <p:tgtEl>
                                          <p:spTgt spid="4"/>
                                        </p:tgtEl>
                                        <p:attrNameLst>
                                          <p:attrName>ppt_y</p:attrName>
                                        </p:attrNameLst>
                                      </p:cBhvr>
                                      <p:tavLst>
                                        <p:tav tm="0">
                                          <p:val>
                                            <p:strVal val="#ppt_y+0.08"/>
                                          </p:val>
                                        </p:tav>
                                        <p:tav tm="100000">
                                          <p:val>
                                            <p:strVal val="#ppt_y"/>
                                          </p:val>
                                        </p:tav>
                                      </p:tavLst>
                                    </p:anim>
                                    <p:animEffect transition="in" filter="fade">
                                      <p:cBhvr>
                                        <p:cTn id="8" dur="450"/>
                                        <p:tgtEl>
                                          <p:spTgt spid="4"/>
                                        </p:tgtEl>
                                      </p:cBhvr>
                                    </p:animEffect>
                                  </p:childTnLst>
                                </p:cTn>
                              </p:par>
                              <p:par>
                                <p:cTn id="9" presetID="42"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450" fill="hold"/>
                                        <p:tgtEl>
                                          <p:spTgt spid="5"/>
                                        </p:tgtEl>
                                        <p:attrNameLst>
                                          <p:attrName>ppt_y</p:attrName>
                                        </p:attrNameLst>
                                      </p:cBhvr>
                                      <p:tavLst>
                                        <p:tav tm="0">
                                          <p:val>
                                            <p:strVal val="#ppt_y+0.08"/>
                                          </p:val>
                                        </p:tav>
                                        <p:tav tm="100000">
                                          <p:val>
                                            <p:strVal val="#ppt_y"/>
                                          </p:val>
                                        </p:tav>
                                      </p:tavLst>
                                    </p:anim>
                                    <p:animEffect transition="in" filter="fade">
                                      <p:cBhvr>
                                        <p:cTn id="12" dur="450"/>
                                        <p:tgtEl>
                                          <p:spTgt spid="5"/>
                                        </p:tgtEl>
                                      </p:cBhvr>
                                    </p:animEffect>
                                  </p:childTnLst>
                                </p:cTn>
                              </p:par>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450" fill="hold"/>
                                        <p:tgtEl>
                                          <p:spTgt spid="6"/>
                                        </p:tgtEl>
                                        <p:attrNameLst>
                                          <p:attrName>ppt_y</p:attrName>
                                        </p:attrNameLst>
                                      </p:cBhvr>
                                      <p:tavLst>
                                        <p:tav tm="0">
                                          <p:val>
                                            <p:strVal val="#ppt_y+0.08"/>
                                          </p:val>
                                        </p:tav>
                                        <p:tav tm="100000">
                                          <p:val>
                                            <p:strVal val="#ppt_y"/>
                                          </p:val>
                                        </p:tav>
                                      </p:tavLst>
                                    </p:anim>
                                    <p:animEffect transition="in" filter="fade">
                                      <p:cBhvr>
                                        <p:cTn id="16" dur="450"/>
                                        <p:tgtEl>
                                          <p:spTgt spid="6"/>
                                        </p:tgtEl>
                                      </p:cBhvr>
                                    </p:animEffect>
                                  </p:childTnLst>
                                </p:cTn>
                              </p:par>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450" fill="hold"/>
                                        <p:tgtEl>
                                          <p:spTgt spid="7"/>
                                        </p:tgtEl>
                                        <p:attrNameLst>
                                          <p:attrName>ppt_y</p:attrName>
                                        </p:attrNameLst>
                                      </p:cBhvr>
                                      <p:tavLst>
                                        <p:tav tm="0">
                                          <p:val>
                                            <p:strVal val="#ppt_y+0.08"/>
                                          </p:val>
                                        </p:tav>
                                        <p:tav tm="100000">
                                          <p:val>
                                            <p:strVal val="#ppt_y"/>
                                          </p:val>
                                        </p:tav>
                                      </p:tavLst>
                                    </p:anim>
                                    <p:animEffect transition="in" filter="fade">
                                      <p:cBhvr>
                                        <p:cTn id="20" dur="450"/>
                                        <p:tgtEl>
                                          <p:spTgt spid="7"/>
                                        </p:tgtEl>
                                      </p:cBhvr>
                                    </p:animEffect>
                                  </p:childTnLst>
                                </p:cTn>
                              </p:par>
                            </p:childTnLst>
                          </p:cTn>
                        </p:par>
                        <p:par>
                          <p:cTn id="21" fill="hold">
                            <p:stCondLst>
                              <p:cond delay="300"/>
                            </p:stCondLst>
                            <p:childTnLst>
                              <p:par>
                                <p:cTn id="22" presetID="10"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00"/>
                                        <p:tgtEl>
                                          <p:spTgt spid="8"/>
                                        </p:tgtEl>
                                      </p:cBhvr>
                                    </p:animEffect>
                                  </p:childTnLst>
                                </p:cTn>
                              </p:par>
                            </p:childTnLst>
                          </p:cTn>
                        </p:par>
                        <p:par>
                          <p:cTn id="25" fill="hold">
                            <p:stCondLst>
                              <p:cond delay="600"/>
                            </p:stCondLst>
                            <p:childTnLst>
                              <p:par>
                                <p:cTn id="26" presetID="10" presetClass="entr" presetSubtype="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450" fill="hold"/>
                                        <p:tgtEl>
                                          <p:spTgt spid="10"/>
                                        </p:tgtEl>
                                        <p:attrNameLst>
                                          <p:attrName>ppt_y</p:attrName>
                                        </p:attrNameLst>
                                      </p:cBhvr>
                                      <p:tavLst>
                                        <p:tav tm="0">
                                          <p:val>
                                            <p:strVal val="#ppt_y+0.08"/>
                                          </p:val>
                                        </p:tav>
                                        <p:tav tm="100000">
                                          <p:val>
                                            <p:strVal val="#ppt_y"/>
                                          </p:val>
                                        </p:tav>
                                      </p:tavLst>
                                    </p:anim>
                                    <p:animEffect transition="in" filter="fade">
                                      <p:cBhvr>
                                        <p:cTn id="34" dur="450"/>
                                        <p:tgtEl>
                                          <p:spTgt spid="10"/>
                                        </p:tgtEl>
                                      </p:cBhvr>
                                    </p:animEffect>
                                  </p:childTnLst>
                                </p:cTn>
                              </p:par>
                              <p:par>
                                <p:cTn id="35" presetID="42"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450" fill="hold"/>
                                        <p:tgtEl>
                                          <p:spTgt spid="11"/>
                                        </p:tgtEl>
                                        <p:attrNameLst>
                                          <p:attrName>ppt_y</p:attrName>
                                        </p:attrNameLst>
                                      </p:cBhvr>
                                      <p:tavLst>
                                        <p:tav tm="0">
                                          <p:val>
                                            <p:strVal val="#ppt_y+0.08"/>
                                          </p:val>
                                        </p:tav>
                                        <p:tav tm="100000">
                                          <p:val>
                                            <p:strVal val="#ppt_y"/>
                                          </p:val>
                                        </p:tav>
                                      </p:tavLst>
                                    </p:anim>
                                    <p:animEffect transition="in" filter="fade">
                                      <p:cBhvr>
                                        <p:cTn id="38" dur="450"/>
                                        <p:tgtEl>
                                          <p:spTgt spid="11"/>
                                        </p:tgtEl>
                                      </p:cBhvr>
                                    </p:animEffect>
                                  </p:childTnLst>
                                </p:cTn>
                              </p:par>
                              <p:par>
                                <p:cTn id="39" presetID="42"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450" fill="hold"/>
                                        <p:tgtEl>
                                          <p:spTgt spid="12"/>
                                        </p:tgtEl>
                                        <p:attrNameLst>
                                          <p:attrName>ppt_y</p:attrName>
                                        </p:attrNameLst>
                                      </p:cBhvr>
                                      <p:tavLst>
                                        <p:tav tm="0">
                                          <p:val>
                                            <p:strVal val="#ppt_y+0.08"/>
                                          </p:val>
                                        </p:tav>
                                        <p:tav tm="100000">
                                          <p:val>
                                            <p:strVal val="#ppt_y"/>
                                          </p:val>
                                        </p:tav>
                                      </p:tavLst>
                                    </p:anim>
                                    <p:animEffect transition="in" filter="fade">
                                      <p:cBhvr>
                                        <p:cTn id="42" dur="450"/>
                                        <p:tgtEl>
                                          <p:spTgt spid="12"/>
                                        </p:tgtEl>
                                      </p:cBhvr>
                                    </p:animEffect>
                                  </p:childTnLst>
                                </p:cTn>
                              </p:par>
                              <p:par>
                                <p:cTn id="43" presetID="42"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450" fill="hold"/>
                                        <p:tgtEl>
                                          <p:spTgt spid="13"/>
                                        </p:tgtEl>
                                        <p:attrNameLst>
                                          <p:attrName>ppt_y</p:attrName>
                                        </p:attrNameLst>
                                      </p:cBhvr>
                                      <p:tavLst>
                                        <p:tav tm="0">
                                          <p:val>
                                            <p:strVal val="#ppt_y+0.08"/>
                                          </p:val>
                                        </p:tav>
                                        <p:tav tm="100000">
                                          <p:val>
                                            <p:strVal val="#ppt_y"/>
                                          </p:val>
                                        </p:tav>
                                      </p:tavLst>
                                    </p:anim>
                                    <p:animEffect transition="in" filter="fade">
                                      <p:cBhvr>
                                        <p:cTn id="46" dur="450"/>
                                        <p:tgtEl>
                                          <p:spTgt spid="13"/>
                                        </p:tgtEl>
                                      </p:cBhvr>
                                    </p:animEffect>
                                  </p:childTnLst>
                                </p:cTn>
                              </p:par>
                            </p:childTnLst>
                          </p:cTn>
                        </p:par>
                        <p:par>
                          <p:cTn id="47" fill="hold">
                            <p:stCondLst>
                              <p:cond delay="30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400"/>
                                        <p:tgtEl>
                                          <p:spTgt spid="14"/>
                                        </p:tgtEl>
                                      </p:cBhvr>
                                    </p:animEffect>
                                  </p:childTnLst>
                                </p:cTn>
                              </p:par>
                            </p:childTnLst>
                          </p:cTn>
                        </p:par>
                        <p:par>
                          <p:cTn id="51" fill="hold">
                            <p:stCondLst>
                              <p:cond delay="60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4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4F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27306B"/>
                </a:solidFill>
                <a:latin typeface="Meiryo" pitchFamily="34" charset="0"/>
                <a:ea typeface="Meiryo" pitchFamily="34" charset="-122"/>
                <a:cs typeface="Meiryo" pitchFamily="34" charset="-120"/>
              </a:rPr>
              <a:t>③ 一緒に変化する ＝ cùng thay đổi</a:t>
            </a:r>
            <a:endParaRPr lang="en-US" sz="3467" kern="1200" dirty="0">
              <a:solidFill>
                <a:prstClr val="black"/>
              </a:solidFill>
              <a:latin typeface="Calibri" panose="020F0502020204030204"/>
              <a:ea typeface="+mn-ea"/>
              <a:cs typeface="+mn-cs"/>
            </a:endParaRPr>
          </a:p>
        </p:txBody>
      </p:sp>
      <p:sp>
        <p:nvSpPr>
          <p:cNvPr id="3" name="Text 1"/>
          <p:cNvSpPr txBox="1"/>
          <p:nvPr/>
        </p:nvSpPr>
        <p:spPr>
          <a:xfrm>
            <a:off x="609600" y="1072896"/>
            <a:ext cx="10972800" cy="487680"/>
          </a:xfrm>
          <a:prstGeom prst="rect">
            <a:avLst/>
          </a:prstGeom>
          <a:noFill/>
          <a:ln/>
        </p:spPr>
        <p:txBody>
          <a:bodyPr wrap="square" lIns="0" tIns="0" rIns="0" bIns="0" rtlCol="0" anchor="ctr"/>
          <a:lstStyle/>
          <a:p>
            <a:pPr defTabSz="1219170">
              <a:buClrTx/>
            </a:pPr>
            <a:r>
              <a:rPr lang="en-US" sz="2000" kern="1200" dirty="0">
                <a:solidFill>
                  <a:srgbClr val="6B7280"/>
                </a:solidFill>
                <a:latin typeface="Arial" pitchFamily="34" charset="0"/>
                <a:ea typeface="Arial" pitchFamily="34" charset="-122"/>
                <a:cs typeface="Arial" pitchFamily="34" charset="-120"/>
              </a:rPr>
              <a:t>Cùng một câu — thử lần lượt 4 mẫu</a:t>
            </a:r>
            <a:endParaRPr lang="en-US" sz="2000" kern="1200" dirty="0">
              <a:solidFill>
                <a:prstClr val="black"/>
              </a:solidFill>
              <a:latin typeface="Calibri" panose="020F0502020204030204"/>
              <a:ea typeface="+mn-ea"/>
              <a:cs typeface="+mn-cs"/>
            </a:endParaRPr>
          </a:p>
        </p:txBody>
      </p:sp>
      <p:sp>
        <p:nvSpPr>
          <p:cNvPr id="4" name="S1_left_90"/>
          <p:cNvSpPr/>
          <p:nvPr/>
        </p:nvSpPr>
        <p:spPr>
          <a:xfrm>
            <a:off x="609600" y="1767840"/>
            <a:ext cx="10972800" cy="804672"/>
          </a:xfrm>
          <a:prstGeom prst="roundRect">
            <a:avLst>
              <a:gd name="adj" fmla="val 12121"/>
            </a:avLst>
          </a:prstGeom>
          <a:solidFill>
            <a:srgbClr val="FFFFFF"/>
          </a:solidFill>
          <a:ln w="12700">
            <a:solidFill>
              <a:srgbClr val="D6DBF5"/>
            </a:solidFill>
            <a:prstDash val="solid"/>
          </a:ln>
        </p:spPr>
      </p:sp>
      <p:sp>
        <p:nvSpPr>
          <p:cNvPr id="5" name="S1w_left_91"/>
          <p:cNvSpPr txBox="1"/>
          <p:nvPr/>
        </p:nvSpPr>
        <p:spPr>
          <a:xfrm>
            <a:off x="1645920" y="1767840"/>
            <a:ext cx="7559040" cy="804672"/>
          </a:xfrm>
          <a:prstGeom prst="rect">
            <a:avLst/>
          </a:prstGeom>
          <a:noFill/>
          <a:ln/>
        </p:spPr>
        <p:txBody>
          <a:bodyPr wrap="square" lIns="0" tIns="0" rIns="0" bIns="0" rtlCol="0" anchor="ctr"/>
          <a:lstStyle/>
          <a:p>
            <a:pPr defTabSz="1219170">
              <a:buClrTx/>
            </a:pPr>
            <a:r>
              <a:rPr lang="en-US" sz="2667" kern="1200" dirty="0">
                <a:solidFill>
                  <a:srgbClr val="27306B"/>
                </a:solidFill>
                <a:latin typeface="Meiryo" pitchFamily="34" charset="0"/>
                <a:ea typeface="Meiryo" pitchFamily="34" charset="-122"/>
                <a:cs typeface="Meiryo" pitchFamily="34" charset="-120"/>
              </a:rPr>
              <a:t>年をとる</a:t>
            </a:r>
            <a:r>
              <a:rPr lang="en-US" sz="2667" b="1" kern="1200" dirty="0">
                <a:solidFill>
                  <a:srgbClr val="C98A00"/>
                </a:solidFill>
                <a:latin typeface="Meiryo" pitchFamily="34" charset="0"/>
                <a:ea typeface="Meiryo" pitchFamily="34" charset="-122"/>
                <a:cs typeface="Meiryo" pitchFamily="34" charset="-120"/>
              </a:rPr>
              <a:t>とともに</a:t>
            </a:r>
            <a:r>
              <a:rPr lang="en-US" sz="2667" kern="1200" dirty="0">
                <a:solidFill>
                  <a:srgbClr val="27306B"/>
                </a:solidFill>
                <a:latin typeface="Meiryo" pitchFamily="34" charset="0"/>
                <a:ea typeface="Meiryo" pitchFamily="34" charset="-122"/>
                <a:cs typeface="Meiryo" pitchFamily="34" charset="-120"/>
              </a:rPr>
              <a:t>、記憶力が落ちていく。</a:t>
            </a:r>
            <a:endParaRPr lang="en-US" sz="2667" kern="1200" dirty="0">
              <a:solidFill>
                <a:prstClr val="black"/>
              </a:solidFill>
              <a:latin typeface="Calibri" panose="020F0502020204030204"/>
              <a:ea typeface="+mn-ea"/>
              <a:cs typeface="+mn-cs"/>
            </a:endParaRPr>
          </a:p>
        </p:txBody>
      </p:sp>
      <p:sp>
        <p:nvSpPr>
          <p:cNvPr id="6" name="S1_zoom_92"/>
          <p:cNvSpPr/>
          <p:nvPr/>
        </p:nvSpPr>
        <p:spPr>
          <a:xfrm>
            <a:off x="792480" y="1889760"/>
            <a:ext cx="560832" cy="560832"/>
          </a:xfrm>
          <a:prstGeom prst="ellipse">
            <a:avLst>
              <a:gd name="adj" fmla="val 17391"/>
            </a:avLst>
          </a:prstGeom>
          <a:solidFill>
            <a:srgbClr val="2A9D8F"/>
          </a:solidFill>
          <a:ln w="12700">
            <a:solidFill>
              <a:srgbClr val="2A9D8F"/>
            </a:solidFill>
            <a:prstDash val="solid"/>
          </a:ln>
        </p:spPr>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4F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27306B"/>
                </a:solidFill>
                <a:latin typeface="Meiryo" pitchFamily="34" charset="0"/>
                <a:ea typeface="Meiryo" pitchFamily="34" charset="-122"/>
                <a:cs typeface="Meiryo" pitchFamily="34" charset="-120"/>
              </a:rPr>
              <a:t>ルール1：後ろも「変化」！</a:t>
            </a:r>
            <a:endParaRPr lang="en-US" sz="3467" kern="1200" dirty="0">
              <a:solidFill>
                <a:prstClr val="black"/>
              </a:solidFill>
              <a:latin typeface="Calibri" panose="020F0502020204030204"/>
              <a:ea typeface="+mn-ea"/>
              <a:cs typeface="+mn-cs"/>
            </a:endParaRPr>
          </a:p>
        </p:txBody>
      </p:sp>
      <p:sp>
        <p:nvSpPr>
          <p:cNvPr id="3" name="Text 1"/>
          <p:cNvSpPr txBox="1"/>
          <p:nvPr/>
        </p:nvSpPr>
        <p:spPr>
          <a:xfrm>
            <a:off x="609600" y="1072896"/>
            <a:ext cx="10972800" cy="487680"/>
          </a:xfrm>
          <a:prstGeom prst="rect">
            <a:avLst/>
          </a:prstGeom>
          <a:noFill/>
          <a:ln/>
        </p:spPr>
        <p:txBody>
          <a:bodyPr wrap="square" lIns="0" tIns="0" rIns="0" bIns="0" rtlCol="0" anchor="ctr"/>
          <a:lstStyle/>
          <a:p>
            <a:pPr defTabSz="1219170">
              <a:buClrTx/>
            </a:pPr>
            <a:r>
              <a:rPr lang="en-US" sz="2000" kern="1200" dirty="0">
                <a:solidFill>
                  <a:srgbClr val="6B7280"/>
                </a:solidFill>
                <a:latin typeface="Arial" pitchFamily="34" charset="0"/>
                <a:ea typeface="Arial" pitchFamily="34" charset="-122"/>
                <a:cs typeface="Arial" pitchFamily="34" charset="-120"/>
              </a:rPr>
              <a:t>Nghĩa ③: hai vế đều là THAY ĐỔI — vế sau không được là ý chí / hành động 1 lần</a:t>
            </a:r>
            <a:endParaRPr lang="en-US" sz="2000" kern="1200" dirty="0">
              <a:solidFill>
                <a:prstClr val="black"/>
              </a:solidFill>
              <a:latin typeface="Calibri" panose="020F0502020204030204"/>
              <a:ea typeface="+mn-ea"/>
              <a:cs typeface="+mn-cs"/>
            </a:endParaRPr>
          </a:p>
        </p:txBody>
      </p:sp>
      <p:sp>
        <p:nvSpPr>
          <p:cNvPr id="4" name="S1_rise_108"/>
          <p:cNvSpPr/>
          <p:nvPr/>
        </p:nvSpPr>
        <p:spPr>
          <a:xfrm>
            <a:off x="609600" y="1767840"/>
            <a:ext cx="10972800" cy="1158240"/>
          </a:xfrm>
          <a:prstGeom prst="roundRect">
            <a:avLst>
              <a:gd name="adj" fmla="val 8421"/>
            </a:avLst>
          </a:prstGeom>
          <a:solidFill>
            <a:srgbClr val="FFFFFF"/>
          </a:solidFill>
          <a:ln w="12700">
            <a:solidFill>
              <a:srgbClr val="D6DBF5"/>
            </a:solidFill>
            <a:prstDash val="solid"/>
          </a:ln>
          <a:effectLst>
            <a:outerShdw blurRad="76200" dist="25400" dir="5400000" algn="bl" rotWithShape="0">
              <a:srgbClr val="000000">
                <a:alpha val="12000"/>
              </a:srgbClr>
            </a:outerShdw>
          </a:effectLst>
        </p:spPr>
      </p:sp>
      <p:sp>
        <p:nvSpPr>
          <p:cNvPr id="5" name="S1w_rise_109"/>
          <p:cNvSpPr txBox="1"/>
          <p:nvPr/>
        </p:nvSpPr>
        <p:spPr>
          <a:xfrm>
            <a:off x="1767840" y="1889760"/>
            <a:ext cx="9570720" cy="602285"/>
          </a:xfrm>
          <a:prstGeom prst="rect">
            <a:avLst/>
          </a:prstGeom>
          <a:noFill/>
          <a:ln/>
        </p:spPr>
        <p:txBody>
          <a:bodyPr wrap="square" lIns="0" tIns="0" rIns="0" bIns="0" rtlCol="0" anchor="ctr"/>
          <a:lstStyle/>
          <a:p>
            <a:pPr defTabSz="1219170">
              <a:buClrTx/>
            </a:pPr>
            <a:r>
              <a:rPr lang="en-US" sz="2400" kern="1200" dirty="0">
                <a:solidFill>
                  <a:srgbClr val="27306B"/>
                </a:solidFill>
                <a:latin typeface="Meiryo" pitchFamily="34" charset="0"/>
                <a:ea typeface="Meiryo" pitchFamily="34" charset="-122"/>
                <a:cs typeface="Meiryo" pitchFamily="34" charset="-120"/>
              </a:rPr>
              <a:t>日本語が上手になる</a:t>
            </a:r>
            <a:r>
              <a:rPr lang="en-US" sz="2400" b="1" kern="1200" dirty="0">
                <a:solidFill>
                  <a:srgbClr val="2A9D8F"/>
                </a:solidFill>
                <a:latin typeface="Meiryo" pitchFamily="34" charset="0"/>
                <a:ea typeface="Meiryo" pitchFamily="34" charset="-122"/>
                <a:cs typeface="Meiryo" pitchFamily="34" charset="-120"/>
              </a:rPr>
              <a:t>につれて</a:t>
            </a:r>
            <a:r>
              <a:rPr lang="en-US" sz="2400" kern="1200" dirty="0">
                <a:solidFill>
                  <a:srgbClr val="27306B"/>
                </a:solidFill>
                <a:latin typeface="Meiryo" pitchFamily="34" charset="0"/>
                <a:ea typeface="Meiryo" pitchFamily="34" charset="-122"/>
                <a:cs typeface="Meiryo" pitchFamily="34" charset="-120"/>
              </a:rPr>
              <a:t>、生活が楽しくなってきた。</a:t>
            </a:r>
            <a:endParaRPr lang="en-US" sz="2400" kern="1200" dirty="0">
              <a:solidFill>
                <a:prstClr val="black"/>
              </a:solidFill>
              <a:latin typeface="Calibri" panose="020F0502020204030204"/>
              <a:ea typeface="+mn-ea"/>
              <a:cs typeface="+mn-cs"/>
            </a:endParaRPr>
          </a:p>
        </p:txBody>
      </p:sp>
      <p:sp>
        <p:nvSpPr>
          <p:cNvPr id="6" name="S1w_rise_110"/>
          <p:cNvSpPr txBox="1"/>
          <p:nvPr/>
        </p:nvSpPr>
        <p:spPr>
          <a:xfrm>
            <a:off x="1767840" y="2404872"/>
            <a:ext cx="9570720" cy="440131"/>
          </a:xfrm>
          <a:prstGeom prst="rect">
            <a:avLst/>
          </a:prstGeom>
          <a:noFill/>
          <a:ln/>
        </p:spPr>
        <p:txBody>
          <a:bodyPr wrap="square" lIns="0" tIns="0" rIns="0" bIns="0" rtlCol="0" anchor="t"/>
          <a:lstStyle/>
          <a:p>
            <a:pPr defTabSz="1219170">
              <a:buClrTx/>
            </a:pPr>
            <a:r>
              <a:rPr lang="en-US" sz="1867" kern="1200" dirty="0">
                <a:solidFill>
                  <a:srgbClr val="6B7280"/>
                </a:solidFill>
                <a:latin typeface="Arial" pitchFamily="34" charset="0"/>
                <a:ea typeface="Arial" pitchFamily="34" charset="-122"/>
                <a:cs typeface="Arial" pitchFamily="34" charset="-120"/>
              </a:rPr>
              <a:t>Tiếng Nhật càng giỏi, cuộc sống càng vui.  (thay đổi → thay đổi)</a:t>
            </a:r>
            <a:endParaRPr lang="en-US" sz="1867" kern="1200" dirty="0">
              <a:solidFill>
                <a:prstClr val="black"/>
              </a:solidFill>
              <a:latin typeface="Calibri" panose="020F0502020204030204"/>
              <a:ea typeface="+mn-ea"/>
              <a:cs typeface="+mn-cs"/>
            </a:endParaRPr>
          </a:p>
        </p:txBody>
      </p:sp>
      <p:sp>
        <p:nvSpPr>
          <p:cNvPr id="7" name="S1_zoom_111"/>
          <p:cNvSpPr/>
          <p:nvPr/>
        </p:nvSpPr>
        <p:spPr>
          <a:xfrm>
            <a:off x="877824" y="2042160"/>
            <a:ext cx="609600" cy="609600"/>
          </a:xfrm>
          <a:prstGeom prst="ellipse">
            <a:avLst>
              <a:gd name="adj" fmla="val 16000"/>
            </a:avLst>
          </a:prstGeom>
          <a:solidFill>
            <a:srgbClr val="2A9D8F"/>
          </a:solidFill>
          <a:ln w="12700">
            <a:solidFill>
              <a:srgbClr val="2A9D8F"/>
            </a:solidFill>
            <a:prstDash val="solid"/>
          </a:ln>
        </p:spPr>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4F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27306B"/>
                </a:solidFill>
                <a:latin typeface="Meiryo" pitchFamily="34" charset="0"/>
                <a:ea typeface="Meiryo" pitchFamily="34" charset="-122"/>
                <a:cs typeface="Meiryo" pitchFamily="34" charset="-120"/>
              </a:rPr>
              <a:t>ルール2：前は「変化のことば」！</a:t>
            </a:r>
            <a:endParaRPr lang="en-US" sz="3467" kern="1200" dirty="0">
              <a:solidFill>
                <a:prstClr val="black"/>
              </a:solidFill>
              <a:latin typeface="Calibri" panose="020F0502020204030204"/>
              <a:ea typeface="+mn-ea"/>
              <a:cs typeface="+mn-cs"/>
            </a:endParaRPr>
          </a:p>
        </p:txBody>
      </p:sp>
      <p:sp>
        <p:nvSpPr>
          <p:cNvPr id="3" name="Text 1"/>
          <p:cNvSpPr txBox="1"/>
          <p:nvPr/>
        </p:nvSpPr>
        <p:spPr>
          <a:xfrm>
            <a:off x="609600" y="1072896"/>
            <a:ext cx="10972800" cy="487680"/>
          </a:xfrm>
          <a:prstGeom prst="rect">
            <a:avLst/>
          </a:prstGeom>
          <a:noFill/>
          <a:ln/>
        </p:spPr>
        <p:txBody>
          <a:bodyPr wrap="square" lIns="0" tIns="0" rIns="0" bIns="0" rtlCol="0" anchor="ctr"/>
          <a:lstStyle/>
          <a:p>
            <a:pPr defTabSz="1219170">
              <a:buClrTx/>
            </a:pPr>
            <a:r>
              <a:rPr lang="en-US" sz="2000" kern="1200" dirty="0">
                <a:solidFill>
                  <a:srgbClr val="6B7280"/>
                </a:solidFill>
                <a:latin typeface="Arial" pitchFamily="34" charset="0"/>
                <a:ea typeface="Arial" pitchFamily="34" charset="-122"/>
                <a:cs typeface="Arial" pitchFamily="34" charset="-120"/>
              </a:rPr>
              <a:t>につれて・にしたがって・に伴って → phía trước phải là từ chỉ THAY ĐỔI</a:t>
            </a:r>
            <a:endParaRPr lang="en-US" sz="2000" kern="1200" dirty="0">
              <a:solidFill>
                <a:prstClr val="black"/>
              </a:solidFill>
              <a:latin typeface="Calibri" panose="020F0502020204030204"/>
              <a:ea typeface="+mn-ea"/>
              <a:cs typeface="+mn-cs"/>
            </a:endParaRPr>
          </a:p>
        </p:txBody>
      </p:sp>
      <p:sp>
        <p:nvSpPr>
          <p:cNvPr id="4" name="Shape 2"/>
          <p:cNvSpPr/>
          <p:nvPr/>
        </p:nvSpPr>
        <p:spPr>
          <a:xfrm>
            <a:off x="609600" y="1706880"/>
            <a:ext cx="10972800" cy="670560"/>
          </a:xfrm>
          <a:prstGeom prst="rect">
            <a:avLst/>
          </a:prstGeom>
          <a:solidFill>
            <a:srgbClr val="27306B"/>
          </a:solidFill>
          <a:ln w="12700">
            <a:solidFill>
              <a:srgbClr val="27306B"/>
            </a:solidFill>
            <a:prstDash val="solid"/>
          </a:ln>
        </p:spPr>
      </p:sp>
      <p:sp>
        <p:nvSpPr>
          <p:cNvPr id="5" name="Text 3"/>
          <p:cNvSpPr txBox="1"/>
          <p:nvPr/>
        </p:nvSpPr>
        <p:spPr>
          <a:xfrm>
            <a:off x="792480" y="1706880"/>
            <a:ext cx="2926080" cy="670560"/>
          </a:xfrm>
          <a:prstGeom prst="rect">
            <a:avLst/>
          </a:prstGeom>
          <a:noFill/>
          <a:ln/>
        </p:spPr>
        <p:txBody>
          <a:bodyPr wrap="square" lIns="0" tIns="0" rIns="0" bIns="0" rtlCol="0" anchor="ctr"/>
          <a:lstStyle/>
          <a:p>
            <a:pPr defTabSz="1219170">
              <a:buClrTx/>
            </a:pPr>
            <a:r>
              <a:rPr lang="en-US" sz="2000" b="1" kern="1200" dirty="0">
                <a:solidFill>
                  <a:srgbClr val="FFFFFF"/>
                </a:solidFill>
                <a:latin typeface="Arial" pitchFamily="34" charset="0"/>
                <a:ea typeface="Arial" pitchFamily="34" charset="-122"/>
                <a:cs typeface="Arial" pitchFamily="34" charset="-120"/>
              </a:rPr>
              <a:t>Phía trước là…</a:t>
            </a:r>
            <a:endParaRPr lang="en-US" sz="2000" kern="1200" dirty="0">
              <a:solidFill>
                <a:prstClr val="black"/>
              </a:solidFill>
              <a:latin typeface="Calibri" panose="020F0502020204030204"/>
              <a:ea typeface="+mn-ea"/>
              <a:cs typeface="+mn-cs"/>
            </a:endParaRPr>
          </a:p>
        </p:txBody>
      </p:sp>
      <p:sp>
        <p:nvSpPr>
          <p:cNvPr id="6" name="Text 4"/>
          <p:cNvSpPr txBox="1"/>
          <p:nvPr/>
        </p:nvSpPr>
        <p:spPr>
          <a:xfrm>
            <a:off x="3779520" y="1706880"/>
            <a:ext cx="1950720" cy="670560"/>
          </a:xfrm>
          <a:prstGeom prst="rect">
            <a:avLst/>
          </a:prstGeom>
          <a:noFill/>
          <a:ln/>
        </p:spPr>
        <p:txBody>
          <a:bodyPr wrap="square" lIns="0" tIns="0" rIns="0" bIns="0" rtlCol="0" anchor="ctr"/>
          <a:lstStyle/>
          <a:p>
            <a:pPr algn="ctr" defTabSz="1219170">
              <a:buClrTx/>
            </a:pPr>
            <a:r>
              <a:rPr lang="en-US" sz="2000" b="1" kern="1200" dirty="0">
                <a:solidFill>
                  <a:srgbClr val="FFFFFF"/>
                </a:solidFill>
                <a:latin typeface="Meiryo" pitchFamily="34" charset="0"/>
                <a:ea typeface="Meiryo" pitchFamily="34" charset="-122"/>
                <a:cs typeface="Meiryo" pitchFamily="34" charset="-120"/>
              </a:rPr>
              <a:t>とともに</a:t>
            </a:r>
            <a:endParaRPr lang="en-US" sz="2000" kern="1200" dirty="0">
              <a:solidFill>
                <a:prstClr val="black"/>
              </a:solidFill>
              <a:latin typeface="Calibri" panose="020F0502020204030204"/>
              <a:ea typeface="+mn-ea"/>
              <a:cs typeface="+mn-cs"/>
            </a:endParaRPr>
          </a:p>
        </p:txBody>
      </p:sp>
      <p:sp>
        <p:nvSpPr>
          <p:cNvPr id="7" name="Text 5"/>
          <p:cNvSpPr txBox="1"/>
          <p:nvPr/>
        </p:nvSpPr>
        <p:spPr>
          <a:xfrm>
            <a:off x="5730240" y="1706880"/>
            <a:ext cx="1950720" cy="670560"/>
          </a:xfrm>
          <a:prstGeom prst="rect">
            <a:avLst/>
          </a:prstGeom>
          <a:noFill/>
          <a:ln/>
        </p:spPr>
        <p:txBody>
          <a:bodyPr wrap="square" lIns="0" tIns="0" rIns="0" bIns="0" rtlCol="0" anchor="ctr"/>
          <a:lstStyle/>
          <a:p>
            <a:pPr algn="ctr" defTabSz="1219170">
              <a:buClrTx/>
            </a:pPr>
            <a:r>
              <a:rPr lang="en-US" sz="2000" b="1" kern="1200" dirty="0">
                <a:solidFill>
                  <a:srgbClr val="FFFFFF"/>
                </a:solidFill>
                <a:latin typeface="Meiryo" pitchFamily="34" charset="0"/>
                <a:ea typeface="Meiryo" pitchFamily="34" charset="-122"/>
                <a:cs typeface="Meiryo" pitchFamily="34" charset="-120"/>
              </a:rPr>
              <a:t>につれて</a:t>
            </a:r>
            <a:endParaRPr lang="en-US" sz="2000" kern="1200" dirty="0">
              <a:solidFill>
                <a:prstClr val="black"/>
              </a:solidFill>
              <a:latin typeface="Calibri" panose="020F0502020204030204"/>
              <a:ea typeface="+mn-ea"/>
              <a:cs typeface="+mn-cs"/>
            </a:endParaRPr>
          </a:p>
        </p:txBody>
      </p:sp>
      <p:sp>
        <p:nvSpPr>
          <p:cNvPr id="8" name="Text 6"/>
          <p:cNvSpPr txBox="1"/>
          <p:nvPr/>
        </p:nvSpPr>
        <p:spPr>
          <a:xfrm>
            <a:off x="7680960" y="1706880"/>
            <a:ext cx="1950720" cy="670560"/>
          </a:xfrm>
          <a:prstGeom prst="rect">
            <a:avLst/>
          </a:prstGeom>
          <a:noFill/>
          <a:ln/>
        </p:spPr>
        <p:txBody>
          <a:bodyPr wrap="square" lIns="0" tIns="0" rIns="0" bIns="0" rtlCol="0" anchor="ctr"/>
          <a:lstStyle/>
          <a:p>
            <a:pPr algn="ctr" defTabSz="1219170">
              <a:buClrTx/>
            </a:pPr>
            <a:r>
              <a:rPr lang="en-US" sz="2000" b="1" kern="1200" dirty="0">
                <a:solidFill>
                  <a:srgbClr val="FFFFFF"/>
                </a:solidFill>
                <a:latin typeface="Meiryo" pitchFamily="34" charset="0"/>
                <a:ea typeface="Meiryo" pitchFamily="34" charset="-122"/>
                <a:cs typeface="Meiryo" pitchFamily="34" charset="-120"/>
              </a:rPr>
              <a:t>にしたがって</a:t>
            </a:r>
            <a:endParaRPr lang="en-US" sz="2000" kern="1200" dirty="0">
              <a:solidFill>
                <a:prstClr val="black"/>
              </a:solidFill>
              <a:latin typeface="Calibri" panose="020F0502020204030204"/>
              <a:ea typeface="+mn-ea"/>
              <a:cs typeface="+mn-cs"/>
            </a:endParaRPr>
          </a:p>
        </p:txBody>
      </p:sp>
      <p:sp>
        <p:nvSpPr>
          <p:cNvPr id="9" name="Text 7"/>
          <p:cNvSpPr txBox="1"/>
          <p:nvPr/>
        </p:nvSpPr>
        <p:spPr>
          <a:xfrm>
            <a:off x="9631680" y="1706880"/>
            <a:ext cx="1950720" cy="670560"/>
          </a:xfrm>
          <a:prstGeom prst="rect">
            <a:avLst/>
          </a:prstGeom>
          <a:noFill/>
          <a:ln/>
        </p:spPr>
        <p:txBody>
          <a:bodyPr wrap="square" lIns="0" tIns="0" rIns="0" bIns="0" rtlCol="0" anchor="ctr"/>
          <a:lstStyle/>
          <a:p>
            <a:pPr algn="ctr" defTabSz="1219170">
              <a:buClrTx/>
            </a:pPr>
            <a:r>
              <a:rPr lang="en-US" sz="2000" b="1" kern="1200" dirty="0">
                <a:solidFill>
                  <a:srgbClr val="FFFFFF"/>
                </a:solidFill>
                <a:latin typeface="Meiryo" pitchFamily="34" charset="0"/>
                <a:ea typeface="Meiryo" pitchFamily="34" charset="-122"/>
                <a:cs typeface="Meiryo" pitchFamily="34" charset="-120"/>
              </a:rPr>
              <a:t>に伴って</a:t>
            </a:r>
            <a:endParaRPr lang="en-US" sz="2000" kern="1200" dirty="0">
              <a:solidFill>
                <a:prstClr val="black"/>
              </a:solidFill>
              <a:latin typeface="Calibri" panose="020F0502020204030204"/>
              <a:ea typeface="+mn-ea"/>
              <a:cs typeface="+mn-cs"/>
            </a:endParaRPr>
          </a:p>
        </p:txBody>
      </p:sp>
      <p:sp>
        <p:nvSpPr>
          <p:cNvPr id="10" name="S1_left_124"/>
          <p:cNvSpPr/>
          <p:nvPr/>
        </p:nvSpPr>
        <p:spPr>
          <a:xfrm>
            <a:off x="609600" y="2377440"/>
            <a:ext cx="10972800" cy="755904"/>
          </a:xfrm>
          <a:prstGeom prst="rect">
            <a:avLst/>
          </a:prstGeom>
          <a:solidFill>
            <a:srgbClr val="FFFFFF"/>
          </a:solidFill>
          <a:ln w="12700">
            <a:solidFill>
              <a:srgbClr val="D6DBF5"/>
            </a:solidFill>
            <a:prstDash val="solid"/>
          </a:ln>
        </p:spPr>
      </p:sp>
      <p:sp>
        <p:nvSpPr>
          <p:cNvPr id="11" name="S1w_left_125"/>
          <p:cNvSpPr txBox="1"/>
          <p:nvPr/>
        </p:nvSpPr>
        <p:spPr>
          <a:xfrm>
            <a:off x="792480" y="2377440"/>
            <a:ext cx="2987040" cy="755904"/>
          </a:xfrm>
          <a:prstGeom prst="rect">
            <a:avLst/>
          </a:prstGeom>
          <a:noFill/>
          <a:ln/>
        </p:spPr>
        <p:txBody>
          <a:bodyPr wrap="square" lIns="0" tIns="0" rIns="0" bIns="0" rtlCol="0" anchor="ctr"/>
          <a:lstStyle/>
          <a:p>
            <a:pPr defTabSz="1219170">
              <a:buClrTx/>
            </a:pPr>
            <a:r>
              <a:rPr lang="en-US" sz="2267" b="1" kern="1200" dirty="0">
                <a:solidFill>
                  <a:srgbClr val="27306B"/>
                </a:solidFill>
                <a:latin typeface="Meiryo" pitchFamily="34" charset="0"/>
                <a:ea typeface="Meiryo" pitchFamily="34" charset="-122"/>
                <a:cs typeface="Meiryo" pitchFamily="34" charset="-120"/>
              </a:rPr>
              <a:t>年齢  </a:t>
            </a:r>
            <a:r>
              <a:rPr lang="en-US" sz="1600" kern="1200" dirty="0">
                <a:solidFill>
                  <a:srgbClr val="6B7280"/>
                </a:solidFill>
                <a:latin typeface="Arial" pitchFamily="34" charset="0"/>
                <a:ea typeface="Arial" pitchFamily="34" charset="-122"/>
                <a:cs typeface="Arial" pitchFamily="34" charset="-120"/>
              </a:rPr>
              <a:t>danh từ trơn</a:t>
            </a:r>
            <a:endParaRPr lang="en-US" sz="2267" kern="1200" dirty="0">
              <a:solidFill>
                <a:prstClr val="black"/>
              </a:solidFill>
              <a:latin typeface="Calibri" panose="020F0502020204030204"/>
              <a:ea typeface="+mn-ea"/>
              <a:cs typeface="+mn-cs"/>
            </a:endParaRPr>
          </a:p>
        </p:txBody>
      </p:sp>
      <p:sp>
        <p:nvSpPr>
          <p:cNvPr id="12" name="S1_zoom_126"/>
          <p:cNvSpPr txBox="1"/>
          <p:nvPr/>
        </p:nvSpPr>
        <p:spPr>
          <a:xfrm>
            <a:off x="3779520" y="2377440"/>
            <a:ext cx="1950720" cy="755904"/>
          </a:xfrm>
          <a:prstGeom prst="rect">
            <a:avLst/>
          </a:prstGeom>
          <a:noFill/>
          <a:ln/>
        </p:spPr>
        <p:txBody>
          <a:bodyPr wrap="square" lIns="0" tIns="0" rIns="0" bIns="0" rtlCol="0" anchor="ctr"/>
          <a:lstStyle/>
          <a:p>
            <a:pPr algn="ctr" defTabSz="1219170">
              <a:buClrTx/>
            </a:pPr>
            <a:r>
              <a:rPr lang="en-US" sz="2933" b="1" kern="1200" dirty="0">
                <a:solidFill>
                  <a:srgbClr val="2A9D8F"/>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13" name="S1_zoom_127"/>
          <p:cNvSpPr txBox="1"/>
          <p:nvPr/>
        </p:nvSpPr>
        <p:spPr>
          <a:xfrm>
            <a:off x="5730240" y="2377440"/>
            <a:ext cx="1950720" cy="755904"/>
          </a:xfrm>
          <a:prstGeom prst="rect">
            <a:avLst/>
          </a:prstGeom>
          <a:noFill/>
          <a:ln/>
        </p:spPr>
        <p:txBody>
          <a:bodyPr wrap="square" lIns="0" tIns="0" rIns="0" bIns="0" rtlCol="0" anchor="ctr"/>
          <a:lstStyle/>
          <a:p>
            <a:pPr algn="ctr" defTabSz="1219170">
              <a:buClrTx/>
            </a:pPr>
            <a:r>
              <a:rPr lang="en-US" sz="2933" b="1" kern="1200" dirty="0">
                <a:solidFill>
                  <a:srgbClr val="E4572E"/>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14" name="S1_zoom_128"/>
          <p:cNvSpPr txBox="1"/>
          <p:nvPr/>
        </p:nvSpPr>
        <p:spPr>
          <a:xfrm>
            <a:off x="7680960" y="2377440"/>
            <a:ext cx="1950720" cy="755904"/>
          </a:xfrm>
          <a:prstGeom prst="rect">
            <a:avLst/>
          </a:prstGeom>
          <a:noFill/>
          <a:ln/>
        </p:spPr>
        <p:txBody>
          <a:bodyPr wrap="square" lIns="0" tIns="0" rIns="0" bIns="0" rtlCol="0" anchor="ctr"/>
          <a:lstStyle/>
          <a:p>
            <a:pPr algn="ctr" defTabSz="1219170">
              <a:buClrTx/>
            </a:pPr>
            <a:r>
              <a:rPr lang="en-US" sz="2933" b="1" kern="1200" dirty="0">
                <a:solidFill>
                  <a:srgbClr val="E4572E"/>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15" name="S1_zoom_129"/>
          <p:cNvSpPr txBox="1"/>
          <p:nvPr/>
        </p:nvSpPr>
        <p:spPr>
          <a:xfrm>
            <a:off x="9631680" y="2377440"/>
            <a:ext cx="1950720" cy="755904"/>
          </a:xfrm>
          <a:prstGeom prst="rect">
            <a:avLst/>
          </a:prstGeom>
          <a:noFill/>
          <a:ln/>
        </p:spPr>
        <p:txBody>
          <a:bodyPr wrap="square" lIns="0" tIns="0" rIns="0" bIns="0" rtlCol="0" anchor="ctr"/>
          <a:lstStyle/>
          <a:p>
            <a:pPr algn="ctr" defTabSz="1219170">
              <a:buClrTx/>
            </a:pPr>
            <a:r>
              <a:rPr lang="en-US" sz="2933" b="1" kern="1200" dirty="0">
                <a:solidFill>
                  <a:srgbClr val="E4572E"/>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16" name="S2_left_130"/>
          <p:cNvSpPr/>
          <p:nvPr/>
        </p:nvSpPr>
        <p:spPr>
          <a:xfrm>
            <a:off x="609600" y="3133344"/>
            <a:ext cx="10972800" cy="755904"/>
          </a:xfrm>
          <a:prstGeom prst="rect">
            <a:avLst/>
          </a:prstGeom>
          <a:solidFill>
            <a:srgbClr val="FFFFFF"/>
          </a:solidFill>
          <a:ln w="12700">
            <a:solidFill>
              <a:srgbClr val="D6DBF5"/>
            </a:solidFill>
            <a:prstDash val="solid"/>
          </a:ln>
        </p:spPr>
      </p:sp>
      <p:sp>
        <p:nvSpPr>
          <p:cNvPr id="17" name="S2w_left_131"/>
          <p:cNvSpPr txBox="1"/>
          <p:nvPr/>
        </p:nvSpPr>
        <p:spPr>
          <a:xfrm>
            <a:off x="792480" y="3133344"/>
            <a:ext cx="2987040" cy="755904"/>
          </a:xfrm>
          <a:prstGeom prst="rect">
            <a:avLst/>
          </a:prstGeom>
          <a:noFill/>
          <a:ln/>
        </p:spPr>
        <p:txBody>
          <a:bodyPr wrap="square" lIns="0" tIns="0" rIns="0" bIns="0" rtlCol="0" anchor="ctr"/>
          <a:lstStyle/>
          <a:p>
            <a:pPr defTabSz="1219170">
              <a:buClrTx/>
            </a:pPr>
            <a:r>
              <a:rPr lang="en-US" sz="2267" b="1" kern="1200" dirty="0">
                <a:solidFill>
                  <a:srgbClr val="27306B"/>
                </a:solidFill>
                <a:latin typeface="Meiryo" pitchFamily="34" charset="0"/>
                <a:ea typeface="Meiryo" pitchFamily="34" charset="-122"/>
                <a:cs typeface="Meiryo" pitchFamily="34" charset="-120"/>
              </a:rPr>
              <a:t>時代  </a:t>
            </a:r>
            <a:r>
              <a:rPr lang="en-US" sz="1600" kern="1200" dirty="0">
                <a:solidFill>
                  <a:srgbClr val="6B7280"/>
                </a:solidFill>
                <a:latin typeface="Arial" pitchFamily="34" charset="0"/>
                <a:ea typeface="Arial" pitchFamily="34" charset="-122"/>
                <a:cs typeface="Arial" pitchFamily="34" charset="-120"/>
              </a:rPr>
              <a:t>danh từ trơn</a:t>
            </a:r>
            <a:endParaRPr lang="en-US" sz="2267" kern="1200" dirty="0">
              <a:solidFill>
                <a:prstClr val="black"/>
              </a:solidFill>
              <a:latin typeface="Calibri" panose="020F0502020204030204"/>
              <a:ea typeface="+mn-ea"/>
              <a:cs typeface="+mn-cs"/>
            </a:endParaRPr>
          </a:p>
        </p:txBody>
      </p:sp>
      <p:sp>
        <p:nvSpPr>
          <p:cNvPr id="18" name="S2_zoom_132"/>
          <p:cNvSpPr txBox="1"/>
          <p:nvPr/>
        </p:nvSpPr>
        <p:spPr>
          <a:xfrm>
            <a:off x="3779520" y="3133344"/>
            <a:ext cx="1950720" cy="755904"/>
          </a:xfrm>
          <a:prstGeom prst="rect">
            <a:avLst/>
          </a:prstGeom>
          <a:noFill/>
          <a:ln/>
        </p:spPr>
        <p:txBody>
          <a:bodyPr wrap="square" lIns="0" tIns="0" rIns="0" bIns="0" rtlCol="0" anchor="ctr"/>
          <a:lstStyle/>
          <a:p>
            <a:pPr algn="ctr" defTabSz="1219170">
              <a:buClrTx/>
            </a:pPr>
            <a:r>
              <a:rPr lang="en-US" sz="2933" b="1" kern="1200" dirty="0">
                <a:solidFill>
                  <a:srgbClr val="2A9D8F"/>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19" name="S2_zoom_133"/>
          <p:cNvSpPr txBox="1"/>
          <p:nvPr/>
        </p:nvSpPr>
        <p:spPr>
          <a:xfrm>
            <a:off x="5730240" y="3133344"/>
            <a:ext cx="1950720" cy="755904"/>
          </a:xfrm>
          <a:prstGeom prst="rect">
            <a:avLst/>
          </a:prstGeom>
          <a:noFill/>
          <a:ln/>
        </p:spPr>
        <p:txBody>
          <a:bodyPr wrap="square" lIns="0" tIns="0" rIns="0" bIns="0" rtlCol="0" anchor="ctr"/>
          <a:lstStyle/>
          <a:p>
            <a:pPr algn="ctr" defTabSz="1219170">
              <a:buClrTx/>
            </a:pPr>
            <a:r>
              <a:rPr lang="en-US" sz="2933" b="1" kern="1200" dirty="0">
                <a:solidFill>
                  <a:srgbClr val="E9A23B"/>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20" name="S2_zoom_134"/>
          <p:cNvSpPr txBox="1"/>
          <p:nvPr/>
        </p:nvSpPr>
        <p:spPr>
          <a:xfrm>
            <a:off x="7680960" y="3133344"/>
            <a:ext cx="1950720" cy="755904"/>
          </a:xfrm>
          <a:prstGeom prst="rect">
            <a:avLst/>
          </a:prstGeom>
          <a:noFill/>
          <a:ln/>
        </p:spPr>
        <p:txBody>
          <a:bodyPr wrap="square" lIns="0" tIns="0" rIns="0" bIns="0" rtlCol="0" anchor="ctr"/>
          <a:lstStyle/>
          <a:p>
            <a:pPr algn="ctr" defTabSz="1219170">
              <a:buClrTx/>
            </a:pPr>
            <a:r>
              <a:rPr lang="en-US" sz="2933" b="1" kern="1200" dirty="0">
                <a:solidFill>
                  <a:srgbClr val="E9A23B"/>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21" name="S2_zoom_135"/>
          <p:cNvSpPr txBox="1"/>
          <p:nvPr/>
        </p:nvSpPr>
        <p:spPr>
          <a:xfrm>
            <a:off x="9631680" y="3133344"/>
            <a:ext cx="1950720" cy="755904"/>
          </a:xfrm>
          <a:prstGeom prst="rect">
            <a:avLst/>
          </a:prstGeom>
          <a:noFill/>
          <a:ln/>
        </p:spPr>
        <p:txBody>
          <a:bodyPr wrap="square" lIns="0" tIns="0" rIns="0" bIns="0" rtlCol="0" anchor="ctr"/>
          <a:lstStyle/>
          <a:p>
            <a:pPr algn="ctr" defTabSz="1219170">
              <a:buClrTx/>
            </a:pPr>
            <a:r>
              <a:rPr lang="en-US" sz="2933" b="1" kern="1200" dirty="0">
                <a:solidFill>
                  <a:srgbClr val="E9A23B"/>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22" name="S3_left_136"/>
          <p:cNvSpPr/>
          <p:nvPr/>
        </p:nvSpPr>
        <p:spPr>
          <a:xfrm>
            <a:off x="609600" y="3889248"/>
            <a:ext cx="10972800" cy="755904"/>
          </a:xfrm>
          <a:prstGeom prst="rect">
            <a:avLst/>
          </a:prstGeom>
          <a:solidFill>
            <a:srgbClr val="FFFFFF"/>
          </a:solidFill>
          <a:ln w="12700">
            <a:solidFill>
              <a:srgbClr val="D6DBF5"/>
            </a:solidFill>
            <a:prstDash val="solid"/>
          </a:ln>
        </p:spPr>
      </p:sp>
      <p:sp>
        <p:nvSpPr>
          <p:cNvPr id="23" name="S3w_left_137"/>
          <p:cNvSpPr txBox="1"/>
          <p:nvPr/>
        </p:nvSpPr>
        <p:spPr>
          <a:xfrm>
            <a:off x="792480" y="3889248"/>
            <a:ext cx="2987040" cy="755904"/>
          </a:xfrm>
          <a:prstGeom prst="rect">
            <a:avLst/>
          </a:prstGeom>
          <a:noFill/>
          <a:ln/>
        </p:spPr>
        <p:txBody>
          <a:bodyPr wrap="square" lIns="0" tIns="0" rIns="0" bIns="0" rtlCol="0" anchor="ctr"/>
          <a:lstStyle/>
          <a:p>
            <a:pPr defTabSz="1219170">
              <a:buClrTx/>
            </a:pPr>
            <a:r>
              <a:rPr lang="en-US" sz="2267" b="1" kern="1200" dirty="0">
                <a:solidFill>
                  <a:srgbClr val="27306B"/>
                </a:solidFill>
                <a:latin typeface="Meiryo" pitchFamily="34" charset="0"/>
                <a:ea typeface="Meiryo" pitchFamily="34" charset="-122"/>
                <a:cs typeface="Meiryo" pitchFamily="34" charset="-120"/>
              </a:rPr>
              <a:t>年をとる  </a:t>
            </a:r>
            <a:r>
              <a:rPr lang="en-US" sz="1600" kern="1200" dirty="0">
                <a:solidFill>
                  <a:srgbClr val="6B7280"/>
                </a:solidFill>
                <a:latin typeface="Arial" pitchFamily="34" charset="0"/>
                <a:ea typeface="Arial" pitchFamily="34" charset="-122"/>
                <a:cs typeface="Arial" pitchFamily="34" charset="-120"/>
              </a:rPr>
              <a:t>động từ thay đổi</a:t>
            </a:r>
            <a:endParaRPr lang="en-US" sz="2267" kern="1200" dirty="0">
              <a:solidFill>
                <a:prstClr val="black"/>
              </a:solidFill>
              <a:latin typeface="Calibri" panose="020F0502020204030204"/>
              <a:ea typeface="+mn-ea"/>
              <a:cs typeface="+mn-cs"/>
            </a:endParaRPr>
          </a:p>
        </p:txBody>
      </p:sp>
      <p:sp>
        <p:nvSpPr>
          <p:cNvPr id="24" name="S3_zoom_138"/>
          <p:cNvSpPr txBox="1"/>
          <p:nvPr/>
        </p:nvSpPr>
        <p:spPr>
          <a:xfrm>
            <a:off x="3779520" y="3889248"/>
            <a:ext cx="1950720" cy="755904"/>
          </a:xfrm>
          <a:prstGeom prst="rect">
            <a:avLst/>
          </a:prstGeom>
          <a:noFill/>
          <a:ln/>
        </p:spPr>
        <p:txBody>
          <a:bodyPr wrap="square" lIns="0" tIns="0" rIns="0" bIns="0" rtlCol="0" anchor="ctr"/>
          <a:lstStyle/>
          <a:p>
            <a:pPr algn="ctr" defTabSz="1219170">
              <a:buClrTx/>
            </a:pPr>
            <a:r>
              <a:rPr lang="en-US" sz="2933" b="1" kern="1200" dirty="0">
                <a:solidFill>
                  <a:srgbClr val="2A9D8F"/>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25" name="S3_zoom_139"/>
          <p:cNvSpPr txBox="1"/>
          <p:nvPr/>
        </p:nvSpPr>
        <p:spPr>
          <a:xfrm>
            <a:off x="5730240" y="3889248"/>
            <a:ext cx="1950720" cy="755904"/>
          </a:xfrm>
          <a:prstGeom prst="rect">
            <a:avLst/>
          </a:prstGeom>
          <a:noFill/>
          <a:ln/>
        </p:spPr>
        <p:txBody>
          <a:bodyPr wrap="square" lIns="0" tIns="0" rIns="0" bIns="0" rtlCol="0" anchor="ctr"/>
          <a:lstStyle/>
          <a:p>
            <a:pPr algn="ctr" defTabSz="1219170">
              <a:buClrTx/>
            </a:pPr>
            <a:r>
              <a:rPr lang="en-US" sz="2933" b="1" kern="1200" dirty="0">
                <a:solidFill>
                  <a:srgbClr val="2A9D8F"/>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26" name="S3_zoom_140"/>
          <p:cNvSpPr txBox="1"/>
          <p:nvPr/>
        </p:nvSpPr>
        <p:spPr>
          <a:xfrm>
            <a:off x="7680960" y="3889248"/>
            <a:ext cx="1950720" cy="755904"/>
          </a:xfrm>
          <a:prstGeom prst="rect">
            <a:avLst/>
          </a:prstGeom>
          <a:noFill/>
          <a:ln/>
        </p:spPr>
        <p:txBody>
          <a:bodyPr wrap="square" lIns="0" tIns="0" rIns="0" bIns="0" rtlCol="0" anchor="ctr"/>
          <a:lstStyle/>
          <a:p>
            <a:pPr algn="ctr" defTabSz="1219170">
              <a:buClrTx/>
            </a:pPr>
            <a:r>
              <a:rPr lang="en-US" sz="2933" b="1" kern="1200" dirty="0">
                <a:solidFill>
                  <a:srgbClr val="2A9D8F"/>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27" name="S3_zoom_141"/>
          <p:cNvSpPr txBox="1"/>
          <p:nvPr/>
        </p:nvSpPr>
        <p:spPr>
          <a:xfrm>
            <a:off x="9631680" y="3889248"/>
            <a:ext cx="1950720" cy="755904"/>
          </a:xfrm>
          <a:prstGeom prst="rect">
            <a:avLst/>
          </a:prstGeom>
          <a:noFill/>
          <a:ln/>
        </p:spPr>
        <p:txBody>
          <a:bodyPr wrap="square" lIns="0" tIns="0" rIns="0" bIns="0" rtlCol="0" anchor="ctr"/>
          <a:lstStyle/>
          <a:p>
            <a:pPr algn="ctr" defTabSz="1219170">
              <a:buClrTx/>
            </a:pPr>
            <a:r>
              <a:rPr lang="en-US" sz="2933" b="1" kern="1200" dirty="0">
                <a:solidFill>
                  <a:srgbClr val="E9A23B"/>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28" name="S4_left_142"/>
          <p:cNvSpPr/>
          <p:nvPr/>
        </p:nvSpPr>
        <p:spPr>
          <a:xfrm>
            <a:off x="609600" y="4645152"/>
            <a:ext cx="10972800" cy="755904"/>
          </a:xfrm>
          <a:prstGeom prst="rect">
            <a:avLst/>
          </a:prstGeom>
          <a:solidFill>
            <a:srgbClr val="FFFFFF"/>
          </a:solidFill>
          <a:ln w="12700">
            <a:solidFill>
              <a:srgbClr val="D6DBF5"/>
            </a:solidFill>
            <a:prstDash val="solid"/>
          </a:ln>
        </p:spPr>
      </p:sp>
      <p:sp>
        <p:nvSpPr>
          <p:cNvPr id="29" name="S4w_left_143"/>
          <p:cNvSpPr txBox="1"/>
          <p:nvPr/>
        </p:nvSpPr>
        <p:spPr>
          <a:xfrm>
            <a:off x="792480" y="4645152"/>
            <a:ext cx="2987040" cy="755904"/>
          </a:xfrm>
          <a:prstGeom prst="rect">
            <a:avLst/>
          </a:prstGeom>
          <a:noFill/>
          <a:ln/>
        </p:spPr>
        <p:txBody>
          <a:bodyPr wrap="square" lIns="0" tIns="0" rIns="0" bIns="0" rtlCol="0" anchor="ctr"/>
          <a:lstStyle/>
          <a:p>
            <a:pPr defTabSz="1219170">
              <a:buClrTx/>
            </a:pPr>
            <a:r>
              <a:rPr lang="en-US" sz="2267" b="1" kern="1200" dirty="0">
                <a:solidFill>
                  <a:srgbClr val="27306B"/>
                </a:solidFill>
                <a:latin typeface="Meiryo" pitchFamily="34" charset="0"/>
                <a:ea typeface="Meiryo" pitchFamily="34" charset="-122"/>
                <a:cs typeface="Meiryo" pitchFamily="34" charset="-120"/>
              </a:rPr>
              <a:t>人口の増加  </a:t>
            </a:r>
            <a:r>
              <a:rPr lang="en-US" sz="1600" kern="1200" dirty="0">
                <a:solidFill>
                  <a:srgbClr val="6B7280"/>
                </a:solidFill>
                <a:latin typeface="Arial" pitchFamily="34" charset="0"/>
                <a:ea typeface="Arial" pitchFamily="34" charset="-122"/>
                <a:cs typeface="Arial" pitchFamily="34" charset="-120"/>
              </a:rPr>
              <a:t>danh từ thay đổi</a:t>
            </a:r>
            <a:endParaRPr lang="en-US" sz="2267" kern="1200" dirty="0">
              <a:solidFill>
                <a:prstClr val="black"/>
              </a:solidFill>
              <a:latin typeface="Calibri" panose="020F0502020204030204"/>
              <a:ea typeface="+mn-ea"/>
              <a:cs typeface="+mn-cs"/>
            </a:endParaRPr>
          </a:p>
        </p:txBody>
      </p:sp>
      <p:sp>
        <p:nvSpPr>
          <p:cNvPr id="30" name="S4_zoom_144"/>
          <p:cNvSpPr txBox="1"/>
          <p:nvPr/>
        </p:nvSpPr>
        <p:spPr>
          <a:xfrm>
            <a:off x="3779520" y="4645152"/>
            <a:ext cx="1950720" cy="755904"/>
          </a:xfrm>
          <a:prstGeom prst="rect">
            <a:avLst/>
          </a:prstGeom>
          <a:noFill/>
          <a:ln/>
        </p:spPr>
        <p:txBody>
          <a:bodyPr wrap="square" lIns="0" tIns="0" rIns="0" bIns="0" rtlCol="0" anchor="ctr"/>
          <a:lstStyle/>
          <a:p>
            <a:pPr algn="ctr" defTabSz="1219170">
              <a:buClrTx/>
            </a:pPr>
            <a:r>
              <a:rPr lang="en-US" sz="2933" b="1" kern="1200" dirty="0">
                <a:solidFill>
                  <a:srgbClr val="2A9D8F"/>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31" name="S4_zoom_145"/>
          <p:cNvSpPr txBox="1"/>
          <p:nvPr/>
        </p:nvSpPr>
        <p:spPr>
          <a:xfrm>
            <a:off x="5730240" y="4645152"/>
            <a:ext cx="1950720" cy="755904"/>
          </a:xfrm>
          <a:prstGeom prst="rect">
            <a:avLst/>
          </a:prstGeom>
          <a:noFill/>
          <a:ln/>
        </p:spPr>
        <p:txBody>
          <a:bodyPr wrap="square" lIns="0" tIns="0" rIns="0" bIns="0" rtlCol="0" anchor="ctr"/>
          <a:lstStyle/>
          <a:p>
            <a:pPr algn="ctr" defTabSz="1219170">
              <a:buClrTx/>
            </a:pPr>
            <a:r>
              <a:rPr lang="en-US" sz="2933" b="1" kern="1200" dirty="0">
                <a:solidFill>
                  <a:srgbClr val="2A9D8F"/>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32" name="S4_zoom_146"/>
          <p:cNvSpPr txBox="1"/>
          <p:nvPr/>
        </p:nvSpPr>
        <p:spPr>
          <a:xfrm>
            <a:off x="7680960" y="4645152"/>
            <a:ext cx="1950720" cy="755904"/>
          </a:xfrm>
          <a:prstGeom prst="rect">
            <a:avLst/>
          </a:prstGeom>
          <a:noFill/>
          <a:ln/>
        </p:spPr>
        <p:txBody>
          <a:bodyPr wrap="square" lIns="0" tIns="0" rIns="0" bIns="0" rtlCol="0" anchor="ctr"/>
          <a:lstStyle/>
          <a:p>
            <a:pPr algn="ctr" defTabSz="1219170">
              <a:buClrTx/>
            </a:pPr>
            <a:r>
              <a:rPr lang="en-US" sz="2933" b="1" kern="1200" dirty="0">
                <a:solidFill>
                  <a:srgbClr val="2A9D8F"/>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33" name="S4_zoom_147"/>
          <p:cNvSpPr txBox="1"/>
          <p:nvPr/>
        </p:nvSpPr>
        <p:spPr>
          <a:xfrm>
            <a:off x="9631680" y="4645152"/>
            <a:ext cx="1950720" cy="755904"/>
          </a:xfrm>
          <a:prstGeom prst="rect">
            <a:avLst/>
          </a:prstGeom>
          <a:noFill/>
          <a:ln/>
        </p:spPr>
        <p:txBody>
          <a:bodyPr wrap="square" lIns="0" tIns="0" rIns="0" bIns="0" rtlCol="0" anchor="ctr"/>
          <a:lstStyle/>
          <a:p>
            <a:pPr algn="ctr" defTabSz="1219170">
              <a:buClrTx/>
            </a:pPr>
            <a:r>
              <a:rPr lang="en-US" sz="2933" b="1" kern="1200" dirty="0">
                <a:solidFill>
                  <a:srgbClr val="2A9D8F"/>
                </a:solidFill>
                <a:latin typeface="Meiryo" pitchFamily="34" charset="0"/>
                <a:ea typeface="Meiryo" pitchFamily="34" charset="-122"/>
                <a:cs typeface="Meiryo" pitchFamily="34" charset="-120"/>
              </a:rPr>
              <a:t>◎</a:t>
            </a:r>
            <a:endParaRPr lang="en-US" sz="2933" kern="1200" dirty="0">
              <a:solidFill>
                <a:prstClr val="black"/>
              </a:solidFill>
              <a:latin typeface="Calibri" panose="020F0502020204030204"/>
              <a:ea typeface="+mn-ea"/>
              <a:cs typeface="+mn-cs"/>
            </a:endParaRPr>
          </a:p>
        </p:txBody>
      </p:sp>
      <p:sp>
        <p:nvSpPr>
          <p:cNvPr id="34" name="S5_zoom_148"/>
          <p:cNvSpPr/>
          <p:nvPr/>
        </p:nvSpPr>
        <p:spPr>
          <a:xfrm>
            <a:off x="609600" y="5791200"/>
            <a:ext cx="10972800" cy="670560"/>
          </a:xfrm>
          <a:prstGeom prst="roundRect">
            <a:avLst>
              <a:gd name="adj" fmla="val 14545"/>
            </a:avLst>
          </a:prstGeom>
          <a:solidFill>
            <a:srgbClr val="FFF4D6"/>
          </a:solidFill>
          <a:ln w="12700">
            <a:solidFill>
              <a:srgbClr val="F3B61F"/>
            </a:solidFill>
            <a:prstDash val="solid"/>
          </a:ln>
        </p:spPr>
      </p:sp>
      <p:sp>
        <p:nvSpPr>
          <p:cNvPr id="35" name="S5w_zoom_149"/>
          <p:cNvSpPr txBox="1"/>
          <p:nvPr/>
        </p:nvSpPr>
        <p:spPr>
          <a:xfrm>
            <a:off x="853440" y="5791200"/>
            <a:ext cx="10485120" cy="670560"/>
          </a:xfrm>
          <a:prstGeom prst="rect">
            <a:avLst/>
          </a:prstGeom>
          <a:noFill/>
          <a:ln/>
        </p:spPr>
        <p:txBody>
          <a:bodyPr wrap="square" lIns="0" tIns="0" rIns="0" bIns="0" rtlCol="0" anchor="ctr"/>
          <a:lstStyle/>
          <a:p>
            <a:pPr defTabSz="1219170">
              <a:buClrTx/>
            </a:pPr>
            <a:r>
              <a:rPr lang="en-US" sz="2267" b="1" kern="1200" dirty="0">
                <a:solidFill>
                  <a:srgbClr val="E4572E"/>
                </a:solidFill>
                <a:latin typeface="Arial" pitchFamily="34" charset="0"/>
                <a:ea typeface="Arial" pitchFamily="34" charset="-122"/>
                <a:cs typeface="Arial" pitchFamily="34" charset="-120"/>
              </a:rPr>
              <a:t>Hay ra đề:  </a:t>
            </a:r>
            <a:r>
              <a:rPr lang="en-US" sz="2267" b="1" kern="1200" dirty="0">
                <a:solidFill>
                  <a:srgbClr val="27306B"/>
                </a:solidFill>
                <a:latin typeface="Meiryo" pitchFamily="34" charset="0"/>
                <a:ea typeface="Meiryo" pitchFamily="34" charset="-122"/>
                <a:cs typeface="Meiryo" pitchFamily="34" charset="-120"/>
              </a:rPr>
              <a:t>年齢とともに ○  ／  年齢につれて ×</a:t>
            </a:r>
            <a:endParaRPr lang="en-US" sz="2267" kern="1200" dirty="0">
              <a:solidFill>
                <a:prstClr val="black"/>
              </a:solidFill>
              <a:latin typeface="Calibri" panose="020F0502020204030204"/>
              <a:ea typeface="+mn-ea"/>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450" fill="hold"/>
                                        <p:tgtEl>
                                          <p:spTgt spid="10"/>
                                        </p:tgtEl>
                                        <p:attrNameLst>
                                          <p:attrName>ppt_x</p:attrName>
                                        </p:attrNameLst>
                                      </p:cBhvr>
                                      <p:tavLst>
                                        <p:tav tm="0">
                                          <p:val>
                                            <p:strVal val="#ppt_x-0.08"/>
                                          </p:val>
                                        </p:tav>
                                        <p:tav tm="100000">
                                          <p:val>
                                            <p:strVal val="#ppt_x"/>
                                          </p:val>
                                        </p:tav>
                                      </p:tavLst>
                                    </p:anim>
                                    <p:animEffect transition="in" filter="fade">
                                      <p:cBhvr>
                                        <p:cTn id="8" dur="450"/>
                                        <p:tgtEl>
                                          <p:spTgt spid="10"/>
                                        </p:tgtEl>
                                      </p:cBhvr>
                                    </p:animEffect>
                                  </p:childTnLst>
                                </p:cTn>
                              </p:par>
                              <p:par>
                                <p:cTn id="9" presetID="42"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450" fill="hold"/>
                                        <p:tgtEl>
                                          <p:spTgt spid="11"/>
                                        </p:tgtEl>
                                        <p:attrNameLst>
                                          <p:attrName>ppt_x</p:attrName>
                                        </p:attrNameLst>
                                      </p:cBhvr>
                                      <p:tavLst>
                                        <p:tav tm="0">
                                          <p:val>
                                            <p:strVal val="#ppt_x-0.08"/>
                                          </p:val>
                                        </p:tav>
                                        <p:tav tm="100000">
                                          <p:val>
                                            <p:strVal val="#ppt_x"/>
                                          </p:val>
                                        </p:tav>
                                      </p:tavLst>
                                    </p:anim>
                                    <p:animEffect transition="in" filter="fade">
                                      <p:cBhvr>
                                        <p:cTn id="12" dur="450"/>
                                        <p:tgtEl>
                                          <p:spTgt spid="11"/>
                                        </p:tgtEl>
                                      </p:cBhvr>
                                    </p:animEffect>
                                  </p:childTnLst>
                                </p:cTn>
                              </p:par>
                            </p:childTnLst>
                          </p:cTn>
                        </p:par>
                        <p:par>
                          <p:cTn id="13" fill="hold">
                            <p:stCondLst>
                              <p:cond delay="300"/>
                            </p:stCondLst>
                            <p:childTnLst>
                              <p:par>
                                <p:cTn id="14" presetID="53" presetClass="entr" presetSubtype="16"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400" fill="hold"/>
                                        <p:tgtEl>
                                          <p:spTgt spid="12"/>
                                        </p:tgtEl>
                                        <p:attrNameLst>
                                          <p:attrName>ppt_w</p:attrName>
                                        </p:attrNameLst>
                                      </p:cBhvr>
                                      <p:tavLst>
                                        <p:tav tm="0">
                                          <p:val>
                                            <p:fltVal val="0"/>
                                          </p:val>
                                        </p:tav>
                                        <p:tav tm="100000">
                                          <p:val>
                                            <p:strVal val="#ppt_w"/>
                                          </p:val>
                                        </p:tav>
                                      </p:tavLst>
                                    </p:anim>
                                    <p:anim calcmode="lin" valueType="num">
                                      <p:cBhvr additive="base">
                                        <p:cTn id="17" dur="400" fill="hold"/>
                                        <p:tgtEl>
                                          <p:spTgt spid="12"/>
                                        </p:tgtEl>
                                        <p:attrNameLst>
                                          <p:attrName>ppt_h</p:attrName>
                                        </p:attrNameLst>
                                      </p:cBhvr>
                                      <p:tavLst>
                                        <p:tav tm="0">
                                          <p:val>
                                            <p:fltVal val="0"/>
                                          </p:val>
                                        </p:tav>
                                        <p:tav tm="100000">
                                          <p:val>
                                            <p:strVal val="#ppt_h"/>
                                          </p:val>
                                        </p:tav>
                                      </p:tavLst>
                                    </p:anim>
                                    <p:animEffect transition="in" filter="fade">
                                      <p:cBhvr>
                                        <p:cTn id="18" dur="400"/>
                                        <p:tgtEl>
                                          <p:spTgt spid="12"/>
                                        </p:tgtEl>
                                      </p:cBhvr>
                                    </p:animEffect>
                                  </p:childTnLst>
                                </p:cTn>
                              </p:par>
                            </p:childTnLst>
                          </p:cTn>
                        </p:par>
                        <p:par>
                          <p:cTn id="19" fill="hold">
                            <p:stCondLst>
                              <p:cond delay="600"/>
                            </p:stCondLst>
                            <p:childTnLst>
                              <p:par>
                                <p:cTn id="20" presetID="53" presetClass="entr" presetSubtype="16"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400" fill="hold"/>
                                        <p:tgtEl>
                                          <p:spTgt spid="13"/>
                                        </p:tgtEl>
                                        <p:attrNameLst>
                                          <p:attrName>ppt_w</p:attrName>
                                        </p:attrNameLst>
                                      </p:cBhvr>
                                      <p:tavLst>
                                        <p:tav tm="0">
                                          <p:val>
                                            <p:fltVal val="0"/>
                                          </p:val>
                                        </p:tav>
                                        <p:tav tm="100000">
                                          <p:val>
                                            <p:strVal val="#ppt_w"/>
                                          </p:val>
                                        </p:tav>
                                      </p:tavLst>
                                    </p:anim>
                                    <p:anim calcmode="lin" valueType="num">
                                      <p:cBhvr additive="base">
                                        <p:cTn id="23" dur="400" fill="hold"/>
                                        <p:tgtEl>
                                          <p:spTgt spid="13"/>
                                        </p:tgtEl>
                                        <p:attrNameLst>
                                          <p:attrName>ppt_h</p:attrName>
                                        </p:attrNameLst>
                                      </p:cBhvr>
                                      <p:tavLst>
                                        <p:tav tm="0">
                                          <p:val>
                                            <p:fltVal val="0"/>
                                          </p:val>
                                        </p:tav>
                                        <p:tav tm="100000">
                                          <p:val>
                                            <p:strVal val="#ppt_h"/>
                                          </p:val>
                                        </p:tav>
                                      </p:tavLst>
                                    </p:anim>
                                    <p:animEffect transition="in" filter="fade">
                                      <p:cBhvr>
                                        <p:cTn id="24" dur="400"/>
                                        <p:tgtEl>
                                          <p:spTgt spid="13"/>
                                        </p:tgtEl>
                                      </p:cBhvr>
                                    </p:animEffect>
                                  </p:childTnLst>
                                </p:cTn>
                              </p:par>
                            </p:childTnLst>
                          </p:cTn>
                        </p:par>
                        <p:par>
                          <p:cTn id="25" fill="hold">
                            <p:stCondLst>
                              <p:cond delay="900"/>
                            </p:stCondLst>
                            <p:childTnLst>
                              <p:par>
                                <p:cTn id="26" presetID="53" presetClass="entr" presetSubtype="16"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400" fill="hold"/>
                                        <p:tgtEl>
                                          <p:spTgt spid="14"/>
                                        </p:tgtEl>
                                        <p:attrNameLst>
                                          <p:attrName>ppt_w</p:attrName>
                                        </p:attrNameLst>
                                      </p:cBhvr>
                                      <p:tavLst>
                                        <p:tav tm="0">
                                          <p:val>
                                            <p:fltVal val="0"/>
                                          </p:val>
                                        </p:tav>
                                        <p:tav tm="100000">
                                          <p:val>
                                            <p:strVal val="#ppt_w"/>
                                          </p:val>
                                        </p:tav>
                                      </p:tavLst>
                                    </p:anim>
                                    <p:anim calcmode="lin" valueType="num">
                                      <p:cBhvr additive="base">
                                        <p:cTn id="29" dur="400" fill="hold"/>
                                        <p:tgtEl>
                                          <p:spTgt spid="14"/>
                                        </p:tgtEl>
                                        <p:attrNameLst>
                                          <p:attrName>ppt_h</p:attrName>
                                        </p:attrNameLst>
                                      </p:cBhvr>
                                      <p:tavLst>
                                        <p:tav tm="0">
                                          <p:val>
                                            <p:fltVal val="0"/>
                                          </p:val>
                                        </p:tav>
                                        <p:tav tm="100000">
                                          <p:val>
                                            <p:strVal val="#ppt_h"/>
                                          </p:val>
                                        </p:tav>
                                      </p:tavLst>
                                    </p:anim>
                                    <p:animEffect transition="in" filter="fade">
                                      <p:cBhvr>
                                        <p:cTn id="30" dur="400"/>
                                        <p:tgtEl>
                                          <p:spTgt spid="14"/>
                                        </p:tgtEl>
                                      </p:cBhvr>
                                    </p:animEffect>
                                  </p:childTnLst>
                                </p:cTn>
                              </p:par>
                            </p:childTnLst>
                          </p:cTn>
                        </p:par>
                        <p:par>
                          <p:cTn id="31" fill="hold">
                            <p:stCondLst>
                              <p:cond delay="1200"/>
                            </p:stCondLst>
                            <p:childTnLst>
                              <p:par>
                                <p:cTn id="32" presetID="53" presetClass="entr" presetSubtype="16" fill="hold" grpId="0" nodeType="after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400" fill="hold"/>
                                        <p:tgtEl>
                                          <p:spTgt spid="15"/>
                                        </p:tgtEl>
                                        <p:attrNameLst>
                                          <p:attrName>ppt_w</p:attrName>
                                        </p:attrNameLst>
                                      </p:cBhvr>
                                      <p:tavLst>
                                        <p:tav tm="0">
                                          <p:val>
                                            <p:fltVal val="0"/>
                                          </p:val>
                                        </p:tav>
                                        <p:tav tm="100000">
                                          <p:val>
                                            <p:strVal val="#ppt_w"/>
                                          </p:val>
                                        </p:tav>
                                      </p:tavLst>
                                    </p:anim>
                                    <p:anim calcmode="lin" valueType="num">
                                      <p:cBhvr additive="base">
                                        <p:cTn id="35" dur="400" fill="hold"/>
                                        <p:tgtEl>
                                          <p:spTgt spid="15"/>
                                        </p:tgtEl>
                                        <p:attrNameLst>
                                          <p:attrName>ppt_h</p:attrName>
                                        </p:attrNameLst>
                                      </p:cBhvr>
                                      <p:tavLst>
                                        <p:tav tm="0">
                                          <p:val>
                                            <p:fltVal val="0"/>
                                          </p:val>
                                        </p:tav>
                                        <p:tav tm="100000">
                                          <p:val>
                                            <p:strVal val="#ppt_h"/>
                                          </p:val>
                                        </p:tav>
                                      </p:tavLst>
                                    </p:anim>
                                    <p:animEffect transition="in" filter="fade">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450" fill="hold"/>
                                        <p:tgtEl>
                                          <p:spTgt spid="16"/>
                                        </p:tgtEl>
                                        <p:attrNameLst>
                                          <p:attrName>ppt_x</p:attrName>
                                        </p:attrNameLst>
                                      </p:cBhvr>
                                      <p:tavLst>
                                        <p:tav tm="0">
                                          <p:val>
                                            <p:strVal val="#ppt_x-0.08"/>
                                          </p:val>
                                        </p:tav>
                                        <p:tav tm="100000">
                                          <p:val>
                                            <p:strVal val="#ppt_x"/>
                                          </p:val>
                                        </p:tav>
                                      </p:tavLst>
                                    </p:anim>
                                    <p:animEffect transition="in" filter="fade">
                                      <p:cBhvr>
                                        <p:cTn id="42" dur="450"/>
                                        <p:tgtEl>
                                          <p:spTgt spid="16"/>
                                        </p:tgtEl>
                                      </p:cBhvr>
                                    </p:animEffect>
                                  </p:childTnLst>
                                </p:cTn>
                              </p:par>
                              <p:par>
                                <p:cTn id="43" presetID="42"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450" fill="hold"/>
                                        <p:tgtEl>
                                          <p:spTgt spid="17"/>
                                        </p:tgtEl>
                                        <p:attrNameLst>
                                          <p:attrName>ppt_x</p:attrName>
                                        </p:attrNameLst>
                                      </p:cBhvr>
                                      <p:tavLst>
                                        <p:tav tm="0">
                                          <p:val>
                                            <p:strVal val="#ppt_x-0.08"/>
                                          </p:val>
                                        </p:tav>
                                        <p:tav tm="100000">
                                          <p:val>
                                            <p:strVal val="#ppt_x"/>
                                          </p:val>
                                        </p:tav>
                                      </p:tavLst>
                                    </p:anim>
                                    <p:animEffect transition="in" filter="fade">
                                      <p:cBhvr>
                                        <p:cTn id="46" dur="450"/>
                                        <p:tgtEl>
                                          <p:spTgt spid="17"/>
                                        </p:tgtEl>
                                      </p:cBhvr>
                                    </p:animEffect>
                                  </p:childTnLst>
                                </p:cTn>
                              </p:par>
                            </p:childTnLst>
                          </p:cTn>
                        </p:par>
                        <p:par>
                          <p:cTn id="47" fill="hold">
                            <p:stCondLst>
                              <p:cond delay="300"/>
                            </p:stCondLst>
                            <p:childTnLst>
                              <p:par>
                                <p:cTn id="48" presetID="53" presetClass="entr" presetSubtype="16" fill="hold" grpId="0" nodeType="after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400" fill="hold"/>
                                        <p:tgtEl>
                                          <p:spTgt spid="18"/>
                                        </p:tgtEl>
                                        <p:attrNameLst>
                                          <p:attrName>ppt_w</p:attrName>
                                        </p:attrNameLst>
                                      </p:cBhvr>
                                      <p:tavLst>
                                        <p:tav tm="0">
                                          <p:val>
                                            <p:fltVal val="0"/>
                                          </p:val>
                                        </p:tav>
                                        <p:tav tm="100000">
                                          <p:val>
                                            <p:strVal val="#ppt_w"/>
                                          </p:val>
                                        </p:tav>
                                      </p:tavLst>
                                    </p:anim>
                                    <p:anim calcmode="lin" valueType="num">
                                      <p:cBhvr additive="base">
                                        <p:cTn id="51" dur="400" fill="hold"/>
                                        <p:tgtEl>
                                          <p:spTgt spid="18"/>
                                        </p:tgtEl>
                                        <p:attrNameLst>
                                          <p:attrName>ppt_h</p:attrName>
                                        </p:attrNameLst>
                                      </p:cBhvr>
                                      <p:tavLst>
                                        <p:tav tm="0">
                                          <p:val>
                                            <p:fltVal val="0"/>
                                          </p:val>
                                        </p:tav>
                                        <p:tav tm="100000">
                                          <p:val>
                                            <p:strVal val="#ppt_h"/>
                                          </p:val>
                                        </p:tav>
                                      </p:tavLst>
                                    </p:anim>
                                    <p:animEffect transition="in" filter="fade">
                                      <p:cBhvr>
                                        <p:cTn id="52" dur="400"/>
                                        <p:tgtEl>
                                          <p:spTgt spid="18"/>
                                        </p:tgtEl>
                                      </p:cBhvr>
                                    </p:animEffect>
                                  </p:childTnLst>
                                </p:cTn>
                              </p:par>
                            </p:childTnLst>
                          </p:cTn>
                        </p:par>
                        <p:par>
                          <p:cTn id="53" fill="hold">
                            <p:stCondLst>
                              <p:cond delay="600"/>
                            </p:stCondLst>
                            <p:childTnLst>
                              <p:par>
                                <p:cTn id="54" presetID="53" presetClass="entr" presetSubtype="16"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400" fill="hold"/>
                                        <p:tgtEl>
                                          <p:spTgt spid="19"/>
                                        </p:tgtEl>
                                        <p:attrNameLst>
                                          <p:attrName>ppt_w</p:attrName>
                                        </p:attrNameLst>
                                      </p:cBhvr>
                                      <p:tavLst>
                                        <p:tav tm="0">
                                          <p:val>
                                            <p:fltVal val="0"/>
                                          </p:val>
                                        </p:tav>
                                        <p:tav tm="100000">
                                          <p:val>
                                            <p:strVal val="#ppt_w"/>
                                          </p:val>
                                        </p:tav>
                                      </p:tavLst>
                                    </p:anim>
                                    <p:anim calcmode="lin" valueType="num">
                                      <p:cBhvr additive="base">
                                        <p:cTn id="57" dur="400" fill="hold"/>
                                        <p:tgtEl>
                                          <p:spTgt spid="19"/>
                                        </p:tgtEl>
                                        <p:attrNameLst>
                                          <p:attrName>ppt_h</p:attrName>
                                        </p:attrNameLst>
                                      </p:cBhvr>
                                      <p:tavLst>
                                        <p:tav tm="0">
                                          <p:val>
                                            <p:fltVal val="0"/>
                                          </p:val>
                                        </p:tav>
                                        <p:tav tm="100000">
                                          <p:val>
                                            <p:strVal val="#ppt_h"/>
                                          </p:val>
                                        </p:tav>
                                      </p:tavLst>
                                    </p:anim>
                                    <p:animEffect transition="in" filter="fade">
                                      <p:cBhvr>
                                        <p:cTn id="58" dur="400"/>
                                        <p:tgtEl>
                                          <p:spTgt spid="19"/>
                                        </p:tgtEl>
                                      </p:cBhvr>
                                    </p:animEffect>
                                  </p:childTnLst>
                                </p:cTn>
                              </p:par>
                            </p:childTnLst>
                          </p:cTn>
                        </p:par>
                        <p:par>
                          <p:cTn id="59" fill="hold">
                            <p:stCondLst>
                              <p:cond delay="900"/>
                            </p:stCondLst>
                            <p:childTnLst>
                              <p:par>
                                <p:cTn id="60" presetID="53" presetClass="entr" presetSubtype="16" fill="hold" grpId="0" nodeType="after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400" fill="hold"/>
                                        <p:tgtEl>
                                          <p:spTgt spid="20"/>
                                        </p:tgtEl>
                                        <p:attrNameLst>
                                          <p:attrName>ppt_w</p:attrName>
                                        </p:attrNameLst>
                                      </p:cBhvr>
                                      <p:tavLst>
                                        <p:tav tm="0">
                                          <p:val>
                                            <p:fltVal val="0"/>
                                          </p:val>
                                        </p:tav>
                                        <p:tav tm="100000">
                                          <p:val>
                                            <p:strVal val="#ppt_w"/>
                                          </p:val>
                                        </p:tav>
                                      </p:tavLst>
                                    </p:anim>
                                    <p:anim calcmode="lin" valueType="num">
                                      <p:cBhvr additive="base">
                                        <p:cTn id="63" dur="400" fill="hold"/>
                                        <p:tgtEl>
                                          <p:spTgt spid="20"/>
                                        </p:tgtEl>
                                        <p:attrNameLst>
                                          <p:attrName>ppt_h</p:attrName>
                                        </p:attrNameLst>
                                      </p:cBhvr>
                                      <p:tavLst>
                                        <p:tav tm="0">
                                          <p:val>
                                            <p:fltVal val="0"/>
                                          </p:val>
                                        </p:tav>
                                        <p:tav tm="100000">
                                          <p:val>
                                            <p:strVal val="#ppt_h"/>
                                          </p:val>
                                        </p:tav>
                                      </p:tavLst>
                                    </p:anim>
                                    <p:animEffect transition="in" filter="fade">
                                      <p:cBhvr>
                                        <p:cTn id="64" dur="400"/>
                                        <p:tgtEl>
                                          <p:spTgt spid="20"/>
                                        </p:tgtEl>
                                      </p:cBhvr>
                                    </p:animEffect>
                                  </p:childTnLst>
                                </p:cTn>
                              </p:par>
                            </p:childTnLst>
                          </p:cTn>
                        </p:par>
                        <p:par>
                          <p:cTn id="65" fill="hold">
                            <p:stCondLst>
                              <p:cond delay="1200"/>
                            </p:stCondLst>
                            <p:childTnLst>
                              <p:par>
                                <p:cTn id="66" presetID="53" presetClass="entr" presetSubtype="16" fill="hold" grpId="0" nodeType="afterEffect">
                                  <p:stCondLst>
                                    <p:cond delay="0"/>
                                  </p:stCondLst>
                                  <p:childTnLst>
                                    <p:set>
                                      <p:cBhvr>
                                        <p:cTn id="67" dur="1" fill="hold">
                                          <p:stCondLst>
                                            <p:cond delay="0"/>
                                          </p:stCondLst>
                                        </p:cTn>
                                        <p:tgtEl>
                                          <p:spTgt spid="21"/>
                                        </p:tgtEl>
                                        <p:attrNameLst>
                                          <p:attrName>style.visibility</p:attrName>
                                        </p:attrNameLst>
                                      </p:cBhvr>
                                      <p:to>
                                        <p:strVal val="visible"/>
                                      </p:to>
                                    </p:set>
                                    <p:anim calcmode="lin" valueType="num">
                                      <p:cBhvr additive="base">
                                        <p:cTn id="68" dur="400" fill="hold"/>
                                        <p:tgtEl>
                                          <p:spTgt spid="21"/>
                                        </p:tgtEl>
                                        <p:attrNameLst>
                                          <p:attrName>ppt_w</p:attrName>
                                        </p:attrNameLst>
                                      </p:cBhvr>
                                      <p:tavLst>
                                        <p:tav tm="0">
                                          <p:val>
                                            <p:fltVal val="0"/>
                                          </p:val>
                                        </p:tav>
                                        <p:tav tm="100000">
                                          <p:val>
                                            <p:strVal val="#ppt_w"/>
                                          </p:val>
                                        </p:tav>
                                      </p:tavLst>
                                    </p:anim>
                                    <p:anim calcmode="lin" valueType="num">
                                      <p:cBhvr additive="base">
                                        <p:cTn id="69" dur="400" fill="hold"/>
                                        <p:tgtEl>
                                          <p:spTgt spid="21"/>
                                        </p:tgtEl>
                                        <p:attrNameLst>
                                          <p:attrName>ppt_h</p:attrName>
                                        </p:attrNameLst>
                                      </p:cBhvr>
                                      <p:tavLst>
                                        <p:tav tm="0">
                                          <p:val>
                                            <p:fltVal val="0"/>
                                          </p:val>
                                        </p:tav>
                                        <p:tav tm="100000">
                                          <p:val>
                                            <p:strVal val="#ppt_h"/>
                                          </p:val>
                                        </p:tav>
                                      </p:tavLst>
                                    </p:anim>
                                    <p:animEffect transition="in" filter="fade">
                                      <p:cBhvr>
                                        <p:cTn id="70" dur="400"/>
                                        <p:tgtEl>
                                          <p:spTgt spid="21"/>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anim calcmode="lin" valueType="num">
                                      <p:cBhvr additive="base">
                                        <p:cTn id="75" dur="450" fill="hold"/>
                                        <p:tgtEl>
                                          <p:spTgt spid="22"/>
                                        </p:tgtEl>
                                        <p:attrNameLst>
                                          <p:attrName>ppt_x</p:attrName>
                                        </p:attrNameLst>
                                      </p:cBhvr>
                                      <p:tavLst>
                                        <p:tav tm="0">
                                          <p:val>
                                            <p:strVal val="#ppt_x-0.08"/>
                                          </p:val>
                                        </p:tav>
                                        <p:tav tm="100000">
                                          <p:val>
                                            <p:strVal val="#ppt_x"/>
                                          </p:val>
                                        </p:tav>
                                      </p:tavLst>
                                    </p:anim>
                                    <p:animEffect transition="in" filter="fade">
                                      <p:cBhvr>
                                        <p:cTn id="76" dur="450"/>
                                        <p:tgtEl>
                                          <p:spTgt spid="22"/>
                                        </p:tgtEl>
                                      </p:cBhvr>
                                    </p:animEffect>
                                  </p:childTnLst>
                                </p:cTn>
                              </p:par>
                              <p:par>
                                <p:cTn id="77" presetID="42" presetClass="entr" presetSubtype="0"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450" fill="hold"/>
                                        <p:tgtEl>
                                          <p:spTgt spid="23"/>
                                        </p:tgtEl>
                                        <p:attrNameLst>
                                          <p:attrName>ppt_x</p:attrName>
                                        </p:attrNameLst>
                                      </p:cBhvr>
                                      <p:tavLst>
                                        <p:tav tm="0">
                                          <p:val>
                                            <p:strVal val="#ppt_x-0.08"/>
                                          </p:val>
                                        </p:tav>
                                        <p:tav tm="100000">
                                          <p:val>
                                            <p:strVal val="#ppt_x"/>
                                          </p:val>
                                        </p:tav>
                                      </p:tavLst>
                                    </p:anim>
                                    <p:animEffect transition="in" filter="fade">
                                      <p:cBhvr>
                                        <p:cTn id="80" dur="450"/>
                                        <p:tgtEl>
                                          <p:spTgt spid="23"/>
                                        </p:tgtEl>
                                      </p:cBhvr>
                                    </p:animEffect>
                                  </p:childTnLst>
                                </p:cTn>
                              </p:par>
                            </p:childTnLst>
                          </p:cTn>
                        </p:par>
                        <p:par>
                          <p:cTn id="81" fill="hold">
                            <p:stCondLst>
                              <p:cond delay="300"/>
                            </p:stCondLst>
                            <p:childTnLst>
                              <p:par>
                                <p:cTn id="82" presetID="53" presetClass="entr" presetSubtype="16" fill="hold" grpId="0" nodeType="afterEffect">
                                  <p:stCondLst>
                                    <p:cond delay="0"/>
                                  </p:stCondLst>
                                  <p:childTnLst>
                                    <p:set>
                                      <p:cBhvr>
                                        <p:cTn id="83" dur="1" fill="hold">
                                          <p:stCondLst>
                                            <p:cond delay="0"/>
                                          </p:stCondLst>
                                        </p:cTn>
                                        <p:tgtEl>
                                          <p:spTgt spid="24"/>
                                        </p:tgtEl>
                                        <p:attrNameLst>
                                          <p:attrName>style.visibility</p:attrName>
                                        </p:attrNameLst>
                                      </p:cBhvr>
                                      <p:to>
                                        <p:strVal val="visible"/>
                                      </p:to>
                                    </p:set>
                                    <p:anim calcmode="lin" valueType="num">
                                      <p:cBhvr additive="base">
                                        <p:cTn id="84" dur="400" fill="hold"/>
                                        <p:tgtEl>
                                          <p:spTgt spid="24"/>
                                        </p:tgtEl>
                                        <p:attrNameLst>
                                          <p:attrName>ppt_w</p:attrName>
                                        </p:attrNameLst>
                                      </p:cBhvr>
                                      <p:tavLst>
                                        <p:tav tm="0">
                                          <p:val>
                                            <p:fltVal val="0"/>
                                          </p:val>
                                        </p:tav>
                                        <p:tav tm="100000">
                                          <p:val>
                                            <p:strVal val="#ppt_w"/>
                                          </p:val>
                                        </p:tav>
                                      </p:tavLst>
                                    </p:anim>
                                    <p:anim calcmode="lin" valueType="num">
                                      <p:cBhvr additive="base">
                                        <p:cTn id="85" dur="400" fill="hold"/>
                                        <p:tgtEl>
                                          <p:spTgt spid="24"/>
                                        </p:tgtEl>
                                        <p:attrNameLst>
                                          <p:attrName>ppt_h</p:attrName>
                                        </p:attrNameLst>
                                      </p:cBhvr>
                                      <p:tavLst>
                                        <p:tav tm="0">
                                          <p:val>
                                            <p:fltVal val="0"/>
                                          </p:val>
                                        </p:tav>
                                        <p:tav tm="100000">
                                          <p:val>
                                            <p:strVal val="#ppt_h"/>
                                          </p:val>
                                        </p:tav>
                                      </p:tavLst>
                                    </p:anim>
                                    <p:animEffect transition="in" filter="fade">
                                      <p:cBhvr>
                                        <p:cTn id="86" dur="400"/>
                                        <p:tgtEl>
                                          <p:spTgt spid="24"/>
                                        </p:tgtEl>
                                      </p:cBhvr>
                                    </p:animEffect>
                                  </p:childTnLst>
                                </p:cTn>
                              </p:par>
                            </p:childTnLst>
                          </p:cTn>
                        </p:par>
                        <p:par>
                          <p:cTn id="87" fill="hold">
                            <p:stCondLst>
                              <p:cond delay="600"/>
                            </p:stCondLst>
                            <p:childTnLst>
                              <p:par>
                                <p:cTn id="88" presetID="53" presetClass="entr" presetSubtype="16" fill="hold" grpId="0" nodeType="afterEffect">
                                  <p:stCondLst>
                                    <p:cond delay="0"/>
                                  </p:stCondLst>
                                  <p:childTnLst>
                                    <p:set>
                                      <p:cBhvr>
                                        <p:cTn id="89" dur="1" fill="hold">
                                          <p:stCondLst>
                                            <p:cond delay="0"/>
                                          </p:stCondLst>
                                        </p:cTn>
                                        <p:tgtEl>
                                          <p:spTgt spid="25"/>
                                        </p:tgtEl>
                                        <p:attrNameLst>
                                          <p:attrName>style.visibility</p:attrName>
                                        </p:attrNameLst>
                                      </p:cBhvr>
                                      <p:to>
                                        <p:strVal val="visible"/>
                                      </p:to>
                                    </p:set>
                                    <p:anim calcmode="lin" valueType="num">
                                      <p:cBhvr additive="base">
                                        <p:cTn id="90" dur="400" fill="hold"/>
                                        <p:tgtEl>
                                          <p:spTgt spid="25"/>
                                        </p:tgtEl>
                                        <p:attrNameLst>
                                          <p:attrName>ppt_w</p:attrName>
                                        </p:attrNameLst>
                                      </p:cBhvr>
                                      <p:tavLst>
                                        <p:tav tm="0">
                                          <p:val>
                                            <p:fltVal val="0"/>
                                          </p:val>
                                        </p:tav>
                                        <p:tav tm="100000">
                                          <p:val>
                                            <p:strVal val="#ppt_w"/>
                                          </p:val>
                                        </p:tav>
                                      </p:tavLst>
                                    </p:anim>
                                    <p:anim calcmode="lin" valueType="num">
                                      <p:cBhvr additive="base">
                                        <p:cTn id="91" dur="400" fill="hold"/>
                                        <p:tgtEl>
                                          <p:spTgt spid="25"/>
                                        </p:tgtEl>
                                        <p:attrNameLst>
                                          <p:attrName>ppt_h</p:attrName>
                                        </p:attrNameLst>
                                      </p:cBhvr>
                                      <p:tavLst>
                                        <p:tav tm="0">
                                          <p:val>
                                            <p:fltVal val="0"/>
                                          </p:val>
                                        </p:tav>
                                        <p:tav tm="100000">
                                          <p:val>
                                            <p:strVal val="#ppt_h"/>
                                          </p:val>
                                        </p:tav>
                                      </p:tavLst>
                                    </p:anim>
                                    <p:animEffect transition="in" filter="fade">
                                      <p:cBhvr>
                                        <p:cTn id="92" dur="400"/>
                                        <p:tgtEl>
                                          <p:spTgt spid="25"/>
                                        </p:tgtEl>
                                      </p:cBhvr>
                                    </p:animEffect>
                                  </p:childTnLst>
                                </p:cTn>
                              </p:par>
                            </p:childTnLst>
                          </p:cTn>
                        </p:par>
                        <p:par>
                          <p:cTn id="93" fill="hold">
                            <p:stCondLst>
                              <p:cond delay="900"/>
                            </p:stCondLst>
                            <p:childTnLst>
                              <p:par>
                                <p:cTn id="94" presetID="53" presetClass="entr" presetSubtype="16" fill="hold" grpId="0" nodeType="afterEffect">
                                  <p:stCondLst>
                                    <p:cond delay="0"/>
                                  </p:stCondLst>
                                  <p:childTnLst>
                                    <p:set>
                                      <p:cBhvr>
                                        <p:cTn id="95" dur="1" fill="hold">
                                          <p:stCondLst>
                                            <p:cond delay="0"/>
                                          </p:stCondLst>
                                        </p:cTn>
                                        <p:tgtEl>
                                          <p:spTgt spid="26"/>
                                        </p:tgtEl>
                                        <p:attrNameLst>
                                          <p:attrName>style.visibility</p:attrName>
                                        </p:attrNameLst>
                                      </p:cBhvr>
                                      <p:to>
                                        <p:strVal val="visible"/>
                                      </p:to>
                                    </p:set>
                                    <p:anim calcmode="lin" valueType="num">
                                      <p:cBhvr additive="base">
                                        <p:cTn id="96" dur="400" fill="hold"/>
                                        <p:tgtEl>
                                          <p:spTgt spid="26"/>
                                        </p:tgtEl>
                                        <p:attrNameLst>
                                          <p:attrName>ppt_w</p:attrName>
                                        </p:attrNameLst>
                                      </p:cBhvr>
                                      <p:tavLst>
                                        <p:tav tm="0">
                                          <p:val>
                                            <p:fltVal val="0"/>
                                          </p:val>
                                        </p:tav>
                                        <p:tav tm="100000">
                                          <p:val>
                                            <p:strVal val="#ppt_w"/>
                                          </p:val>
                                        </p:tav>
                                      </p:tavLst>
                                    </p:anim>
                                    <p:anim calcmode="lin" valueType="num">
                                      <p:cBhvr additive="base">
                                        <p:cTn id="97" dur="400" fill="hold"/>
                                        <p:tgtEl>
                                          <p:spTgt spid="26"/>
                                        </p:tgtEl>
                                        <p:attrNameLst>
                                          <p:attrName>ppt_h</p:attrName>
                                        </p:attrNameLst>
                                      </p:cBhvr>
                                      <p:tavLst>
                                        <p:tav tm="0">
                                          <p:val>
                                            <p:fltVal val="0"/>
                                          </p:val>
                                        </p:tav>
                                        <p:tav tm="100000">
                                          <p:val>
                                            <p:strVal val="#ppt_h"/>
                                          </p:val>
                                        </p:tav>
                                      </p:tavLst>
                                    </p:anim>
                                    <p:animEffect transition="in" filter="fade">
                                      <p:cBhvr>
                                        <p:cTn id="98" dur="400"/>
                                        <p:tgtEl>
                                          <p:spTgt spid="26"/>
                                        </p:tgtEl>
                                      </p:cBhvr>
                                    </p:animEffect>
                                  </p:childTnLst>
                                </p:cTn>
                              </p:par>
                            </p:childTnLst>
                          </p:cTn>
                        </p:par>
                        <p:par>
                          <p:cTn id="99" fill="hold">
                            <p:stCondLst>
                              <p:cond delay="1200"/>
                            </p:stCondLst>
                            <p:childTnLst>
                              <p:par>
                                <p:cTn id="100" presetID="53" presetClass="entr" presetSubtype="16"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400" fill="hold"/>
                                        <p:tgtEl>
                                          <p:spTgt spid="27"/>
                                        </p:tgtEl>
                                        <p:attrNameLst>
                                          <p:attrName>ppt_w</p:attrName>
                                        </p:attrNameLst>
                                      </p:cBhvr>
                                      <p:tavLst>
                                        <p:tav tm="0">
                                          <p:val>
                                            <p:fltVal val="0"/>
                                          </p:val>
                                        </p:tav>
                                        <p:tav tm="100000">
                                          <p:val>
                                            <p:strVal val="#ppt_w"/>
                                          </p:val>
                                        </p:tav>
                                      </p:tavLst>
                                    </p:anim>
                                    <p:anim calcmode="lin" valueType="num">
                                      <p:cBhvr additive="base">
                                        <p:cTn id="103" dur="400" fill="hold"/>
                                        <p:tgtEl>
                                          <p:spTgt spid="27"/>
                                        </p:tgtEl>
                                        <p:attrNameLst>
                                          <p:attrName>ppt_h</p:attrName>
                                        </p:attrNameLst>
                                      </p:cBhvr>
                                      <p:tavLst>
                                        <p:tav tm="0">
                                          <p:val>
                                            <p:fltVal val="0"/>
                                          </p:val>
                                        </p:tav>
                                        <p:tav tm="100000">
                                          <p:val>
                                            <p:strVal val="#ppt_h"/>
                                          </p:val>
                                        </p:tav>
                                      </p:tavLst>
                                    </p:anim>
                                    <p:animEffect transition="in" filter="fade">
                                      <p:cBhvr>
                                        <p:cTn id="104" dur="400"/>
                                        <p:tgtEl>
                                          <p:spTgt spid="27"/>
                                        </p:tgtEl>
                                      </p:cBhvr>
                                    </p:animEffect>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grpId="0" nodeType="clickEffect">
                                  <p:stCondLst>
                                    <p:cond delay="0"/>
                                  </p:stCondLst>
                                  <p:childTnLst>
                                    <p:set>
                                      <p:cBhvr>
                                        <p:cTn id="108" dur="1" fill="hold">
                                          <p:stCondLst>
                                            <p:cond delay="0"/>
                                          </p:stCondLst>
                                        </p:cTn>
                                        <p:tgtEl>
                                          <p:spTgt spid="28"/>
                                        </p:tgtEl>
                                        <p:attrNameLst>
                                          <p:attrName>style.visibility</p:attrName>
                                        </p:attrNameLst>
                                      </p:cBhvr>
                                      <p:to>
                                        <p:strVal val="visible"/>
                                      </p:to>
                                    </p:set>
                                    <p:anim calcmode="lin" valueType="num">
                                      <p:cBhvr additive="base">
                                        <p:cTn id="109" dur="450" fill="hold"/>
                                        <p:tgtEl>
                                          <p:spTgt spid="28"/>
                                        </p:tgtEl>
                                        <p:attrNameLst>
                                          <p:attrName>ppt_x</p:attrName>
                                        </p:attrNameLst>
                                      </p:cBhvr>
                                      <p:tavLst>
                                        <p:tav tm="0">
                                          <p:val>
                                            <p:strVal val="#ppt_x-0.08"/>
                                          </p:val>
                                        </p:tav>
                                        <p:tav tm="100000">
                                          <p:val>
                                            <p:strVal val="#ppt_x"/>
                                          </p:val>
                                        </p:tav>
                                      </p:tavLst>
                                    </p:anim>
                                    <p:animEffect transition="in" filter="fade">
                                      <p:cBhvr>
                                        <p:cTn id="110" dur="450"/>
                                        <p:tgtEl>
                                          <p:spTgt spid="28"/>
                                        </p:tgtEl>
                                      </p:cBhvr>
                                    </p:animEffect>
                                  </p:childTnLst>
                                </p:cTn>
                              </p:par>
                              <p:par>
                                <p:cTn id="111" presetID="42" presetClass="entr" presetSubtype="0" fill="hold" grpId="0" nodeType="withEffect">
                                  <p:stCondLst>
                                    <p:cond delay="0"/>
                                  </p:stCondLst>
                                  <p:childTnLst>
                                    <p:set>
                                      <p:cBhvr>
                                        <p:cTn id="112" dur="1" fill="hold">
                                          <p:stCondLst>
                                            <p:cond delay="0"/>
                                          </p:stCondLst>
                                        </p:cTn>
                                        <p:tgtEl>
                                          <p:spTgt spid="29"/>
                                        </p:tgtEl>
                                        <p:attrNameLst>
                                          <p:attrName>style.visibility</p:attrName>
                                        </p:attrNameLst>
                                      </p:cBhvr>
                                      <p:to>
                                        <p:strVal val="visible"/>
                                      </p:to>
                                    </p:set>
                                    <p:anim calcmode="lin" valueType="num">
                                      <p:cBhvr additive="base">
                                        <p:cTn id="113" dur="450" fill="hold"/>
                                        <p:tgtEl>
                                          <p:spTgt spid="29"/>
                                        </p:tgtEl>
                                        <p:attrNameLst>
                                          <p:attrName>ppt_x</p:attrName>
                                        </p:attrNameLst>
                                      </p:cBhvr>
                                      <p:tavLst>
                                        <p:tav tm="0">
                                          <p:val>
                                            <p:strVal val="#ppt_x-0.08"/>
                                          </p:val>
                                        </p:tav>
                                        <p:tav tm="100000">
                                          <p:val>
                                            <p:strVal val="#ppt_x"/>
                                          </p:val>
                                        </p:tav>
                                      </p:tavLst>
                                    </p:anim>
                                    <p:animEffect transition="in" filter="fade">
                                      <p:cBhvr>
                                        <p:cTn id="114" dur="450"/>
                                        <p:tgtEl>
                                          <p:spTgt spid="29"/>
                                        </p:tgtEl>
                                      </p:cBhvr>
                                    </p:animEffect>
                                  </p:childTnLst>
                                </p:cTn>
                              </p:par>
                            </p:childTnLst>
                          </p:cTn>
                        </p:par>
                        <p:par>
                          <p:cTn id="115" fill="hold">
                            <p:stCondLst>
                              <p:cond delay="300"/>
                            </p:stCondLst>
                            <p:childTnLst>
                              <p:par>
                                <p:cTn id="116" presetID="53" presetClass="entr" presetSubtype="16" fill="hold" grpId="0" nodeType="afterEffect">
                                  <p:stCondLst>
                                    <p:cond delay="0"/>
                                  </p:stCondLst>
                                  <p:childTnLst>
                                    <p:set>
                                      <p:cBhvr>
                                        <p:cTn id="117" dur="1" fill="hold">
                                          <p:stCondLst>
                                            <p:cond delay="0"/>
                                          </p:stCondLst>
                                        </p:cTn>
                                        <p:tgtEl>
                                          <p:spTgt spid="30"/>
                                        </p:tgtEl>
                                        <p:attrNameLst>
                                          <p:attrName>style.visibility</p:attrName>
                                        </p:attrNameLst>
                                      </p:cBhvr>
                                      <p:to>
                                        <p:strVal val="visible"/>
                                      </p:to>
                                    </p:set>
                                    <p:anim calcmode="lin" valueType="num">
                                      <p:cBhvr additive="base">
                                        <p:cTn id="118" dur="400" fill="hold"/>
                                        <p:tgtEl>
                                          <p:spTgt spid="30"/>
                                        </p:tgtEl>
                                        <p:attrNameLst>
                                          <p:attrName>ppt_w</p:attrName>
                                        </p:attrNameLst>
                                      </p:cBhvr>
                                      <p:tavLst>
                                        <p:tav tm="0">
                                          <p:val>
                                            <p:fltVal val="0"/>
                                          </p:val>
                                        </p:tav>
                                        <p:tav tm="100000">
                                          <p:val>
                                            <p:strVal val="#ppt_w"/>
                                          </p:val>
                                        </p:tav>
                                      </p:tavLst>
                                    </p:anim>
                                    <p:anim calcmode="lin" valueType="num">
                                      <p:cBhvr additive="base">
                                        <p:cTn id="119" dur="400" fill="hold"/>
                                        <p:tgtEl>
                                          <p:spTgt spid="30"/>
                                        </p:tgtEl>
                                        <p:attrNameLst>
                                          <p:attrName>ppt_h</p:attrName>
                                        </p:attrNameLst>
                                      </p:cBhvr>
                                      <p:tavLst>
                                        <p:tav tm="0">
                                          <p:val>
                                            <p:fltVal val="0"/>
                                          </p:val>
                                        </p:tav>
                                        <p:tav tm="100000">
                                          <p:val>
                                            <p:strVal val="#ppt_h"/>
                                          </p:val>
                                        </p:tav>
                                      </p:tavLst>
                                    </p:anim>
                                    <p:animEffect transition="in" filter="fade">
                                      <p:cBhvr>
                                        <p:cTn id="120" dur="400"/>
                                        <p:tgtEl>
                                          <p:spTgt spid="30"/>
                                        </p:tgtEl>
                                      </p:cBhvr>
                                    </p:animEffect>
                                  </p:childTnLst>
                                </p:cTn>
                              </p:par>
                            </p:childTnLst>
                          </p:cTn>
                        </p:par>
                        <p:par>
                          <p:cTn id="121" fill="hold">
                            <p:stCondLst>
                              <p:cond delay="600"/>
                            </p:stCondLst>
                            <p:childTnLst>
                              <p:par>
                                <p:cTn id="122" presetID="53" presetClass="entr" presetSubtype="16" fill="hold" grpId="0" nodeType="afterEffect">
                                  <p:stCondLst>
                                    <p:cond delay="0"/>
                                  </p:stCondLst>
                                  <p:childTnLst>
                                    <p:set>
                                      <p:cBhvr>
                                        <p:cTn id="123" dur="1" fill="hold">
                                          <p:stCondLst>
                                            <p:cond delay="0"/>
                                          </p:stCondLst>
                                        </p:cTn>
                                        <p:tgtEl>
                                          <p:spTgt spid="31"/>
                                        </p:tgtEl>
                                        <p:attrNameLst>
                                          <p:attrName>style.visibility</p:attrName>
                                        </p:attrNameLst>
                                      </p:cBhvr>
                                      <p:to>
                                        <p:strVal val="visible"/>
                                      </p:to>
                                    </p:set>
                                    <p:anim calcmode="lin" valueType="num">
                                      <p:cBhvr additive="base">
                                        <p:cTn id="124" dur="400" fill="hold"/>
                                        <p:tgtEl>
                                          <p:spTgt spid="31"/>
                                        </p:tgtEl>
                                        <p:attrNameLst>
                                          <p:attrName>ppt_w</p:attrName>
                                        </p:attrNameLst>
                                      </p:cBhvr>
                                      <p:tavLst>
                                        <p:tav tm="0">
                                          <p:val>
                                            <p:fltVal val="0"/>
                                          </p:val>
                                        </p:tav>
                                        <p:tav tm="100000">
                                          <p:val>
                                            <p:strVal val="#ppt_w"/>
                                          </p:val>
                                        </p:tav>
                                      </p:tavLst>
                                    </p:anim>
                                    <p:anim calcmode="lin" valueType="num">
                                      <p:cBhvr additive="base">
                                        <p:cTn id="125" dur="400" fill="hold"/>
                                        <p:tgtEl>
                                          <p:spTgt spid="31"/>
                                        </p:tgtEl>
                                        <p:attrNameLst>
                                          <p:attrName>ppt_h</p:attrName>
                                        </p:attrNameLst>
                                      </p:cBhvr>
                                      <p:tavLst>
                                        <p:tav tm="0">
                                          <p:val>
                                            <p:fltVal val="0"/>
                                          </p:val>
                                        </p:tav>
                                        <p:tav tm="100000">
                                          <p:val>
                                            <p:strVal val="#ppt_h"/>
                                          </p:val>
                                        </p:tav>
                                      </p:tavLst>
                                    </p:anim>
                                    <p:animEffect transition="in" filter="fade">
                                      <p:cBhvr>
                                        <p:cTn id="126" dur="400"/>
                                        <p:tgtEl>
                                          <p:spTgt spid="31"/>
                                        </p:tgtEl>
                                      </p:cBhvr>
                                    </p:animEffect>
                                  </p:childTnLst>
                                </p:cTn>
                              </p:par>
                            </p:childTnLst>
                          </p:cTn>
                        </p:par>
                        <p:par>
                          <p:cTn id="127" fill="hold">
                            <p:stCondLst>
                              <p:cond delay="900"/>
                            </p:stCondLst>
                            <p:childTnLst>
                              <p:par>
                                <p:cTn id="128" presetID="53" presetClass="entr" presetSubtype="16" fill="hold" grpId="0" nodeType="afterEffect">
                                  <p:stCondLst>
                                    <p:cond delay="0"/>
                                  </p:stCondLst>
                                  <p:childTnLst>
                                    <p:set>
                                      <p:cBhvr>
                                        <p:cTn id="129" dur="1" fill="hold">
                                          <p:stCondLst>
                                            <p:cond delay="0"/>
                                          </p:stCondLst>
                                        </p:cTn>
                                        <p:tgtEl>
                                          <p:spTgt spid="32"/>
                                        </p:tgtEl>
                                        <p:attrNameLst>
                                          <p:attrName>style.visibility</p:attrName>
                                        </p:attrNameLst>
                                      </p:cBhvr>
                                      <p:to>
                                        <p:strVal val="visible"/>
                                      </p:to>
                                    </p:set>
                                    <p:anim calcmode="lin" valueType="num">
                                      <p:cBhvr additive="base">
                                        <p:cTn id="130" dur="400" fill="hold"/>
                                        <p:tgtEl>
                                          <p:spTgt spid="32"/>
                                        </p:tgtEl>
                                        <p:attrNameLst>
                                          <p:attrName>ppt_w</p:attrName>
                                        </p:attrNameLst>
                                      </p:cBhvr>
                                      <p:tavLst>
                                        <p:tav tm="0">
                                          <p:val>
                                            <p:fltVal val="0"/>
                                          </p:val>
                                        </p:tav>
                                        <p:tav tm="100000">
                                          <p:val>
                                            <p:strVal val="#ppt_w"/>
                                          </p:val>
                                        </p:tav>
                                      </p:tavLst>
                                    </p:anim>
                                    <p:anim calcmode="lin" valueType="num">
                                      <p:cBhvr additive="base">
                                        <p:cTn id="131" dur="400" fill="hold"/>
                                        <p:tgtEl>
                                          <p:spTgt spid="32"/>
                                        </p:tgtEl>
                                        <p:attrNameLst>
                                          <p:attrName>ppt_h</p:attrName>
                                        </p:attrNameLst>
                                      </p:cBhvr>
                                      <p:tavLst>
                                        <p:tav tm="0">
                                          <p:val>
                                            <p:fltVal val="0"/>
                                          </p:val>
                                        </p:tav>
                                        <p:tav tm="100000">
                                          <p:val>
                                            <p:strVal val="#ppt_h"/>
                                          </p:val>
                                        </p:tav>
                                      </p:tavLst>
                                    </p:anim>
                                    <p:animEffect transition="in" filter="fade">
                                      <p:cBhvr>
                                        <p:cTn id="132" dur="400"/>
                                        <p:tgtEl>
                                          <p:spTgt spid="32"/>
                                        </p:tgtEl>
                                      </p:cBhvr>
                                    </p:animEffect>
                                  </p:childTnLst>
                                </p:cTn>
                              </p:par>
                            </p:childTnLst>
                          </p:cTn>
                        </p:par>
                        <p:par>
                          <p:cTn id="133" fill="hold">
                            <p:stCondLst>
                              <p:cond delay="1200"/>
                            </p:stCondLst>
                            <p:childTnLst>
                              <p:par>
                                <p:cTn id="134" presetID="53" presetClass="entr" presetSubtype="16" fill="hold" grpId="0" nodeType="afterEffect">
                                  <p:stCondLst>
                                    <p:cond delay="0"/>
                                  </p:stCondLst>
                                  <p:childTnLst>
                                    <p:set>
                                      <p:cBhvr>
                                        <p:cTn id="135" dur="1" fill="hold">
                                          <p:stCondLst>
                                            <p:cond delay="0"/>
                                          </p:stCondLst>
                                        </p:cTn>
                                        <p:tgtEl>
                                          <p:spTgt spid="33"/>
                                        </p:tgtEl>
                                        <p:attrNameLst>
                                          <p:attrName>style.visibility</p:attrName>
                                        </p:attrNameLst>
                                      </p:cBhvr>
                                      <p:to>
                                        <p:strVal val="visible"/>
                                      </p:to>
                                    </p:set>
                                    <p:anim calcmode="lin" valueType="num">
                                      <p:cBhvr additive="base">
                                        <p:cTn id="136" dur="400" fill="hold"/>
                                        <p:tgtEl>
                                          <p:spTgt spid="33"/>
                                        </p:tgtEl>
                                        <p:attrNameLst>
                                          <p:attrName>ppt_w</p:attrName>
                                        </p:attrNameLst>
                                      </p:cBhvr>
                                      <p:tavLst>
                                        <p:tav tm="0">
                                          <p:val>
                                            <p:fltVal val="0"/>
                                          </p:val>
                                        </p:tav>
                                        <p:tav tm="100000">
                                          <p:val>
                                            <p:strVal val="#ppt_w"/>
                                          </p:val>
                                        </p:tav>
                                      </p:tavLst>
                                    </p:anim>
                                    <p:anim calcmode="lin" valueType="num">
                                      <p:cBhvr additive="base">
                                        <p:cTn id="137" dur="400" fill="hold"/>
                                        <p:tgtEl>
                                          <p:spTgt spid="33"/>
                                        </p:tgtEl>
                                        <p:attrNameLst>
                                          <p:attrName>ppt_h</p:attrName>
                                        </p:attrNameLst>
                                      </p:cBhvr>
                                      <p:tavLst>
                                        <p:tav tm="0">
                                          <p:val>
                                            <p:fltVal val="0"/>
                                          </p:val>
                                        </p:tav>
                                        <p:tav tm="100000">
                                          <p:val>
                                            <p:strVal val="#ppt_h"/>
                                          </p:val>
                                        </p:tav>
                                      </p:tavLst>
                                    </p:anim>
                                    <p:animEffect transition="in" filter="fade">
                                      <p:cBhvr>
                                        <p:cTn id="138" dur="400"/>
                                        <p:tgtEl>
                                          <p:spTgt spid="33"/>
                                        </p:tgtEl>
                                      </p:cBhvr>
                                    </p:animEffect>
                                  </p:childTnLst>
                                </p:cTn>
                              </p:par>
                            </p:childTnLst>
                          </p:cTn>
                        </p:par>
                      </p:childTnLst>
                    </p:cTn>
                  </p:par>
                  <p:par>
                    <p:cTn id="139" fill="hold">
                      <p:stCondLst>
                        <p:cond delay="indefinite"/>
                      </p:stCondLst>
                      <p:childTnLst>
                        <p:par>
                          <p:cTn id="140" fill="hold">
                            <p:stCondLst>
                              <p:cond delay="0"/>
                            </p:stCondLst>
                            <p:childTnLst>
                              <p:par>
                                <p:cTn id="141" presetID="53" presetClass="entr" presetSubtype="16" fill="hold" grpId="0" nodeType="clickEffect">
                                  <p:stCondLst>
                                    <p:cond delay="0"/>
                                  </p:stCondLst>
                                  <p:childTnLst>
                                    <p:set>
                                      <p:cBhvr>
                                        <p:cTn id="142" dur="1" fill="hold">
                                          <p:stCondLst>
                                            <p:cond delay="0"/>
                                          </p:stCondLst>
                                        </p:cTn>
                                        <p:tgtEl>
                                          <p:spTgt spid="34"/>
                                        </p:tgtEl>
                                        <p:attrNameLst>
                                          <p:attrName>style.visibility</p:attrName>
                                        </p:attrNameLst>
                                      </p:cBhvr>
                                      <p:to>
                                        <p:strVal val="visible"/>
                                      </p:to>
                                    </p:set>
                                    <p:anim calcmode="lin" valueType="num">
                                      <p:cBhvr additive="base">
                                        <p:cTn id="143" dur="400" fill="hold"/>
                                        <p:tgtEl>
                                          <p:spTgt spid="34"/>
                                        </p:tgtEl>
                                        <p:attrNameLst>
                                          <p:attrName>ppt_w</p:attrName>
                                        </p:attrNameLst>
                                      </p:cBhvr>
                                      <p:tavLst>
                                        <p:tav tm="0">
                                          <p:val>
                                            <p:fltVal val="0"/>
                                          </p:val>
                                        </p:tav>
                                        <p:tav tm="100000">
                                          <p:val>
                                            <p:strVal val="#ppt_w"/>
                                          </p:val>
                                        </p:tav>
                                      </p:tavLst>
                                    </p:anim>
                                    <p:anim calcmode="lin" valueType="num">
                                      <p:cBhvr additive="base">
                                        <p:cTn id="144" dur="400" fill="hold"/>
                                        <p:tgtEl>
                                          <p:spTgt spid="34"/>
                                        </p:tgtEl>
                                        <p:attrNameLst>
                                          <p:attrName>ppt_h</p:attrName>
                                        </p:attrNameLst>
                                      </p:cBhvr>
                                      <p:tavLst>
                                        <p:tav tm="0">
                                          <p:val>
                                            <p:fltVal val="0"/>
                                          </p:val>
                                        </p:tav>
                                        <p:tav tm="100000">
                                          <p:val>
                                            <p:strVal val="#ppt_h"/>
                                          </p:val>
                                        </p:tav>
                                      </p:tavLst>
                                    </p:anim>
                                    <p:animEffect transition="in" filter="fade">
                                      <p:cBhvr>
                                        <p:cTn id="145" dur="400"/>
                                        <p:tgtEl>
                                          <p:spTgt spid="34"/>
                                        </p:tgtEl>
                                      </p:cBhvr>
                                    </p:animEffect>
                                  </p:childTnLst>
                                </p:cTn>
                              </p:par>
                              <p:par>
                                <p:cTn id="146" presetID="53" presetClass="entr" presetSubtype="16" fill="hold" grpId="0" nodeType="withEffect">
                                  <p:stCondLst>
                                    <p:cond delay="0"/>
                                  </p:stCondLst>
                                  <p:childTnLst>
                                    <p:set>
                                      <p:cBhvr>
                                        <p:cTn id="147" dur="1" fill="hold">
                                          <p:stCondLst>
                                            <p:cond delay="0"/>
                                          </p:stCondLst>
                                        </p:cTn>
                                        <p:tgtEl>
                                          <p:spTgt spid="35"/>
                                        </p:tgtEl>
                                        <p:attrNameLst>
                                          <p:attrName>style.visibility</p:attrName>
                                        </p:attrNameLst>
                                      </p:cBhvr>
                                      <p:to>
                                        <p:strVal val="visible"/>
                                      </p:to>
                                    </p:set>
                                    <p:anim calcmode="lin" valueType="num">
                                      <p:cBhvr additive="base">
                                        <p:cTn id="148" dur="400" fill="hold"/>
                                        <p:tgtEl>
                                          <p:spTgt spid="35"/>
                                        </p:tgtEl>
                                        <p:attrNameLst>
                                          <p:attrName>ppt_w</p:attrName>
                                        </p:attrNameLst>
                                      </p:cBhvr>
                                      <p:tavLst>
                                        <p:tav tm="0">
                                          <p:val>
                                            <p:fltVal val="0"/>
                                          </p:val>
                                        </p:tav>
                                        <p:tav tm="100000">
                                          <p:val>
                                            <p:strVal val="#ppt_w"/>
                                          </p:val>
                                        </p:tav>
                                      </p:tavLst>
                                    </p:anim>
                                    <p:anim calcmode="lin" valueType="num">
                                      <p:cBhvr additive="base">
                                        <p:cTn id="149" dur="400" fill="hold"/>
                                        <p:tgtEl>
                                          <p:spTgt spid="35"/>
                                        </p:tgtEl>
                                        <p:attrNameLst>
                                          <p:attrName>ppt_h</p:attrName>
                                        </p:attrNameLst>
                                      </p:cBhvr>
                                      <p:tavLst>
                                        <p:tav tm="0">
                                          <p:val>
                                            <p:fltVal val="0"/>
                                          </p:val>
                                        </p:tav>
                                        <p:tav tm="100000">
                                          <p:val>
                                            <p:strVal val="#ppt_h"/>
                                          </p:val>
                                        </p:tav>
                                      </p:tavLst>
                                    </p:anim>
                                    <p:animEffect transition="in" filter="fade">
                                      <p:cBhvr>
                                        <p:cTn id="15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4F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27306B"/>
                </a:solidFill>
                <a:latin typeface="Meiryo" pitchFamily="34" charset="0"/>
                <a:ea typeface="Meiryo" pitchFamily="34" charset="-122"/>
                <a:cs typeface="Meiryo" pitchFamily="34" charset="-120"/>
              </a:rPr>
              <a:t>どれを使う？ → 文体（ぶんたい）</a:t>
            </a:r>
            <a:endParaRPr lang="en-US" sz="3467" kern="1200" dirty="0">
              <a:solidFill>
                <a:prstClr val="black"/>
              </a:solidFill>
              <a:latin typeface="Calibri" panose="020F0502020204030204"/>
              <a:ea typeface="+mn-ea"/>
              <a:cs typeface="+mn-cs"/>
            </a:endParaRPr>
          </a:p>
        </p:txBody>
      </p:sp>
      <p:sp>
        <p:nvSpPr>
          <p:cNvPr id="3" name="Text 1"/>
          <p:cNvSpPr txBox="1"/>
          <p:nvPr/>
        </p:nvSpPr>
        <p:spPr>
          <a:xfrm>
            <a:off x="609600" y="1072896"/>
            <a:ext cx="10972800" cy="487680"/>
          </a:xfrm>
          <a:prstGeom prst="rect">
            <a:avLst/>
          </a:prstGeom>
          <a:noFill/>
          <a:ln/>
        </p:spPr>
        <p:txBody>
          <a:bodyPr wrap="square" lIns="0" tIns="0" rIns="0" bIns="0" rtlCol="0" anchor="ctr"/>
          <a:lstStyle/>
          <a:p>
            <a:pPr defTabSz="1219170">
              <a:buClrTx/>
            </a:pPr>
            <a:r>
              <a:rPr lang="en-US" sz="2000" kern="1200" dirty="0">
                <a:solidFill>
                  <a:srgbClr val="6B7280"/>
                </a:solidFill>
                <a:latin typeface="Arial" pitchFamily="34" charset="0"/>
                <a:ea typeface="Arial" pitchFamily="34" charset="-122"/>
                <a:cs typeface="Arial" pitchFamily="34" charset="-120"/>
              </a:rPr>
              <a:t>Nghĩa ③ (cùng thay đổi): chọn theo văn phong</a:t>
            </a:r>
            <a:endParaRPr lang="en-US" sz="2000" kern="1200" dirty="0">
              <a:solidFill>
                <a:prstClr val="black"/>
              </a:solidFill>
              <a:latin typeface="Calibri" panose="020F0502020204030204"/>
              <a:ea typeface="+mn-ea"/>
              <a:cs typeface="+mn-cs"/>
            </a:endParaRPr>
          </a:p>
        </p:txBody>
      </p:sp>
      <p:sp>
        <p:nvSpPr>
          <p:cNvPr id="4" name="S0_wipe_150"/>
          <p:cNvSpPr/>
          <p:nvPr/>
        </p:nvSpPr>
        <p:spPr>
          <a:xfrm>
            <a:off x="975360" y="2255520"/>
            <a:ext cx="10241280" cy="0"/>
          </a:xfrm>
          <a:prstGeom prst="line">
            <a:avLst/>
          </a:prstGeom>
          <a:noFill/>
          <a:ln w="38100">
            <a:solidFill>
              <a:srgbClr val="27306B"/>
            </a:solidFill>
            <a:prstDash val="solid"/>
            <a:tailEnd type="triangle"/>
          </a:ln>
        </p:spPr>
      </p:sp>
      <p:sp>
        <p:nvSpPr>
          <p:cNvPr id="5" name="Text 3"/>
          <p:cNvSpPr txBox="1"/>
          <p:nvPr/>
        </p:nvSpPr>
        <p:spPr>
          <a:xfrm>
            <a:off x="609600" y="1767840"/>
            <a:ext cx="3048000" cy="426720"/>
          </a:xfrm>
          <a:prstGeom prst="rect">
            <a:avLst/>
          </a:prstGeom>
          <a:noFill/>
          <a:ln/>
        </p:spPr>
        <p:txBody>
          <a:bodyPr wrap="square" lIns="0" tIns="0" rIns="0" bIns="0" rtlCol="0" anchor="ctr"/>
          <a:lstStyle/>
          <a:p>
            <a:pPr defTabSz="1219170">
              <a:buClrTx/>
            </a:pPr>
            <a:r>
              <a:rPr lang="en-US" sz="1733" kern="1200" dirty="0">
                <a:solidFill>
                  <a:srgbClr val="6B7280"/>
                </a:solidFill>
                <a:latin typeface="Arial" pitchFamily="34" charset="0"/>
                <a:ea typeface="Arial" pitchFamily="34" charset="-122"/>
                <a:cs typeface="Arial" pitchFamily="34" charset="-120"/>
              </a:rPr>
              <a:t>Nói hằng ngày</a:t>
            </a:r>
            <a:endParaRPr lang="en-US" sz="1733" kern="1200" dirty="0">
              <a:solidFill>
                <a:prstClr val="black"/>
              </a:solidFill>
              <a:latin typeface="Calibri" panose="020F0502020204030204"/>
              <a:ea typeface="+mn-ea"/>
              <a:cs typeface="+mn-cs"/>
            </a:endParaRPr>
          </a:p>
        </p:txBody>
      </p:sp>
      <p:sp>
        <p:nvSpPr>
          <p:cNvPr id="6" name="Text 4"/>
          <p:cNvSpPr txBox="1"/>
          <p:nvPr/>
        </p:nvSpPr>
        <p:spPr>
          <a:xfrm>
            <a:off x="8168640" y="1767840"/>
            <a:ext cx="3413760" cy="426720"/>
          </a:xfrm>
          <a:prstGeom prst="rect">
            <a:avLst/>
          </a:prstGeom>
          <a:noFill/>
          <a:ln/>
        </p:spPr>
        <p:txBody>
          <a:bodyPr wrap="square" lIns="0" tIns="0" rIns="0" bIns="0" rtlCol="0" anchor="ctr"/>
          <a:lstStyle/>
          <a:p>
            <a:pPr algn="r" defTabSz="1219170">
              <a:buClrTx/>
            </a:pPr>
            <a:r>
              <a:rPr lang="en-US" sz="1733" kern="1200" dirty="0">
                <a:solidFill>
                  <a:srgbClr val="6B7280"/>
                </a:solidFill>
                <a:latin typeface="Arial" pitchFamily="34" charset="0"/>
                <a:ea typeface="Arial" pitchFamily="34" charset="-122"/>
                <a:cs typeface="Arial" pitchFamily="34" charset="-120"/>
              </a:rPr>
              <a:t>Văn bản ・ tin tức</a:t>
            </a:r>
            <a:endParaRPr lang="en-US" sz="1733" kern="1200" dirty="0">
              <a:solidFill>
                <a:prstClr val="black"/>
              </a:solidFill>
              <a:latin typeface="Calibri" panose="020F0502020204030204"/>
              <a:ea typeface="+mn-ea"/>
              <a:cs typeface="+mn-cs"/>
            </a:endParaRPr>
          </a:p>
        </p:txBody>
      </p:sp>
      <p:sp>
        <p:nvSpPr>
          <p:cNvPr id="7" name="S1_zoom_151"/>
          <p:cNvSpPr/>
          <p:nvPr/>
        </p:nvSpPr>
        <p:spPr>
          <a:xfrm>
            <a:off x="1706880" y="2109216"/>
            <a:ext cx="304800" cy="304800"/>
          </a:xfrm>
          <a:prstGeom prst="ellipse">
            <a:avLst>
              <a:gd name="adj" fmla="val 32000"/>
            </a:avLst>
          </a:prstGeom>
          <a:solidFill>
            <a:srgbClr val="2A9D8F"/>
          </a:solidFill>
          <a:ln w="25400">
            <a:solidFill>
              <a:srgbClr val="FFFFFF"/>
            </a:solidFill>
            <a:prstDash val="solid"/>
          </a:ln>
        </p:spPr>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4F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27306B"/>
                </a:solidFill>
                <a:latin typeface="Meiryo" pitchFamily="34" charset="0"/>
                <a:ea typeface="Meiryo" pitchFamily="34" charset="-122"/>
                <a:cs typeface="Meiryo" pitchFamily="34" charset="-120"/>
              </a:rPr>
              <a:t>迷ったら、3つの質問！</a:t>
            </a:r>
            <a:endParaRPr lang="en-US" sz="3467" kern="1200" dirty="0">
              <a:solidFill>
                <a:prstClr val="black"/>
              </a:solidFill>
              <a:latin typeface="Calibri" panose="020F0502020204030204"/>
              <a:ea typeface="+mn-ea"/>
              <a:cs typeface="+mn-cs"/>
            </a:endParaRPr>
          </a:p>
        </p:txBody>
      </p:sp>
      <p:sp>
        <p:nvSpPr>
          <p:cNvPr id="3" name="Text 1"/>
          <p:cNvSpPr txBox="1"/>
          <p:nvPr/>
        </p:nvSpPr>
        <p:spPr>
          <a:xfrm>
            <a:off x="609600" y="1072896"/>
            <a:ext cx="10972800" cy="487680"/>
          </a:xfrm>
          <a:prstGeom prst="rect">
            <a:avLst/>
          </a:prstGeom>
          <a:noFill/>
          <a:ln/>
        </p:spPr>
        <p:txBody>
          <a:bodyPr wrap="square" lIns="0" tIns="0" rIns="0" bIns="0" rtlCol="0" anchor="ctr"/>
          <a:lstStyle/>
          <a:p>
            <a:pPr defTabSz="1219170">
              <a:buClrTx/>
            </a:pPr>
            <a:r>
              <a:rPr lang="en-US" sz="2000" kern="1200" dirty="0">
                <a:solidFill>
                  <a:srgbClr val="6B7280"/>
                </a:solidFill>
                <a:latin typeface="Arial" pitchFamily="34" charset="0"/>
                <a:ea typeface="Arial" pitchFamily="34" charset="-122"/>
                <a:cs typeface="Arial" pitchFamily="34" charset="-120"/>
              </a:rPr>
              <a:t>Phân vân? Tự hỏi lần lượt 3 câu</a:t>
            </a:r>
            <a:endParaRPr lang="en-US" sz="2000" kern="1200" dirty="0">
              <a:solidFill>
                <a:prstClr val="black"/>
              </a:solidFill>
              <a:latin typeface="Calibri" panose="020F0502020204030204"/>
              <a:ea typeface="+mn-ea"/>
              <a:cs typeface="+mn-cs"/>
            </a:endParaRPr>
          </a:p>
        </p:txBody>
      </p:sp>
      <p:sp>
        <p:nvSpPr>
          <p:cNvPr id="4" name="S1_rise_171"/>
          <p:cNvSpPr/>
          <p:nvPr/>
        </p:nvSpPr>
        <p:spPr>
          <a:xfrm>
            <a:off x="609600" y="1767840"/>
            <a:ext cx="10972800" cy="1280160"/>
          </a:xfrm>
          <a:prstGeom prst="roundRect">
            <a:avLst>
              <a:gd name="adj" fmla="val 9524"/>
            </a:avLst>
          </a:prstGeom>
          <a:solidFill>
            <a:srgbClr val="FFFFFF"/>
          </a:solidFill>
          <a:ln w="12700">
            <a:solidFill>
              <a:srgbClr val="D6DBF5"/>
            </a:solidFill>
            <a:prstDash val="solid"/>
          </a:ln>
          <a:effectLst>
            <a:outerShdw blurRad="76200" dist="25400" dir="5400000" algn="bl" rotWithShape="0">
              <a:srgbClr val="000000">
                <a:alpha val="12000"/>
              </a:srgbClr>
            </a:outerShdw>
          </a:effectLst>
        </p:spPr>
      </p:sp>
      <p:sp>
        <p:nvSpPr>
          <p:cNvPr id="5" name="S1w_rise_172"/>
          <p:cNvSpPr/>
          <p:nvPr/>
        </p:nvSpPr>
        <p:spPr>
          <a:xfrm>
            <a:off x="853440" y="2036064"/>
            <a:ext cx="731520" cy="731520"/>
          </a:xfrm>
          <a:prstGeom prst="ellipse">
            <a:avLst>
              <a:gd name="adj" fmla="val 13333"/>
            </a:avLst>
          </a:prstGeom>
          <a:solidFill>
            <a:srgbClr val="F3B61F"/>
          </a:solidFill>
          <a:ln w="12700">
            <a:solidFill>
              <a:srgbClr val="F3B61F"/>
            </a:solidFill>
            <a:prstDash val="solid"/>
          </a:ln>
        </p:spPr>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4" name="S1_rise_186"/>
          <p:cNvSpPr/>
          <p:nvPr/>
        </p:nvSpPr>
        <p:spPr>
          <a:xfrm>
            <a:off x="609600" y="1767840"/>
            <a:ext cx="10972800" cy="1121664"/>
          </a:xfrm>
          <a:prstGeom prst="roundRect">
            <a:avLst>
              <a:gd name="adj" fmla="val 8696"/>
            </a:avLst>
          </a:prstGeom>
          <a:solidFill>
            <a:srgbClr val="FFFFFF"/>
          </a:solidFill>
          <a:ln w="25400">
            <a:solidFill>
              <a:srgbClr val="F2C14E"/>
            </a:solidFill>
            <a:prstDash val="solid"/>
          </a:ln>
          <a:effectLst>
            <a:outerShdw blurRad="76200" dist="25400" dir="5400000" algn="bl" rotWithShape="0">
              <a:srgbClr val="000000">
                <a:alpha val="12000"/>
              </a:srgbClr>
            </a:outerShdw>
          </a:effectLst>
        </p:spPr>
      </p:sp>
      <p:sp>
        <p:nvSpPr>
          <p:cNvPr id="5" name="S1w_rise_187"/>
          <p:cNvSpPr txBox="1"/>
          <p:nvPr/>
        </p:nvSpPr>
        <p:spPr>
          <a:xfrm>
            <a:off x="914400" y="2048256"/>
            <a:ext cx="10363200" cy="609600"/>
          </a:xfrm>
          <a:prstGeom prst="rect">
            <a:avLst/>
          </a:prstGeom>
          <a:noFill/>
          <a:ln/>
        </p:spPr>
        <p:txBody>
          <a:bodyPr wrap="square" lIns="0" tIns="0" rIns="0" bIns="0" rtlCol="0" anchor="ctr"/>
          <a:lstStyle/>
          <a:p>
            <a:pPr defTabSz="1219170">
              <a:buClrTx/>
            </a:pPr>
            <a:r>
              <a:rPr lang="en-US" sz="2800" kern="1200" dirty="0" err="1">
                <a:solidFill>
                  <a:srgbClr val="533D15"/>
                </a:solidFill>
                <a:latin typeface="Meiryo" pitchFamily="34" charset="0"/>
                <a:ea typeface="Meiryo" pitchFamily="34" charset="-122"/>
                <a:cs typeface="Meiryo" pitchFamily="34" charset="-120"/>
              </a:rPr>
              <a:t>家族</a:t>
            </a:r>
            <a:r>
              <a:rPr lang="en-US" sz="2800" b="1" kern="1200" dirty="0" err="1">
                <a:solidFill>
                  <a:srgbClr val="9C5022"/>
                </a:solidFill>
                <a:latin typeface="Meiryo" pitchFamily="34" charset="0"/>
                <a:ea typeface="Meiryo" pitchFamily="34" charset="-122"/>
                <a:cs typeface="Meiryo" pitchFamily="34" charset="-120"/>
              </a:rPr>
              <a:t>とともに</a:t>
            </a:r>
            <a:r>
              <a:rPr lang="en-US" sz="2800" kern="1200" dirty="0" err="1">
                <a:solidFill>
                  <a:srgbClr val="533D15"/>
                </a:solidFill>
                <a:latin typeface="Meiryo" pitchFamily="34" charset="0"/>
                <a:ea typeface="Meiryo" pitchFamily="34" charset="-122"/>
                <a:cs typeface="Meiryo" pitchFamily="34" charset="-120"/>
              </a:rPr>
              <a:t>日本で暮らす</a:t>
            </a:r>
            <a:r>
              <a:rPr lang="en-US" sz="2800" kern="1200" dirty="0">
                <a:solidFill>
                  <a:srgbClr val="533D15"/>
                </a:solidFill>
                <a:latin typeface="Meiryo" pitchFamily="34" charset="0"/>
                <a:ea typeface="Meiryo" pitchFamily="34" charset="-122"/>
                <a:cs typeface="Meiryo" pitchFamily="34" charset="-120"/>
              </a:rPr>
              <a:t>。</a:t>
            </a:r>
            <a:endParaRPr lang="en-US" sz="2800" kern="1200" dirty="0">
              <a:solidFill>
                <a:prstClr val="black"/>
              </a:solidFill>
              <a:latin typeface="Calibri" panose="020F0502020204030204"/>
              <a:ea typeface="+mn-ea"/>
              <a:cs typeface="+mn-cs"/>
            </a:endParaRPr>
          </a:p>
        </p:txBody>
      </p:sp>
      <p:sp>
        <p:nvSpPr>
          <p:cNvPr id="7" name="S2_rise_189"/>
          <p:cNvSpPr/>
          <p:nvPr/>
        </p:nvSpPr>
        <p:spPr>
          <a:xfrm>
            <a:off x="609600" y="3108960"/>
            <a:ext cx="10972800" cy="1121664"/>
          </a:xfrm>
          <a:prstGeom prst="roundRect">
            <a:avLst>
              <a:gd name="adj" fmla="val 8696"/>
            </a:avLst>
          </a:prstGeom>
          <a:solidFill>
            <a:srgbClr val="FFFFFF"/>
          </a:solidFill>
          <a:ln w="25400">
            <a:solidFill>
              <a:srgbClr val="A64B31"/>
            </a:solidFill>
            <a:prstDash val="solid"/>
          </a:ln>
          <a:effectLst>
            <a:outerShdw blurRad="76200" dist="25400" dir="5400000" algn="bl" rotWithShape="0">
              <a:srgbClr val="000000">
                <a:alpha val="12000"/>
              </a:srgbClr>
            </a:outerShdw>
          </a:effectLst>
        </p:spPr>
      </p:sp>
      <p:sp>
        <p:nvSpPr>
          <p:cNvPr id="8" name="S2w_rise_190"/>
          <p:cNvSpPr txBox="1"/>
          <p:nvPr/>
        </p:nvSpPr>
        <p:spPr>
          <a:xfrm>
            <a:off x="914400" y="3419489"/>
            <a:ext cx="10363200" cy="609600"/>
          </a:xfrm>
          <a:prstGeom prst="rect">
            <a:avLst/>
          </a:prstGeom>
          <a:noFill/>
          <a:ln/>
        </p:spPr>
        <p:txBody>
          <a:bodyPr wrap="square" lIns="0" tIns="0" rIns="0" bIns="0" rtlCol="0" anchor="ctr"/>
          <a:lstStyle/>
          <a:p>
            <a:pPr defTabSz="1219170">
              <a:buClrTx/>
            </a:pPr>
            <a:r>
              <a:rPr lang="en-US" sz="2800" kern="1200" dirty="0" err="1">
                <a:solidFill>
                  <a:srgbClr val="533D15"/>
                </a:solidFill>
                <a:latin typeface="Meiryo" pitchFamily="34" charset="0"/>
                <a:ea typeface="Meiryo" pitchFamily="34" charset="-122"/>
                <a:cs typeface="Meiryo" pitchFamily="34" charset="-120"/>
              </a:rPr>
              <a:t>工事</a:t>
            </a:r>
            <a:r>
              <a:rPr lang="en-US" sz="2800" b="1" kern="1200" dirty="0" err="1">
                <a:solidFill>
                  <a:srgbClr val="A64B31"/>
                </a:solidFill>
                <a:latin typeface="Meiryo" pitchFamily="34" charset="0"/>
                <a:ea typeface="Meiryo" pitchFamily="34" charset="-122"/>
                <a:cs typeface="Meiryo" pitchFamily="34" charset="-120"/>
              </a:rPr>
              <a:t>に伴って</a:t>
            </a:r>
            <a:r>
              <a:rPr lang="en-US" sz="2800" kern="1200" dirty="0" err="1">
                <a:solidFill>
                  <a:srgbClr val="533D15"/>
                </a:solidFill>
                <a:latin typeface="Meiryo" pitchFamily="34" charset="0"/>
                <a:ea typeface="Meiryo" pitchFamily="34" charset="-122"/>
                <a:cs typeface="Meiryo" pitchFamily="34" charset="-120"/>
              </a:rPr>
              <a:t>、通行止めになる</a:t>
            </a:r>
            <a:r>
              <a:rPr lang="en-US" sz="2800" kern="1200" dirty="0">
                <a:solidFill>
                  <a:srgbClr val="533D15"/>
                </a:solidFill>
                <a:latin typeface="Meiryo" pitchFamily="34" charset="0"/>
                <a:ea typeface="Meiryo" pitchFamily="34" charset="-122"/>
                <a:cs typeface="Meiryo" pitchFamily="34" charset="-120"/>
              </a:rPr>
              <a:t>。</a:t>
            </a:r>
            <a:endParaRPr lang="en-US" sz="2800" kern="1200" dirty="0">
              <a:solidFill>
                <a:prstClr val="black"/>
              </a:solidFill>
              <a:latin typeface="Calibri" panose="020F0502020204030204"/>
              <a:ea typeface="+mn-ea"/>
              <a:cs typeface="+mn-cs"/>
            </a:endParaRPr>
          </a:p>
        </p:txBody>
      </p:sp>
      <p:sp>
        <p:nvSpPr>
          <p:cNvPr id="10" name="S3_rise_192"/>
          <p:cNvSpPr/>
          <p:nvPr/>
        </p:nvSpPr>
        <p:spPr>
          <a:xfrm>
            <a:off x="609600" y="4450080"/>
            <a:ext cx="10972800" cy="1121664"/>
          </a:xfrm>
          <a:prstGeom prst="roundRect">
            <a:avLst>
              <a:gd name="adj" fmla="val 8696"/>
            </a:avLst>
          </a:prstGeom>
          <a:solidFill>
            <a:srgbClr val="FFFFFF"/>
          </a:solidFill>
          <a:ln w="25400">
            <a:solidFill>
              <a:srgbClr val="C27B38"/>
            </a:solidFill>
            <a:prstDash val="solid"/>
          </a:ln>
          <a:effectLst>
            <a:outerShdw blurRad="76200" dist="25400" dir="5400000" algn="bl" rotWithShape="0">
              <a:srgbClr val="000000">
                <a:alpha val="12000"/>
              </a:srgbClr>
            </a:outerShdw>
          </a:effectLst>
        </p:spPr>
      </p:sp>
      <p:sp>
        <p:nvSpPr>
          <p:cNvPr id="11" name="S3w_rise_193"/>
          <p:cNvSpPr txBox="1"/>
          <p:nvPr/>
        </p:nvSpPr>
        <p:spPr>
          <a:xfrm>
            <a:off x="914400" y="4706112"/>
            <a:ext cx="10363200" cy="609600"/>
          </a:xfrm>
          <a:prstGeom prst="rect">
            <a:avLst/>
          </a:prstGeom>
          <a:noFill/>
          <a:ln/>
        </p:spPr>
        <p:txBody>
          <a:bodyPr wrap="square" lIns="0" tIns="0" rIns="0" bIns="0" rtlCol="0" anchor="ctr"/>
          <a:lstStyle/>
          <a:p>
            <a:pPr defTabSz="1219170">
              <a:buClrTx/>
            </a:pPr>
            <a:r>
              <a:rPr lang="en-US" sz="2800" kern="1200" dirty="0" err="1">
                <a:solidFill>
                  <a:srgbClr val="533D15"/>
                </a:solidFill>
                <a:latin typeface="Meiryo" pitchFamily="34" charset="0"/>
                <a:ea typeface="Meiryo" pitchFamily="34" charset="-122"/>
                <a:cs typeface="Meiryo" pitchFamily="34" charset="-120"/>
              </a:rPr>
              <a:t>年をとる</a:t>
            </a:r>
            <a:r>
              <a:rPr lang="en-US" sz="2800" b="1" kern="1200" dirty="0" err="1">
                <a:solidFill>
                  <a:srgbClr val="C27B38"/>
                </a:solidFill>
                <a:latin typeface="Meiryo" pitchFamily="34" charset="0"/>
                <a:ea typeface="Meiryo" pitchFamily="34" charset="-122"/>
                <a:cs typeface="Meiryo" pitchFamily="34" charset="-120"/>
              </a:rPr>
              <a:t>につれて</a:t>
            </a:r>
            <a:r>
              <a:rPr lang="en-US" sz="2800" kern="1200" dirty="0" err="1">
                <a:solidFill>
                  <a:srgbClr val="533D15"/>
                </a:solidFill>
                <a:latin typeface="Meiryo" pitchFamily="34" charset="0"/>
                <a:ea typeface="Meiryo" pitchFamily="34" charset="-122"/>
                <a:cs typeface="Meiryo" pitchFamily="34" charset="-120"/>
              </a:rPr>
              <a:t>、記憶力が落ちる</a:t>
            </a:r>
            <a:r>
              <a:rPr lang="en-US" sz="2800" kern="1200" dirty="0">
                <a:solidFill>
                  <a:srgbClr val="533D15"/>
                </a:solidFill>
                <a:latin typeface="Meiryo" pitchFamily="34" charset="0"/>
                <a:ea typeface="Meiryo" pitchFamily="34" charset="-122"/>
                <a:cs typeface="Meiryo" pitchFamily="34" charset="-120"/>
              </a:rPr>
              <a:t>。</a:t>
            </a:r>
            <a:endParaRPr lang="en-US" sz="2800" kern="1200" dirty="0">
              <a:solidFill>
                <a:prstClr val="black"/>
              </a:solidFill>
              <a:latin typeface="Calibri" panose="020F0502020204030204"/>
              <a:ea typeface="+mn-ea"/>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450" fill="hold"/>
                                        <p:tgtEl>
                                          <p:spTgt spid="4"/>
                                        </p:tgtEl>
                                        <p:attrNameLst>
                                          <p:attrName>ppt_y</p:attrName>
                                        </p:attrNameLst>
                                      </p:cBhvr>
                                      <p:tavLst>
                                        <p:tav tm="0">
                                          <p:val>
                                            <p:strVal val="#ppt_y+0.08"/>
                                          </p:val>
                                        </p:tav>
                                        <p:tav tm="100000">
                                          <p:val>
                                            <p:strVal val="#ppt_y"/>
                                          </p:val>
                                        </p:tav>
                                      </p:tavLst>
                                    </p:anim>
                                    <p:animEffect transition="in" filter="fade">
                                      <p:cBhvr>
                                        <p:cTn id="8" dur="450"/>
                                        <p:tgtEl>
                                          <p:spTgt spid="4"/>
                                        </p:tgtEl>
                                      </p:cBhvr>
                                    </p:animEffect>
                                  </p:childTnLst>
                                </p:cTn>
                              </p:par>
                              <p:par>
                                <p:cTn id="9" presetID="42"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450" fill="hold"/>
                                        <p:tgtEl>
                                          <p:spTgt spid="5"/>
                                        </p:tgtEl>
                                        <p:attrNameLst>
                                          <p:attrName>ppt_y</p:attrName>
                                        </p:attrNameLst>
                                      </p:cBhvr>
                                      <p:tavLst>
                                        <p:tav tm="0">
                                          <p:val>
                                            <p:strVal val="#ppt_y+0.08"/>
                                          </p:val>
                                        </p:tav>
                                        <p:tav tm="100000">
                                          <p:val>
                                            <p:strVal val="#ppt_y"/>
                                          </p:val>
                                        </p:tav>
                                      </p:tavLst>
                                    </p:anim>
                                    <p:animEffect transition="in" filter="fade">
                                      <p:cBhvr>
                                        <p:cTn id="12" dur="45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450" fill="hold"/>
                                        <p:tgtEl>
                                          <p:spTgt spid="7"/>
                                        </p:tgtEl>
                                        <p:attrNameLst>
                                          <p:attrName>ppt_y</p:attrName>
                                        </p:attrNameLst>
                                      </p:cBhvr>
                                      <p:tavLst>
                                        <p:tav tm="0">
                                          <p:val>
                                            <p:strVal val="#ppt_y+0.08"/>
                                          </p:val>
                                        </p:tav>
                                        <p:tav tm="100000">
                                          <p:val>
                                            <p:strVal val="#ppt_y"/>
                                          </p:val>
                                        </p:tav>
                                      </p:tavLst>
                                    </p:anim>
                                    <p:animEffect transition="in" filter="fade">
                                      <p:cBhvr>
                                        <p:cTn id="18" dur="450"/>
                                        <p:tgtEl>
                                          <p:spTgt spid="7"/>
                                        </p:tgtEl>
                                      </p:cBhvr>
                                    </p:animEffect>
                                  </p:childTnLst>
                                </p:cTn>
                              </p:par>
                              <p:par>
                                <p:cTn id="19" presetID="42"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450" fill="hold"/>
                                        <p:tgtEl>
                                          <p:spTgt spid="8"/>
                                        </p:tgtEl>
                                        <p:attrNameLst>
                                          <p:attrName>ppt_y</p:attrName>
                                        </p:attrNameLst>
                                      </p:cBhvr>
                                      <p:tavLst>
                                        <p:tav tm="0">
                                          <p:val>
                                            <p:strVal val="#ppt_y+0.08"/>
                                          </p:val>
                                        </p:tav>
                                        <p:tav tm="100000">
                                          <p:val>
                                            <p:strVal val="#ppt_y"/>
                                          </p:val>
                                        </p:tav>
                                      </p:tavLst>
                                    </p:anim>
                                    <p:animEffect transition="in" filter="fade">
                                      <p:cBhvr>
                                        <p:cTn id="22" dur="45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450" fill="hold"/>
                                        <p:tgtEl>
                                          <p:spTgt spid="10"/>
                                        </p:tgtEl>
                                        <p:attrNameLst>
                                          <p:attrName>ppt_y</p:attrName>
                                        </p:attrNameLst>
                                      </p:cBhvr>
                                      <p:tavLst>
                                        <p:tav tm="0">
                                          <p:val>
                                            <p:strVal val="#ppt_y+0.08"/>
                                          </p:val>
                                        </p:tav>
                                        <p:tav tm="100000">
                                          <p:val>
                                            <p:strVal val="#ppt_y"/>
                                          </p:val>
                                        </p:tav>
                                      </p:tavLst>
                                    </p:anim>
                                    <p:animEffect transition="in" filter="fade">
                                      <p:cBhvr>
                                        <p:cTn id="28" dur="450"/>
                                        <p:tgtEl>
                                          <p:spTgt spid="10"/>
                                        </p:tgtEl>
                                      </p:cBhvr>
                                    </p:animEffect>
                                  </p:childTnLst>
                                </p:cTn>
                              </p:par>
                              <p:par>
                                <p:cTn id="29" presetID="42"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450" fill="hold"/>
                                        <p:tgtEl>
                                          <p:spTgt spid="11"/>
                                        </p:tgtEl>
                                        <p:attrNameLst>
                                          <p:attrName>ppt_y</p:attrName>
                                        </p:attrNameLst>
                                      </p:cBhvr>
                                      <p:tavLst>
                                        <p:tav tm="0">
                                          <p:val>
                                            <p:strVal val="#ppt_y+0.08"/>
                                          </p:val>
                                        </p:tav>
                                        <p:tav tm="100000">
                                          <p:val>
                                            <p:strVal val="#ppt_y"/>
                                          </p:val>
                                        </p:tav>
                                      </p:tavLst>
                                    </p:anim>
                                    <p:animEffect transition="in" filter="fade">
                                      <p:cBhvr>
                                        <p:cTn id="3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533D15"/>
                </a:solidFill>
                <a:latin typeface="Meiryo" pitchFamily="34" charset="0"/>
                <a:ea typeface="Meiryo" pitchFamily="34" charset="-122"/>
                <a:cs typeface="Meiryo" pitchFamily="34" charset="-120"/>
              </a:rPr>
              <a:t>練習 1 ／ 5</a:t>
            </a:r>
            <a:endParaRPr lang="en-US" sz="3467" kern="1200" dirty="0">
              <a:solidFill>
                <a:prstClr val="black"/>
              </a:solidFill>
              <a:latin typeface="Calibri" panose="020F0502020204030204"/>
              <a:ea typeface="+mn-ea"/>
              <a:cs typeface="+mn-cs"/>
            </a:endParaRPr>
          </a:p>
        </p:txBody>
      </p:sp>
      <p:sp>
        <p:nvSpPr>
          <p:cNvPr id="4" name="Shape 2"/>
          <p:cNvSpPr/>
          <p:nvPr/>
        </p:nvSpPr>
        <p:spPr>
          <a:xfrm>
            <a:off x="609600" y="1767840"/>
            <a:ext cx="10972800" cy="1463040"/>
          </a:xfrm>
          <a:prstGeom prst="roundRect">
            <a:avLst>
              <a:gd name="adj" fmla="val 8333"/>
            </a:avLst>
          </a:prstGeom>
          <a:solidFill>
            <a:srgbClr val="FFFFFF"/>
          </a:solidFill>
          <a:ln w="12700">
            <a:solidFill>
              <a:srgbClr val="DBCCBA"/>
            </a:solidFill>
            <a:prstDash val="solid"/>
          </a:ln>
          <a:effectLst>
            <a:outerShdw blurRad="76200" dist="25400" dir="5400000" algn="bl" rotWithShape="0">
              <a:srgbClr val="000000">
                <a:alpha val="12000"/>
              </a:srgbClr>
            </a:outerShdw>
          </a:effectLst>
        </p:spPr>
      </p:sp>
      <p:sp>
        <p:nvSpPr>
          <p:cNvPr id="5" name="S0_fade_195"/>
          <p:cNvSpPr txBox="1"/>
          <p:nvPr/>
        </p:nvSpPr>
        <p:spPr>
          <a:xfrm>
            <a:off x="975360" y="1767840"/>
            <a:ext cx="10241280" cy="1463040"/>
          </a:xfrm>
          <a:prstGeom prst="rect">
            <a:avLst/>
          </a:prstGeom>
          <a:noFill/>
          <a:ln/>
        </p:spPr>
        <p:txBody>
          <a:bodyPr wrap="square" lIns="0" tIns="0" rIns="0" bIns="0" rtlCol="0" anchor="ctr"/>
          <a:lstStyle/>
          <a:p>
            <a:pPr defTabSz="1219170">
              <a:buClrTx/>
            </a:pPr>
            <a:r>
              <a:rPr lang="en-US" sz="3467" b="1" kern="1200" dirty="0">
                <a:solidFill>
                  <a:srgbClr val="533D15"/>
                </a:solidFill>
                <a:latin typeface="Meiryo" pitchFamily="34" charset="0"/>
                <a:ea typeface="Meiryo" pitchFamily="34" charset="-122"/>
                <a:cs typeface="Meiryo" pitchFamily="34" charset="-120"/>
              </a:rPr>
              <a:t>社長は社員（　　）新しい会社を作った。</a:t>
            </a:r>
            <a:endParaRPr lang="en-US" sz="3467" kern="1200" dirty="0">
              <a:solidFill>
                <a:prstClr val="black"/>
              </a:solidFill>
              <a:latin typeface="Calibri" panose="020F0502020204030204"/>
              <a:ea typeface="+mn-ea"/>
              <a:cs typeface="+mn-cs"/>
            </a:endParaRPr>
          </a:p>
        </p:txBody>
      </p:sp>
      <p:sp>
        <p:nvSpPr>
          <p:cNvPr id="6" name="S0_zoom_196"/>
          <p:cNvSpPr/>
          <p:nvPr/>
        </p:nvSpPr>
        <p:spPr>
          <a:xfrm>
            <a:off x="609600" y="3474720"/>
            <a:ext cx="2560320" cy="609600"/>
          </a:xfrm>
          <a:prstGeom prst="roundRect">
            <a:avLst>
              <a:gd name="adj" fmla="val 50000"/>
            </a:avLst>
          </a:prstGeom>
          <a:solidFill>
            <a:srgbClr val="FFFFFF"/>
          </a:solidFill>
          <a:ln w="19050">
            <a:solidFill>
              <a:srgbClr val="F2C14E"/>
            </a:solidFill>
            <a:prstDash val="solid"/>
          </a:ln>
        </p:spPr>
      </p:sp>
      <p:sp>
        <p:nvSpPr>
          <p:cNvPr id="7" name="S0w_zoom_197"/>
          <p:cNvSpPr txBox="1"/>
          <p:nvPr/>
        </p:nvSpPr>
        <p:spPr>
          <a:xfrm>
            <a:off x="60960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とともに</a:t>
            </a:r>
            <a:endParaRPr lang="en-US" sz="2133" kern="1200" dirty="0">
              <a:solidFill>
                <a:prstClr val="black"/>
              </a:solidFill>
              <a:latin typeface="Calibri" panose="020F0502020204030204"/>
              <a:ea typeface="+mn-ea"/>
              <a:cs typeface="+mn-cs"/>
            </a:endParaRPr>
          </a:p>
        </p:txBody>
      </p:sp>
      <p:sp>
        <p:nvSpPr>
          <p:cNvPr id="8" name="S0_zoom_198"/>
          <p:cNvSpPr/>
          <p:nvPr/>
        </p:nvSpPr>
        <p:spPr>
          <a:xfrm>
            <a:off x="3413760" y="3474720"/>
            <a:ext cx="2560320" cy="609600"/>
          </a:xfrm>
          <a:prstGeom prst="roundRect">
            <a:avLst>
              <a:gd name="adj" fmla="val 50000"/>
            </a:avLst>
          </a:prstGeom>
          <a:solidFill>
            <a:srgbClr val="FFFFFF"/>
          </a:solidFill>
          <a:ln w="19050">
            <a:solidFill>
              <a:srgbClr val="C27B38"/>
            </a:solidFill>
            <a:prstDash val="solid"/>
          </a:ln>
        </p:spPr>
      </p:sp>
      <p:sp>
        <p:nvSpPr>
          <p:cNvPr id="9" name="S0w_zoom_199"/>
          <p:cNvSpPr txBox="1"/>
          <p:nvPr/>
        </p:nvSpPr>
        <p:spPr>
          <a:xfrm>
            <a:off x="341376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につれて</a:t>
            </a:r>
            <a:endParaRPr lang="en-US" sz="2133" kern="1200" dirty="0">
              <a:solidFill>
                <a:prstClr val="black"/>
              </a:solidFill>
              <a:latin typeface="Calibri" panose="020F0502020204030204"/>
              <a:ea typeface="+mn-ea"/>
              <a:cs typeface="+mn-cs"/>
            </a:endParaRPr>
          </a:p>
        </p:txBody>
      </p:sp>
      <p:sp>
        <p:nvSpPr>
          <p:cNvPr id="10" name="S0_zoom_200"/>
          <p:cNvSpPr/>
          <p:nvPr/>
        </p:nvSpPr>
        <p:spPr>
          <a:xfrm>
            <a:off x="6217920" y="3474720"/>
            <a:ext cx="2560320" cy="609600"/>
          </a:xfrm>
          <a:prstGeom prst="roundRect">
            <a:avLst>
              <a:gd name="adj" fmla="val 50000"/>
            </a:avLst>
          </a:prstGeom>
          <a:solidFill>
            <a:srgbClr val="FFFFFF"/>
          </a:solidFill>
          <a:ln w="19050">
            <a:solidFill>
              <a:srgbClr val="7A5F2E"/>
            </a:solidFill>
            <a:prstDash val="solid"/>
          </a:ln>
        </p:spPr>
      </p:sp>
      <p:sp>
        <p:nvSpPr>
          <p:cNvPr id="11" name="S0w_zoom_201"/>
          <p:cNvSpPr txBox="1"/>
          <p:nvPr/>
        </p:nvSpPr>
        <p:spPr>
          <a:xfrm>
            <a:off x="621792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にしたがって</a:t>
            </a:r>
            <a:endParaRPr lang="en-US" sz="2133" kern="1200" dirty="0">
              <a:solidFill>
                <a:prstClr val="black"/>
              </a:solidFill>
              <a:latin typeface="Calibri" panose="020F0502020204030204"/>
              <a:ea typeface="+mn-ea"/>
              <a:cs typeface="+mn-cs"/>
            </a:endParaRPr>
          </a:p>
        </p:txBody>
      </p:sp>
      <p:sp>
        <p:nvSpPr>
          <p:cNvPr id="12" name="S0_zoom_202"/>
          <p:cNvSpPr/>
          <p:nvPr/>
        </p:nvSpPr>
        <p:spPr>
          <a:xfrm>
            <a:off x="9022080" y="3474720"/>
            <a:ext cx="2560320" cy="609600"/>
          </a:xfrm>
          <a:prstGeom prst="roundRect">
            <a:avLst>
              <a:gd name="adj" fmla="val 50000"/>
            </a:avLst>
          </a:prstGeom>
          <a:solidFill>
            <a:srgbClr val="FFFFFF"/>
          </a:solidFill>
          <a:ln w="19050">
            <a:solidFill>
              <a:srgbClr val="A64B31"/>
            </a:solidFill>
            <a:prstDash val="solid"/>
          </a:ln>
        </p:spPr>
      </p:sp>
      <p:sp>
        <p:nvSpPr>
          <p:cNvPr id="13" name="S0w_zoom_203"/>
          <p:cNvSpPr txBox="1"/>
          <p:nvPr/>
        </p:nvSpPr>
        <p:spPr>
          <a:xfrm>
            <a:off x="902208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に伴って</a:t>
            </a:r>
            <a:endParaRPr lang="en-US" sz="2133" kern="1200" dirty="0">
              <a:solidFill>
                <a:prstClr val="black"/>
              </a:solidFill>
              <a:latin typeface="Calibri" panose="020F0502020204030204"/>
              <a:ea typeface="+mn-ea"/>
              <a:cs typeface="+mn-cs"/>
            </a:endParaRPr>
          </a:p>
        </p:txBody>
      </p:sp>
      <p:sp>
        <p:nvSpPr>
          <p:cNvPr id="14" name="S1_zoom_204"/>
          <p:cNvSpPr/>
          <p:nvPr/>
        </p:nvSpPr>
        <p:spPr>
          <a:xfrm>
            <a:off x="609600" y="4389120"/>
            <a:ext cx="10972800" cy="2072640"/>
          </a:xfrm>
          <a:prstGeom prst="roundRect">
            <a:avLst>
              <a:gd name="adj" fmla="val 5882"/>
            </a:avLst>
          </a:prstGeom>
          <a:solidFill>
            <a:srgbClr val="533D15"/>
          </a:solidFill>
          <a:ln w="12700">
            <a:solidFill>
              <a:srgbClr val="533D15"/>
            </a:solidFill>
            <a:prstDash val="solid"/>
          </a:ln>
        </p:spPr>
      </p:sp>
      <p:sp>
        <p:nvSpPr>
          <p:cNvPr id="15" name="S1w_zoom_205"/>
          <p:cNvSpPr txBox="1"/>
          <p:nvPr/>
        </p:nvSpPr>
        <p:spPr>
          <a:xfrm>
            <a:off x="914400" y="4511040"/>
            <a:ext cx="3657600" cy="365760"/>
          </a:xfrm>
          <a:prstGeom prst="rect">
            <a:avLst/>
          </a:prstGeom>
          <a:noFill/>
          <a:ln/>
        </p:spPr>
        <p:txBody>
          <a:bodyPr wrap="square" lIns="0" tIns="0" rIns="0" bIns="0" rtlCol="0" anchor="ctr"/>
          <a:lstStyle/>
          <a:p>
            <a:pPr defTabSz="1219170">
              <a:buClrTx/>
            </a:pPr>
            <a:r>
              <a:rPr lang="en-US" sz="1733" b="1" kern="1200" dirty="0">
                <a:solidFill>
                  <a:srgbClr val="F2C14E"/>
                </a:solidFill>
                <a:latin typeface="Meiryo" pitchFamily="34" charset="0"/>
                <a:ea typeface="Meiryo" pitchFamily="34" charset="-122"/>
                <a:cs typeface="Meiryo" pitchFamily="34" charset="-120"/>
              </a:rPr>
              <a:t>答え</a:t>
            </a:r>
            <a:endParaRPr lang="en-US" sz="1733" kern="1200" dirty="0">
              <a:solidFill>
                <a:prstClr val="black"/>
              </a:solidFill>
              <a:latin typeface="Calibri" panose="020F0502020204030204"/>
              <a:ea typeface="+mn-ea"/>
              <a:cs typeface="+mn-cs"/>
            </a:endParaRPr>
          </a:p>
        </p:txBody>
      </p:sp>
      <p:sp>
        <p:nvSpPr>
          <p:cNvPr id="16" name="S1w_zoom_206"/>
          <p:cNvSpPr txBox="1"/>
          <p:nvPr/>
        </p:nvSpPr>
        <p:spPr>
          <a:xfrm>
            <a:off x="914400" y="4876800"/>
            <a:ext cx="10363200" cy="792480"/>
          </a:xfrm>
          <a:prstGeom prst="rect">
            <a:avLst/>
          </a:prstGeom>
          <a:noFill/>
          <a:ln/>
        </p:spPr>
        <p:txBody>
          <a:bodyPr wrap="square" lIns="0" tIns="0" rIns="0" bIns="0" rtlCol="0" anchor="ctr"/>
          <a:lstStyle/>
          <a:p>
            <a:pPr defTabSz="1219170">
              <a:buClrTx/>
            </a:pPr>
            <a:r>
              <a:rPr lang="en-US" sz="2933" b="1" kern="1200" dirty="0">
                <a:solidFill>
                  <a:srgbClr val="F2C14E"/>
                </a:solidFill>
                <a:latin typeface="Meiryo" pitchFamily="34" charset="0"/>
                <a:ea typeface="Meiryo" pitchFamily="34" charset="-122"/>
                <a:cs typeface="Meiryo" pitchFamily="34" charset="-120"/>
              </a:rPr>
              <a:t>とともに</a:t>
            </a:r>
            <a:endParaRPr lang="en-US" sz="2933" kern="1200" dirty="0">
              <a:solidFill>
                <a:prstClr val="black"/>
              </a:solidFill>
              <a:latin typeface="Calibri" panose="020F0502020204030204"/>
              <a:ea typeface="+mn-ea"/>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3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400" fill="hold"/>
                                        <p:tgtEl>
                                          <p:spTgt spid="6"/>
                                        </p:tgtEl>
                                        <p:attrNameLst>
                                          <p:attrName>ppt_w</p:attrName>
                                        </p:attrNameLst>
                                      </p:cBhvr>
                                      <p:tavLst>
                                        <p:tav tm="0">
                                          <p:val>
                                            <p:fltVal val="0"/>
                                          </p:val>
                                        </p:tav>
                                        <p:tav tm="100000">
                                          <p:val>
                                            <p:strVal val="#ppt_w"/>
                                          </p:val>
                                        </p:tav>
                                      </p:tavLst>
                                    </p:anim>
                                    <p:anim calcmode="lin" valueType="num">
                                      <p:cBhvr additive="base">
                                        <p:cTn id="12" dur="400" fill="hold"/>
                                        <p:tgtEl>
                                          <p:spTgt spid="6"/>
                                        </p:tgtEl>
                                        <p:attrNameLst>
                                          <p:attrName>ppt_h</p:attrName>
                                        </p:attrNameLst>
                                      </p:cBhvr>
                                      <p:tavLst>
                                        <p:tav tm="0">
                                          <p:val>
                                            <p:fltVal val="0"/>
                                          </p:val>
                                        </p:tav>
                                        <p:tav tm="100000">
                                          <p:val>
                                            <p:strVal val="#ppt_h"/>
                                          </p:val>
                                        </p:tav>
                                      </p:tavLst>
                                    </p:anim>
                                    <p:animEffect transition="in" filter="fade">
                                      <p:cBhvr>
                                        <p:cTn id="13" dur="400"/>
                                        <p:tgtEl>
                                          <p:spTgt spid="6"/>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400" fill="hold"/>
                                        <p:tgtEl>
                                          <p:spTgt spid="7"/>
                                        </p:tgtEl>
                                        <p:attrNameLst>
                                          <p:attrName>ppt_w</p:attrName>
                                        </p:attrNameLst>
                                      </p:cBhvr>
                                      <p:tavLst>
                                        <p:tav tm="0">
                                          <p:val>
                                            <p:fltVal val="0"/>
                                          </p:val>
                                        </p:tav>
                                        <p:tav tm="100000">
                                          <p:val>
                                            <p:strVal val="#ppt_w"/>
                                          </p:val>
                                        </p:tav>
                                      </p:tavLst>
                                    </p:anim>
                                    <p:anim calcmode="lin" valueType="num">
                                      <p:cBhvr additive="base">
                                        <p:cTn id="17" dur="400" fill="hold"/>
                                        <p:tgtEl>
                                          <p:spTgt spid="7"/>
                                        </p:tgtEl>
                                        <p:attrNameLst>
                                          <p:attrName>ppt_h</p:attrName>
                                        </p:attrNameLst>
                                      </p:cBhvr>
                                      <p:tavLst>
                                        <p:tav tm="0">
                                          <p:val>
                                            <p:fltVal val="0"/>
                                          </p:val>
                                        </p:tav>
                                        <p:tav tm="100000">
                                          <p:val>
                                            <p:strVal val="#ppt_h"/>
                                          </p:val>
                                        </p:tav>
                                      </p:tavLst>
                                    </p:anim>
                                    <p:animEffect transition="in" filter="fade">
                                      <p:cBhvr>
                                        <p:cTn id="18" dur="400"/>
                                        <p:tgtEl>
                                          <p:spTgt spid="7"/>
                                        </p:tgtEl>
                                      </p:cBhvr>
                                    </p:animEffect>
                                  </p:childTnLst>
                                </p:cTn>
                              </p:par>
                            </p:childTnLst>
                          </p:cTn>
                        </p:par>
                        <p:par>
                          <p:cTn id="19" fill="hold">
                            <p:stCondLst>
                              <p:cond delay="600"/>
                            </p:stCondLst>
                            <p:childTnLst>
                              <p:par>
                                <p:cTn id="20" presetID="53" presetClass="entr" presetSubtype="16"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400" fill="hold"/>
                                        <p:tgtEl>
                                          <p:spTgt spid="8"/>
                                        </p:tgtEl>
                                        <p:attrNameLst>
                                          <p:attrName>ppt_w</p:attrName>
                                        </p:attrNameLst>
                                      </p:cBhvr>
                                      <p:tavLst>
                                        <p:tav tm="0">
                                          <p:val>
                                            <p:fltVal val="0"/>
                                          </p:val>
                                        </p:tav>
                                        <p:tav tm="100000">
                                          <p:val>
                                            <p:strVal val="#ppt_w"/>
                                          </p:val>
                                        </p:tav>
                                      </p:tavLst>
                                    </p:anim>
                                    <p:anim calcmode="lin" valueType="num">
                                      <p:cBhvr additive="base">
                                        <p:cTn id="23" dur="400" fill="hold"/>
                                        <p:tgtEl>
                                          <p:spTgt spid="8"/>
                                        </p:tgtEl>
                                        <p:attrNameLst>
                                          <p:attrName>ppt_h</p:attrName>
                                        </p:attrNameLst>
                                      </p:cBhvr>
                                      <p:tavLst>
                                        <p:tav tm="0">
                                          <p:val>
                                            <p:fltVal val="0"/>
                                          </p:val>
                                        </p:tav>
                                        <p:tav tm="100000">
                                          <p:val>
                                            <p:strVal val="#ppt_h"/>
                                          </p:val>
                                        </p:tav>
                                      </p:tavLst>
                                    </p:anim>
                                    <p:animEffect transition="in" filter="fade">
                                      <p:cBhvr>
                                        <p:cTn id="24" dur="4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400" fill="hold"/>
                                        <p:tgtEl>
                                          <p:spTgt spid="9"/>
                                        </p:tgtEl>
                                        <p:attrNameLst>
                                          <p:attrName>ppt_w</p:attrName>
                                        </p:attrNameLst>
                                      </p:cBhvr>
                                      <p:tavLst>
                                        <p:tav tm="0">
                                          <p:val>
                                            <p:fltVal val="0"/>
                                          </p:val>
                                        </p:tav>
                                        <p:tav tm="100000">
                                          <p:val>
                                            <p:strVal val="#ppt_w"/>
                                          </p:val>
                                        </p:tav>
                                      </p:tavLst>
                                    </p:anim>
                                    <p:anim calcmode="lin" valueType="num">
                                      <p:cBhvr additive="base">
                                        <p:cTn id="28" dur="400" fill="hold"/>
                                        <p:tgtEl>
                                          <p:spTgt spid="9"/>
                                        </p:tgtEl>
                                        <p:attrNameLst>
                                          <p:attrName>ppt_h</p:attrName>
                                        </p:attrNameLst>
                                      </p:cBhvr>
                                      <p:tavLst>
                                        <p:tav tm="0">
                                          <p:val>
                                            <p:fltVal val="0"/>
                                          </p:val>
                                        </p:tav>
                                        <p:tav tm="100000">
                                          <p:val>
                                            <p:strVal val="#ppt_h"/>
                                          </p:val>
                                        </p:tav>
                                      </p:tavLst>
                                    </p:anim>
                                    <p:animEffect transition="in" filter="fade">
                                      <p:cBhvr>
                                        <p:cTn id="29" dur="400"/>
                                        <p:tgtEl>
                                          <p:spTgt spid="9"/>
                                        </p:tgtEl>
                                      </p:cBhvr>
                                    </p:animEffect>
                                  </p:childTnLst>
                                </p:cTn>
                              </p:par>
                            </p:childTnLst>
                          </p:cTn>
                        </p:par>
                        <p:par>
                          <p:cTn id="30" fill="hold">
                            <p:stCondLst>
                              <p:cond delay="900"/>
                            </p:stCondLst>
                            <p:childTnLst>
                              <p:par>
                                <p:cTn id="31" presetID="53" presetClass="entr" presetSubtype="16"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400" fill="hold"/>
                                        <p:tgtEl>
                                          <p:spTgt spid="10"/>
                                        </p:tgtEl>
                                        <p:attrNameLst>
                                          <p:attrName>ppt_w</p:attrName>
                                        </p:attrNameLst>
                                      </p:cBhvr>
                                      <p:tavLst>
                                        <p:tav tm="0">
                                          <p:val>
                                            <p:fltVal val="0"/>
                                          </p:val>
                                        </p:tav>
                                        <p:tav tm="100000">
                                          <p:val>
                                            <p:strVal val="#ppt_w"/>
                                          </p:val>
                                        </p:tav>
                                      </p:tavLst>
                                    </p:anim>
                                    <p:anim calcmode="lin" valueType="num">
                                      <p:cBhvr additive="base">
                                        <p:cTn id="34" dur="400" fill="hold"/>
                                        <p:tgtEl>
                                          <p:spTgt spid="10"/>
                                        </p:tgtEl>
                                        <p:attrNameLst>
                                          <p:attrName>ppt_h</p:attrName>
                                        </p:attrNameLst>
                                      </p:cBhvr>
                                      <p:tavLst>
                                        <p:tav tm="0">
                                          <p:val>
                                            <p:fltVal val="0"/>
                                          </p:val>
                                        </p:tav>
                                        <p:tav tm="100000">
                                          <p:val>
                                            <p:strVal val="#ppt_h"/>
                                          </p:val>
                                        </p:tav>
                                      </p:tavLst>
                                    </p:anim>
                                    <p:animEffect transition="in" filter="fade">
                                      <p:cBhvr>
                                        <p:cTn id="35" dur="400"/>
                                        <p:tgtEl>
                                          <p:spTgt spid="1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400" fill="hold"/>
                                        <p:tgtEl>
                                          <p:spTgt spid="11"/>
                                        </p:tgtEl>
                                        <p:attrNameLst>
                                          <p:attrName>ppt_w</p:attrName>
                                        </p:attrNameLst>
                                      </p:cBhvr>
                                      <p:tavLst>
                                        <p:tav tm="0">
                                          <p:val>
                                            <p:fltVal val="0"/>
                                          </p:val>
                                        </p:tav>
                                        <p:tav tm="100000">
                                          <p:val>
                                            <p:strVal val="#ppt_w"/>
                                          </p:val>
                                        </p:tav>
                                      </p:tavLst>
                                    </p:anim>
                                    <p:anim calcmode="lin" valueType="num">
                                      <p:cBhvr additive="base">
                                        <p:cTn id="39" dur="400" fill="hold"/>
                                        <p:tgtEl>
                                          <p:spTgt spid="11"/>
                                        </p:tgtEl>
                                        <p:attrNameLst>
                                          <p:attrName>ppt_h</p:attrName>
                                        </p:attrNameLst>
                                      </p:cBhvr>
                                      <p:tavLst>
                                        <p:tav tm="0">
                                          <p:val>
                                            <p:fltVal val="0"/>
                                          </p:val>
                                        </p:tav>
                                        <p:tav tm="100000">
                                          <p:val>
                                            <p:strVal val="#ppt_h"/>
                                          </p:val>
                                        </p:tav>
                                      </p:tavLst>
                                    </p:anim>
                                    <p:animEffect transition="in" filter="fade">
                                      <p:cBhvr>
                                        <p:cTn id="40" dur="400"/>
                                        <p:tgtEl>
                                          <p:spTgt spid="11"/>
                                        </p:tgtEl>
                                      </p:cBhvr>
                                    </p:animEffect>
                                  </p:childTnLst>
                                </p:cTn>
                              </p:par>
                            </p:childTnLst>
                          </p:cTn>
                        </p:par>
                        <p:par>
                          <p:cTn id="41" fill="hold">
                            <p:stCondLst>
                              <p:cond delay="1200"/>
                            </p:stCondLst>
                            <p:childTnLst>
                              <p:par>
                                <p:cTn id="42" presetID="53" presetClass="entr" presetSubtype="16"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400" fill="hold"/>
                                        <p:tgtEl>
                                          <p:spTgt spid="12"/>
                                        </p:tgtEl>
                                        <p:attrNameLst>
                                          <p:attrName>ppt_w</p:attrName>
                                        </p:attrNameLst>
                                      </p:cBhvr>
                                      <p:tavLst>
                                        <p:tav tm="0">
                                          <p:val>
                                            <p:fltVal val="0"/>
                                          </p:val>
                                        </p:tav>
                                        <p:tav tm="100000">
                                          <p:val>
                                            <p:strVal val="#ppt_w"/>
                                          </p:val>
                                        </p:tav>
                                      </p:tavLst>
                                    </p:anim>
                                    <p:anim calcmode="lin" valueType="num">
                                      <p:cBhvr additive="base">
                                        <p:cTn id="45" dur="400" fill="hold"/>
                                        <p:tgtEl>
                                          <p:spTgt spid="12"/>
                                        </p:tgtEl>
                                        <p:attrNameLst>
                                          <p:attrName>ppt_h</p:attrName>
                                        </p:attrNameLst>
                                      </p:cBhvr>
                                      <p:tavLst>
                                        <p:tav tm="0">
                                          <p:val>
                                            <p:fltVal val="0"/>
                                          </p:val>
                                        </p:tav>
                                        <p:tav tm="100000">
                                          <p:val>
                                            <p:strVal val="#ppt_h"/>
                                          </p:val>
                                        </p:tav>
                                      </p:tavLst>
                                    </p:anim>
                                    <p:animEffect transition="in" filter="fade">
                                      <p:cBhvr>
                                        <p:cTn id="46" dur="400"/>
                                        <p:tgtEl>
                                          <p:spTgt spid="12"/>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400" fill="hold"/>
                                        <p:tgtEl>
                                          <p:spTgt spid="13"/>
                                        </p:tgtEl>
                                        <p:attrNameLst>
                                          <p:attrName>ppt_w</p:attrName>
                                        </p:attrNameLst>
                                      </p:cBhvr>
                                      <p:tavLst>
                                        <p:tav tm="0">
                                          <p:val>
                                            <p:fltVal val="0"/>
                                          </p:val>
                                        </p:tav>
                                        <p:tav tm="100000">
                                          <p:val>
                                            <p:strVal val="#ppt_w"/>
                                          </p:val>
                                        </p:tav>
                                      </p:tavLst>
                                    </p:anim>
                                    <p:anim calcmode="lin" valueType="num">
                                      <p:cBhvr additive="base">
                                        <p:cTn id="50" dur="400" fill="hold"/>
                                        <p:tgtEl>
                                          <p:spTgt spid="13"/>
                                        </p:tgtEl>
                                        <p:attrNameLst>
                                          <p:attrName>ppt_h</p:attrName>
                                        </p:attrNameLst>
                                      </p:cBhvr>
                                      <p:tavLst>
                                        <p:tav tm="0">
                                          <p:val>
                                            <p:fltVal val="0"/>
                                          </p:val>
                                        </p:tav>
                                        <p:tav tm="100000">
                                          <p:val>
                                            <p:strVal val="#ppt_h"/>
                                          </p:val>
                                        </p:tav>
                                      </p:tavLst>
                                    </p:anim>
                                    <p:animEffect transition="in" filter="fade">
                                      <p:cBhvr>
                                        <p:cTn id="51" dur="4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400" fill="hold"/>
                                        <p:tgtEl>
                                          <p:spTgt spid="14"/>
                                        </p:tgtEl>
                                        <p:attrNameLst>
                                          <p:attrName>ppt_w</p:attrName>
                                        </p:attrNameLst>
                                      </p:cBhvr>
                                      <p:tavLst>
                                        <p:tav tm="0">
                                          <p:val>
                                            <p:fltVal val="0"/>
                                          </p:val>
                                        </p:tav>
                                        <p:tav tm="100000">
                                          <p:val>
                                            <p:strVal val="#ppt_w"/>
                                          </p:val>
                                        </p:tav>
                                      </p:tavLst>
                                    </p:anim>
                                    <p:anim calcmode="lin" valueType="num">
                                      <p:cBhvr additive="base">
                                        <p:cTn id="57" dur="400" fill="hold"/>
                                        <p:tgtEl>
                                          <p:spTgt spid="14"/>
                                        </p:tgtEl>
                                        <p:attrNameLst>
                                          <p:attrName>ppt_h</p:attrName>
                                        </p:attrNameLst>
                                      </p:cBhvr>
                                      <p:tavLst>
                                        <p:tav tm="0">
                                          <p:val>
                                            <p:fltVal val="0"/>
                                          </p:val>
                                        </p:tav>
                                        <p:tav tm="100000">
                                          <p:val>
                                            <p:strVal val="#ppt_h"/>
                                          </p:val>
                                        </p:tav>
                                      </p:tavLst>
                                    </p:anim>
                                    <p:animEffect transition="in" filter="fade">
                                      <p:cBhvr>
                                        <p:cTn id="58" dur="400"/>
                                        <p:tgtEl>
                                          <p:spTgt spid="14"/>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00" fill="hold"/>
                                        <p:tgtEl>
                                          <p:spTgt spid="15"/>
                                        </p:tgtEl>
                                        <p:attrNameLst>
                                          <p:attrName>ppt_w</p:attrName>
                                        </p:attrNameLst>
                                      </p:cBhvr>
                                      <p:tavLst>
                                        <p:tav tm="0">
                                          <p:val>
                                            <p:fltVal val="0"/>
                                          </p:val>
                                        </p:tav>
                                        <p:tav tm="100000">
                                          <p:val>
                                            <p:strVal val="#ppt_w"/>
                                          </p:val>
                                        </p:tav>
                                      </p:tavLst>
                                    </p:anim>
                                    <p:anim calcmode="lin" valueType="num">
                                      <p:cBhvr additive="base">
                                        <p:cTn id="62" dur="400" fill="hold"/>
                                        <p:tgtEl>
                                          <p:spTgt spid="15"/>
                                        </p:tgtEl>
                                        <p:attrNameLst>
                                          <p:attrName>ppt_h</p:attrName>
                                        </p:attrNameLst>
                                      </p:cBhvr>
                                      <p:tavLst>
                                        <p:tav tm="0">
                                          <p:val>
                                            <p:fltVal val="0"/>
                                          </p:val>
                                        </p:tav>
                                        <p:tav tm="100000">
                                          <p:val>
                                            <p:strVal val="#ppt_h"/>
                                          </p:val>
                                        </p:tav>
                                      </p:tavLst>
                                    </p:anim>
                                    <p:animEffect transition="in" filter="fade">
                                      <p:cBhvr>
                                        <p:cTn id="63" dur="400"/>
                                        <p:tgtEl>
                                          <p:spTgt spid="15"/>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400" fill="hold"/>
                                        <p:tgtEl>
                                          <p:spTgt spid="16"/>
                                        </p:tgtEl>
                                        <p:attrNameLst>
                                          <p:attrName>ppt_w</p:attrName>
                                        </p:attrNameLst>
                                      </p:cBhvr>
                                      <p:tavLst>
                                        <p:tav tm="0">
                                          <p:val>
                                            <p:fltVal val="0"/>
                                          </p:val>
                                        </p:tav>
                                        <p:tav tm="100000">
                                          <p:val>
                                            <p:strVal val="#ppt_w"/>
                                          </p:val>
                                        </p:tav>
                                      </p:tavLst>
                                    </p:anim>
                                    <p:anim calcmode="lin" valueType="num">
                                      <p:cBhvr additive="base">
                                        <p:cTn id="67" dur="400" fill="hold"/>
                                        <p:tgtEl>
                                          <p:spTgt spid="16"/>
                                        </p:tgtEl>
                                        <p:attrNameLst>
                                          <p:attrName>ppt_h</p:attrName>
                                        </p:attrNameLst>
                                      </p:cBhvr>
                                      <p:tavLst>
                                        <p:tav tm="0">
                                          <p:val>
                                            <p:fltVal val="0"/>
                                          </p:val>
                                        </p:tav>
                                        <p:tav tm="100000">
                                          <p:val>
                                            <p:strVal val="#ppt_h"/>
                                          </p:val>
                                        </p:tav>
                                      </p:tavLst>
                                    </p:anim>
                                    <p:animEffect transition="in" filter="fade">
                                      <p:cBhvr>
                                        <p:cTn id="68"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533D15"/>
                </a:solidFill>
                <a:latin typeface="Meiryo" pitchFamily="34" charset="0"/>
                <a:ea typeface="Meiryo" pitchFamily="34" charset="-122"/>
                <a:cs typeface="Meiryo" pitchFamily="34" charset="-120"/>
              </a:rPr>
              <a:t>練習 2 ／ 5</a:t>
            </a:r>
            <a:endParaRPr lang="en-US" sz="3467" kern="1200" dirty="0">
              <a:solidFill>
                <a:prstClr val="black"/>
              </a:solidFill>
              <a:latin typeface="Calibri" panose="020F0502020204030204"/>
              <a:ea typeface="+mn-ea"/>
              <a:cs typeface="+mn-cs"/>
            </a:endParaRPr>
          </a:p>
        </p:txBody>
      </p:sp>
      <p:sp>
        <p:nvSpPr>
          <p:cNvPr id="4" name="Shape 2"/>
          <p:cNvSpPr/>
          <p:nvPr/>
        </p:nvSpPr>
        <p:spPr>
          <a:xfrm>
            <a:off x="609600" y="1767840"/>
            <a:ext cx="10972800" cy="1463040"/>
          </a:xfrm>
          <a:prstGeom prst="roundRect">
            <a:avLst>
              <a:gd name="adj" fmla="val 8333"/>
            </a:avLst>
          </a:prstGeom>
          <a:solidFill>
            <a:srgbClr val="FFFFFF"/>
          </a:solidFill>
          <a:ln w="12700">
            <a:solidFill>
              <a:srgbClr val="DBCCBA"/>
            </a:solidFill>
            <a:prstDash val="solid"/>
          </a:ln>
          <a:effectLst>
            <a:outerShdw blurRad="76200" dist="25400" dir="5400000" algn="bl" rotWithShape="0">
              <a:srgbClr val="000000">
                <a:alpha val="12000"/>
              </a:srgbClr>
            </a:outerShdw>
          </a:effectLst>
        </p:spPr>
      </p:sp>
      <p:sp>
        <p:nvSpPr>
          <p:cNvPr id="5" name="S0_fade_208"/>
          <p:cNvSpPr txBox="1"/>
          <p:nvPr/>
        </p:nvSpPr>
        <p:spPr>
          <a:xfrm>
            <a:off x="975360" y="1767840"/>
            <a:ext cx="10241280" cy="1463040"/>
          </a:xfrm>
          <a:prstGeom prst="rect">
            <a:avLst/>
          </a:prstGeom>
          <a:noFill/>
          <a:ln/>
        </p:spPr>
        <p:txBody>
          <a:bodyPr wrap="square" lIns="0" tIns="0" rIns="0" bIns="0" rtlCol="0" anchor="ctr"/>
          <a:lstStyle/>
          <a:p>
            <a:pPr defTabSz="1219170">
              <a:buClrTx/>
            </a:pPr>
            <a:r>
              <a:rPr lang="en-US" sz="3467" b="1" kern="1200" dirty="0">
                <a:solidFill>
                  <a:srgbClr val="533D15"/>
                </a:solidFill>
                <a:latin typeface="Meiryo" pitchFamily="34" charset="0"/>
                <a:ea typeface="Meiryo" pitchFamily="34" charset="-122"/>
                <a:cs typeface="Meiryo" pitchFamily="34" charset="-120"/>
              </a:rPr>
              <a:t>道路工事（　　）、バスのルートが変わります。</a:t>
            </a:r>
            <a:endParaRPr lang="en-US" sz="3467" kern="1200" dirty="0">
              <a:solidFill>
                <a:prstClr val="black"/>
              </a:solidFill>
              <a:latin typeface="Calibri" panose="020F0502020204030204"/>
              <a:ea typeface="+mn-ea"/>
              <a:cs typeface="+mn-cs"/>
            </a:endParaRPr>
          </a:p>
        </p:txBody>
      </p:sp>
      <p:sp>
        <p:nvSpPr>
          <p:cNvPr id="6" name="S0_zoom_209"/>
          <p:cNvSpPr/>
          <p:nvPr/>
        </p:nvSpPr>
        <p:spPr>
          <a:xfrm>
            <a:off x="609600" y="3474720"/>
            <a:ext cx="2560320" cy="609600"/>
          </a:xfrm>
          <a:prstGeom prst="roundRect">
            <a:avLst>
              <a:gd name="adj" fmla="val 50000"/>
            </a:avLst>
          </a:prstGeom>
          <a:solidFill>
            <a:srgbClr val="FFFFFF"/>
          </a:solidFill>
          <a:ln w="19050">
            <a:solidFill>
              <a:srgbClr val="F2C14E"/>
            </a:solidFill>
            <a:prstDash val="solid"/>
          </a:ln>
        </p:spPr>
      </p:sp>
      <p:sp>
        <p:nvSpPr>
          <p:cNvPr id="7" name="S0w_zoom_210"/>
          <p:cNvSpPr txBox="1"/>
          <p:nvPr/>
        </p:nvSpPr>
        <p:spPr>
          <a:xfrm>
            <a:off x="60960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とともに</a:t>
            </a:r>
            <a:endParaRPr lang="en-US" sz="2133" kern="1200" dirty="0">
              <a:solidFill>
                <a:prstClr val="black"/>
              </a:solidFill>
              <a:latin typeface="Calibri" panose="020F0502020204030204"/>
              <a:ea typeface="+mn-ea"/>
              <a:cs typeface="+mn-cs"/>
            </a:endParaRPr>
          </a:p>
        </p:txBody>
      </p:sp>
      <p:sp>
        <p:nvSpPr>
          <p:cNvPr id="8" name="S0_zoom_211"/>
          <p:cNvSpPr/>
          <p:nvPr/>
        </p:nvSpPr>
        <p:spPr>
          <a:xfrm>
            <a:off x="3413760" y="3474720"/>
            <a:ext cx="2560320" cy="609600"/>
          </a:xfrm>
          <a:prstGeom prst="roundRect">
            <a:avLst>
              <a:gd name="adj" fmla="val 50000"/>
            </a:avLst>
          </a:prstGeom>
          <a:solidFill>
            <a:srgbClr val="FFFFFF"/>
          </a:solidFill>
          <a:ln w="19050">
            <a:solidFill>
              <a:srgbClr val="C27B38"/>
            </a:solidFill>
            <a:prstDash val="solid"/>
          </a:ln>
        </p:spPr>
      </p:sp>
      <p:sp>
        <p:nvSpPr>
          <p:cNvPr id="9" name="S0w_zoom_212"/>
          <p:cNvSpPr txBox="1"/>
          <p:nvPr/>
        </p:nvSpPr>
        <p:spPr>
          <a:xfrm>
            <a:off x="341376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につれて</a:t>
            </a:r>
            <a:endParaRPr lang="en-US" sz="2133" kern="1200" dirty="0">
              <a:solidFill>
                <a:prstClr val="black"/>
              </a:solidFill>
              <a:latin typeface="Calibri" panose="020F0502020204030204"/>
              <a:ea typeface="+mn-ea"/>
              <a:cs typeface="+mn-cs"/>
            </a:endParaRPr>
          </a:p>
        </p:txBody>
      </p:sp>
      <p:sp>
        <p:nvSpPr>
          <p:cNvPr id="10" name="S0_zoom_213"/>
          <p:cNvSpPr/>
          <p:nvPr/>
        </p:nvSpPr>
        <p:spPr>
          <a:xfrm>
            <a:off x="6217920" y="3474720"/>
            <a:ext cx="2560320" cy="609600"/>
          </a:xfrm>
          <a:prstGeom prst="roundRect">
            <a:avLst>
              <a:gd name="adj" fmla="val 50000"/>
            </a:avLst>
          </a:prstGeom>
          <a:solidFill>
            <a:srgbClr val="FFFFFF"/>
          </a:solidFill>
          <a:ln w="19050">
            <a:solidFill>
              <a:srgbClr val="7A5F2E"/>
            </a:solidFill>
            <a:prstDash val="solid"/>
          </a:ln>
        </p:spPr>
      </p:sp>
      <p:sp>
        <p:nvSpPr>
          <p:cNvPr id="11" name="S0w_zoom_214"/>
          <p:cNvSpPr txBox="1"/>
          <p:nvPr/>
        </p:nvSpPr>
        <p:spPr>
          <a:xfrm>
            <a:off x="621792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にしたがって</a:t>
            </a:r>
            <a:endParaRPr lang="en-US" sz="2133" kern="1200" dirty="0">
              <a:solidFill>
                <a:prstClr val="black"/>
              </a:solidFill>
              <a:latin typeface="Calibri" panose="020F0502020204030204"/>
              <a:ea typeface="+mn-ea"/>
              <a:cs typeface="+mn-cs"/>
            </a:endParaRPr>
          </a:p>
        </p:txBody>
      </p:sp>
      <p:sp>
        <p:nvSpPr>
          <p:cNvPr id="12" name="S0_zoom_215"/>
          <p:cNvSpPr/>
          <p:nvPr/>
        </p:nvSpPr>
        <p:spPr>
          <a:xfrm>
            <a:off x="9022080" y="3474720"/>
            <a:ext cx="2560320" cy="609600"/>
          </a:xfrm>
          <a:prstGeom prst="roundRect">
            <a:avLst>
              <a:gd name="adj" fmla="val 50000"/>
            </a:avLst>
          </a:prstGeom>
          <a:solidFill>
            <a:srgbClr val="FFFFFF"/>
          </a:solidFill>
          <a:ln w="19050">
            <a:solidFill>
              <a:srgbClr val="A64B31"/>
            </a:solidFill>
            <a:prstDash val="solid"/>
          </a:ln>
        </p:spPr>
      </p:sp>
      <p:sp>
        <p:nvSpPr>
          <p:cNvPr id="13" name="S0w_zoom_216"/>
          <p:cNvSpPr txBox="1"/>
          <p:nvPr/>
        </p:nvSpPr>
        <p:spPr>
          <a:xfrm>
            <a:off x="902208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に伴って</a:t>
            </a:r>
            <a:endParaRPr lang="en-US" sz="2133" kern="1200" dirty="0">
              <a:solidFill>
                <a:prstClr val="black"/>
              </a:solidFill>
              <a:latin typeface="Calibri" panose="020F0502020204030204"/>
              <a:ea typeface="+mn-ea"/>
              <a:cs typeface="+mn-cs"/>
            </a:endParaRPr>
          </a:p>
        </p:txBody>
      </p:sp>
      <p:sp>
        <p:nvSpPr>
          <p:cNvPr id="14" name="S1_zoom_217"/>
          <p:cNvSpPr/>
          <p:nvPr/>
        </p:nvSpPr>
        <p:spPr>
          <a:xfrm>
            <a:off x="609600" y="4389120"/>
            <a:ext cx="10972800" cy="2072640"/>
          </a:xfrm>
          <a:prstGeom prst="roundRect">
            <a:avLst>
              <a:gd name="adj" fmla="val 5882"/>
            </a:avLst>
          </a:prstGeom>
          <a:solidFill>
            <a:srgbClr val="533D15"/>
          </a:solidFill>
          <a:ln w="12700">
            <a:solidFill>
              <a:srgbClr val="533D15"/>
            </a:solidFill>
            <a:prstDash val="solid"/>
          </a:ln>
        </p:spPr>
      </p:sp>
      <p:sp>
        <p:nvSpPr>
          <p:cNvPr id="15" name="S1w_zoom_218"/>
          <p:cNvSpPr txBox="1"/>
          <p:nvPr/>
        </p:nvSpPr>
        <p:spPr>
          <a:xfrm>
            <a:off x="914400" y="4511040"/>
            <a:ext cx="3657600" cy="365760"/>
          </a:xfrm>
          <a:prstGeom prst="rect">
            <a:avLst/>
          </a:prstGeom>
          <a:noFill/>
          <a:ln/>
        </p:spPr>
        <p:txBody>
          <a:bodyPr wrap="square" lIns="0" tIns="0" rIns="0" bIns="0" rtlCol="0" anchor="ctr"/>
          <a:lstStyle/>
          <a:p>
            <a:pPr defTabSz="1219170">
              <a:buClrTx/>
            </a:pPr>
            <a:r>
              <a:rPr lang="en-US" sz="1733" b="1" kern="1200" dirty="0">
                <a:solidFill>
                  <a:srgbClr val="F2C14E"/>
                </a:solidFill>
                <a:latin typeface="Meiryo" pitchFamily="34" charset="0"/>
                <a:ea typeface="Meiryo" pitchFamily="34" charset="-122"/>
                <a:cs typeface="Meiryo" pitchFamily="34" charset="-120"/>
              </a:rPr>
              <a:t>答え</a:t>
            </a:r>
            <a:endParaRPr lang="en-US" sz="1733" kern="1200" dirty="0">
              <a:solidFill>
                <a:prstClr val="black"/>
              </a:solidFill>
              <a:latin typeface="Calibri" panose="020F0502020204030204"/>
              <a:ea typeface="+mn-ea"/>
              <a:cs typeface="+mn-cs"/>
            </a:endParaRPr>
          </a:p>
        </p:txBody>
      </p:sp>
      <p:sp>
        <p:nvSpPr>
          <p:cNvPr id="16" name="S1w_zoom_219"/>
          <p:cNvSpPr txBox="1"/>
          <p:nvPr/>
        </p:nvSpPr>
        <p:spPr>
          <a:xfrm>
            <a:off x="914400" y="4876800"/>
            <a:ext cx="10363200" cy="792480"/>
          </a:xfrm>
          <a:prstGeom prst="rect">
            <a:avLst/>
          </a:prstGeom>
          <a:noFill/>
          <a:ln/>
        </p:spPr>
        <p:txBody>
          <a:bodyPr wrap="square" lIns="0" tIns="0" rIns="0" bIns="0" rtlCol="0" anchor="ctr"/>
          <a:lstStyle/>
          <a:p>
            <a:pPr defTabSz="1219170">
              <a:buClrTx/>
            </a:pPr>
            <a:r>
              <a:rPr lang="en-US" sz="2933" b="1" kern="1200" dirty="0">
                <a:solidFill>
                  <a:srgbClr val="F2C14E"/>
                </a:solidFill>
                <a:latin typeface="Meiryo" pitchFamily="34" charset="0"/>
                <a:ea typeface="Meiryo" pitchFamily="34" charset="-122"/>
                <a:cs typeface="Meiryo" pitchFamily="34" charset="-120"/>
              </a:rPr>
              <a:t>に伴い（に伴って）</a:t>
            </a:r>
            <a:endParaRPr lang="en-US" sz="2933" kern="1200" dirty="0">
              <a:solidFill>
                <a:prstClr val="black"/>
              </a:solidFill>
              <a:latin typeface="Calibri" panose="020F0502020204030204"/>
              <a:ea typeface="+mn-ea"/>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3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400" fill="hold"/>
                                        <p:tgtEl>
                                          <p:spTgt spid="6"/>
                                        </p:tgtEl>
                                        <p:attrNameLst>
                                          <p:attrName>ppt_w</p:attrName>
                                        </p:attrNameLst>
                                      </p:cBhvr>
                                      <p:tavLst>
                                        <p:tav tm="0">
                                          <p:val>
                                            <p:fltVal val="0"/>
                                          </p:val>
                                        </p:tav>
                                        <p:tav tm="100000">
                                          <p:val>
                                            <p:strVal val="#ppt_w"/>
                                          </p:val>
                                        </p:tav>
                                      </p:tavLst>
                                    </p:anim>
                                    <p:anim calcmode="lin" valueType="num">
                                      <p:cBhvr additive="base">
                                        <p:cTn id="12" dur="400" fill="hold"/>
                                        <p:tgtEl>
                                          <p:spTgt spid="6"/>
                                        </p:tgtEl>
                                        <p:attrNameLst>
                                          <p:attrName>ppt_h</p:attrName>
                                        </p:attrNameLst>
                                      </p:cBhvr>
                                      <p:tavLst>
                                        <p:tav tm="0">
                                          <p:val>
                                            <p:fltVal val="0"/>
                                          </p:val>
                                        </p:tav>
                                        <p:tav tm="100000">
                                          <p:val>
                                            <p:strVal val="#ppt_h"/>
                                          </p:val>
                                        </p:tav>
                                      </p:tavLst>
                                    </p:anim>
                                    <p:animEffect transition="in" filter="fade">
                                      <p:cBhvr>
                                        <p:cTn id="13" dur="400"/>
                                        <p:tgtEl>
                                          <p:spTgt spid="6"/>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400" fill="hold"/>
                                        <p:tgtEl>
                                          <p:spTgt spid="7"/>
                                        </p:tgtEl>
                                        <p:attrNameLst>
                                          <p:attrName>ppt_w</p:attrName>
                                        </p:attrNameLst>
                                      </p:cBhvr>
                                      <p:tavLst>
                                        <p:tav tm="0">
                                          <p:val>
                                            <p:fltVal val="0"/>
                                          </p:val>
                                        </p:tav>
                                        <p:tav tm="100000">
                                          <p:val>
                                            <p:strVal val="#ppt_w"/>
                                          </p:val>
                                        </p:tav>
                                      </p:tavLst>
                                    </p:anim>
                                    <p:anim calcmode="lin" valueType="num">
                                      <p:cBhvr additive="base">
                                        <p:cTn id="17" dur="400" fill="hold"/>
                                        <p:tgtEl>
                                          <p:spTgt spid="7"/>
                                        </p:tgtEl>
                                        <p:attrNameLst>
                                          <p:attrName>ppt_h</p:attrName>
                                        </p:attrNameLst>
                                      </p:cBhvr>
                                      <p:tavLst>
                                        <p:tav tm="0">
                                          <p:val>
                                            <p:fltVal val="0"/>
                                          </p:val>
                                        </p:tav>
                                        <p:tav tm="100000">
                                          <p:val>
                                            <p:strVal val="#ppt_h"/>
                                          </p:val>
                                        </p:tav>
                                      </p:tavLst>
                                    </p:anim>
                                    <p:animEffect transition="in" filter="fade">
                                      <p:cBhvr>
                                        <p:cTn id="18" dur="400"/>
                                        <p:tgtEl>
                                          <p:spTgt spid="7"/>
                                        </p:tgtEl>
                                      </p:cBhvr>
                                    </p:animEffect>
                                  </p:childTnLst>
                                </p:cTn>
                              </p:par>
                            </p:childTnLst>
                          </p:cTn>
                        </p:par>
                        <p:par>
                          <p:cTn id="19" fill="hold">
                            <p:stCondLst>
                              <p:cond delay="600"/>
                            </p:stCondLst>
                            <p:childTnLst>
                              <p:par>
                                <p:cTn id="20" presetID="53" presetClass="entr" presetSubtype="16"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400" fill="hold"/>
                                        <p:tgtEl>
                                          <p:spTgt spid="8"/>
                                        </p:tgtEl>
                                        <p:attrNameLst>
                                          <p:attrName>ppt_w</p:attrName>
                                        </p:attrNameLst>
                                      </p:cBhvr>
                                      <p:tavLst>
                                        <p:tav tm="0">
                                          <p:val>
                                            <p:fltVal val="0"/>
                                          </p:val>
                                        </p:tav>
                                        <p:tav tm="100000">
                                          <p:val>
                                            <p:strVal val="#ppt_w"/>
                                          </p:val>
                                        </p:tav>
                                      </p:tavLst>
                                    </p:anim>
                                    <p:anim calcmode="lin" valueType="num">
                                      <p:cBhvr additive="base">
                                        <p:cTn id="23" dur="400" fill="hold"/>
                                        <p:tgtEl>
                                          <p:spTgt spid="8"/>
                                        </p:tgtEl>
                                        <p:attrNameLst>
                                          <p:attrName>ppt_h</p:attrName>
                                        </p:attrNameLst>
                                      </p:cBhvr>
                                      <p:tavLst>
                                        <p:tav tm="0">
                                          <p:val>
                                            <p:fltVal val="0"/>
                                          </p:val>
                                        </p:tav>
                                        <p:tav tm="100000">
                                          <p:val>
                                            <p:strVal val="#ppt_h"/>
                                          </p:val>
                                        </p:tav>
                                      </p:tavLst>
                                    </p:anim>
                                    <p:animEffect transition="in" filter="fade">
                                      <p:cBhvr>
                                        <p:cTn id="24" dur="4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400" fill="hold"/>
                                        <p:tgtEl>
                                          <p:spTgt spid="9"/>
                                        </p:tgtEl>
                                        <p:attrNameLst>
                                          <p:attrName>ppt_w</p:attrName>
                                        </p:attrNameLst>
                                      </p:cBhvr>
                                      <p:tavLst>
                                        <p:tav tm="0">
                                          <p:val>
                                            <p:fltVal val="0"/>
                                          </p:val>
                                        </p:tav>
                                        <p:tav tm="100000">
                                          <p:val>
                                            <p:strVal val="#ppt_w"/>
                                          </p:val>
                                        </p:tav>
                                      </p:tavLst>
                                    </p:anim>
                                    <p:anim calcmode="lin" valueType="num">
                                      <p:cBhvr additive="base">
                                        <p:cTn id="28" dur="400" fill="hold"/>
                                        <p:tgtEl>
                                          <p:spTgt spid="9"/>
                                        </p:tgtEl>
                                        <p:attrNameLst>
                                          <p:attrName>ppt_h</p:attrName>
                                        </p:attrNameLst>
                                      </p:cBhvr>
                                      <p:tavLst>
                                        <p:tav tm="0">
                                          <p:val>
                                            <p:fltVal val="0"/>
                                          </p:val>
                                        </p:tav>
                                        <p:tav tm="100000">
                                          <p:val>
                                            <p:strVal val="#ppt_h"/>
                                          </p:val>
                                        </p:tav>
                                      </p:tavLst>
                                    </p:anim>
                                    <p:animEffect transition="in" filter="fade">
                                      <p:cBhvr>
                                        <p:cTn id="29" dur="400"/>
                                        <p:tgtEl>
                                          <p:spTgt spid="9"/>
                                        </p:tgtEl>
                                      </p:cBhvr>
                                    </p:animEffect>
                                  </p:childTnLst>
                                </p:cTn>
                              </p:par>
                            </p:childTnLst>
                          </p:cTn>
                        </p:par>
                        <p:par>
                          <p:cTn id="30" fill="hold">
                            <p:stCondLst>
                              <p:cond delay="900"/>
                            </p:stCondLst>
                            <p:childTnLst>
                              <p:par>
                                <p:cTn id="31" presetID="53" presetClass="entr" presetSubtype="16"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400" fill="hold"/>
                                        <p:tgtEl>
                                          <p:spTgt spid="10"/>
                                        </p:tgtEl>
                                        <p:attrNameLst>
                                          <p:attrName>ppt_w</p:attrName>
                                        </p:attrNameLst>
                                      </p:cBhvr>
                                      <p:tavLst>
                                        <p:tav tm="0">
                                          <p:val>
                                            <p:fltVal val="0"/>
                                          </p:val>
                                        </p:tav>
                                        <p:tav tm="100000">
                                          <p:val>
                                            <p:strVal val="#ppt_w"/>
                                          </p:val>
                                        </p:tav>
                                      </p:tavLst>
                                    </p:anim>
                                    <p:anim calcmode="lin" valueType="num">
                                      <p:cBhvr additive="base">
                                        <p:cTn id="34" dur="400" fill="hold"/>
                                        <p:tgtEl>
                                          <p:spTgt spid="10"/>
                                        </p:tgtEl>
                                        <p:attrNameLst>
                                          <p:attrName>ppt_h</p:attrName>
                                        </p:attrNameLst>
                                      </p:cBhvr>
                                      <p:tavLst>
                                        <p:tav tm="0">
                                          <p:val>
                                            <p:fltVal val="0"/>
                                          </p:val>
                                        </p:tav>
                                        <p:tav tm="100000">
                                          <p:val>
                                            <p:strVal val="#ppt_h"/>
                                          </p:val>
                                        </p:tav>
                                      </p:tavLst>
                                    </p:anim>
                                    <p:animEffect transition="in" filter="fade">
                                      <p:cBhvr>
                                        <p:cTn id="35" dur="400"/>
                                        <p:tgtEl>
                                          <p:spTgt spid="1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400" fill="hold"/>
                                        <p:tgtEl>
                                          <p:spTgt spid="11"/>
                                        </p:tgtEl>
                                        <p:attrNameLst>
                                          <p:attrName>ppt_w</p:attrName>
                                        </p:attrNameLst>
                                      </p:cBhvr>
                                      <p:tavLst>
                                        <p:tav tm="0">
                                          <p:val>
                                            <p:fltVal val="0"/>
                                          </p:val>
                                        </p:tav>
                                        <p:tav tm="100000">
                                          <p:val>
                                            <p:strVal val="#ppt_w"/>
                                          </p:val>
                                        </p:tav>
                                      </p:tavLst>
                                    </p:anim>
                                    <p:anim calcmode="lin" valueType="num">
                                      <p:cBhvr additive="base">
                                        <p:cTn id="39" dur="400" fill="hold"/>
                                        <p:tgtEl>
                                          <p:spTgt spid="11"/>
                                        </p:tgtEl>
                                        <p:attrNameLst>
                                          <p:attrName>ppt_h</p:attrName>
                                        </p:attrNameLst>
                                      </p:cBhvr>
                                      <p:tavLst>
                                        <p:tav tm="0">
                                          <p:val>
                                            <p:fltVal val="0"/>
                                          </p:val>
                                        </p:tav>
                                        <p:tav tm="100000">
                                          <p:val>
                                            <p:strVal val="#ppt_h"/>
                                          </p:val>
                                        </p:tav>
                                      </p:tavLst>
                                    </p:anim>
                                    <p:animEffect transition="in" filter="fade">
                                      <p:cBhvr>
                                        <p:cTn id="40" dur="400"/>
                                        <p:tgtEl>
                                          <p:spTgt spid="11"/>
                                        </p:tgtEl>
                                      </p:cBhvr>
                                    </p:animEffect>
                                  </p:childTnLst>
                                </p:cTn>
                              </p:par>
                            </p:childTnLst>
                          </p:cTn>
                        </p:par>
                        <p:par>
                          <p:cTn id="41" fill="hold">
                            <p:stCondLst>
                              <p:cond delay="1200"/>
                            </p:stCondLst>
                            <p:childTnLst>
                              <p:par>
                                <p:cTn id="42" presetID="53" presetClass="entr" presetSubtype="16"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400" fill="hold"/>
                                        <p:tgtEl>
                                          <p:spTgt spid="12"/>
                                        </p:tgtEl>
                                        <p:attrNameLst>
                                          <p:attrName>ppt_w</p:attrName>
                                        </p:attrNameLst>
                                      </p:cBhvr>
                                      <p:tavLst>
                                        <p:tav tm="0">
                                          <p:val>
                                            <p:fltVal val="0"/>
                                          </p:val>
                                        </p:tav>
                                        <p:tav tm="100000">
                                          <p:val>
                                            <p:strVal val="#ppt_w"/>
                                          </p:val>
                                        </p:tav>
                                      </p:tavLst>
                                    </p:anim>
                                    <p:anim calcmode="lin" valueType="num">
                                      <p:cBhvr additive="base">
                                        <p:cTn id="45" dur="400" fill="hold"/>
                                        <p:tgtEl>
                                          <p:spTgt spid="12"/>
                                        </p:tgtEl>
                                        <p:attrNameLst>
                                          <p:attrName>ppt_h</p:attrName>
                                        </p:attrNameLst>
                                      </p:cBhvr>
                                      <p:tavLst>
                                        <p:tav tm="0">
                                          <p:val>
                                            <p:fltVal val="0"/>
                                          </p:val>
                                        </p:tav>
                                        <p:tav tm="100000">
                                          <p:val>
                                            <p:strVal val="#ppt_h"/>
                                          </p:val>
                                        </p:tav>
                                      </p:tavLst>
                                    </p:anim>
                                    <p:animEffect transition="in" filter="fade">
                                      <p:cBhvr>
                                        <p:cTn id="46" dur="400"/>
                                        <p:tgtEl>
                                          <p:spTgt spid="12"/>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400" fill="hold"/>
                                        <p:tgtEl>
                                          <p:spTgt spid="13"/>
                                        </p:tgtEl>
                                        <p:attrNameLst>
                                          <p:attrName>ppt_w</p:attrName>
                                        </p:attrNameLst>
                                      </p:cBhvr>
                                      <p:tavLst>
                                        <p:tav tm="0">
                                          <p:val>
                                            <p:fltVal val="0"/>
                                          </p:val>
                                        </p:tav>
                                        <p:tav tm="100000">
                                          <p:val>
                                            <p:strVal val="#ppt_w"/>
                                          </p:val>
                                        </p:tav>
                                      </p:tavLst>
                                    </p:anim>
                                    <p:anim calcmode="lin" valueType="num">
                                      <p:cBhvr additive="base">
                                        <p:cTn id="50" dur="400" fill="hold"/>
                                        <p:tgtEl>
                                          <p:spTgt spid="13"/>
                                        </p:tgtEl>
                                        <p:attrNameLst>
                                          <p:attrName>ppt_h</p:attrName>
                                        </p:attrNameLst>
                                      </p:cBhvr>
                                      <p:tavLst>
                                        <p:tav tm="0">
                                          <p:val>
                                            <p:fltVal val="0"/>
                                          </p:val>
                                        </p:tav>
                                        <p:tav tm="100000">
                                          <p:val>
                                            <p:strVal val="#ppt_h"/>
                                          </p:val>
                                        </p:tav>
                                      </p:tavLst>
                                    </p:anim>
                                    <p:animEffect transition="in" filter="fade">
                                      <p:cBhvr>
                                        <p:cTn id="51" dur="4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400" fill="hold"/>
                                        <p:tgtEl>
                                          <p:spTgt spid="14"/>
                                        </p:tgtEl>
                                        <p:attrNameLst>
                                          <p:attrName>ppt_w</p:attrName>
                                        </p:attrNameLst>
                                      </p:cBhvr>
                                      <p:tavLst>
                                        <p:tav tm="0">
                                          <p:val>
                                            <p:fltVal val="0"/>
                                          </p:val>
                                        </p:tav>
                                        <p:tav tm="100000">
                                          <p:val>
                                            <p:strVal val="#ppt_w"/>
                                          </p:val>
                                        </p:tav>
                                      </p:tavLst>
                                    </p:anim>
                                    <p:anim calcmode="lin" valueType="num">
                                      <p:cBhvr additive="base">
                                        <p:cTn id="57" dur="400" fill="hold"/>
                                        <p:tgtEl>
                                          <p:spTgt spid="14"/>
                                        </p:tgtEl>
                                        <p:attrNameLst>
                                          <p:attrName>ppt_h</p:attrName>
                                        </p:attrNameLst>
                                      </p:cBhvr>
                                      <p:tavLst>
                                        <p:tav tm="0">
                                          <p:val>
                                            <p:fltVal val="0"/>
                                          </p:val>
                                        </p:tav>
                                        <p:tav tm="100000">
                                          <p:val>
                                            <p:strVal val="#ppt_h"/>
                                          </p:val>
                                        </p:tav>
                                      </p:tavLst>
                                    </p:anim>
                                    <p:animEffect transition="in" filter="fade">
                                      <p:cBhvr>
                                        <p:cTn id="58" dur="400"/>
                                        <p:tgtEl>
                                          <p:spTgt spid="14"/>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00" fill="hold"/>
                                        <p:tgtEl>
                                          <p:spTgt spid="15"/>
                                        </p:tgtEl>
                                        <p:attrNameLst>
                                          <p:attrName>ppt_w</p:attrName>
                                        </p:attrNameLst>
                                      </p:cBhvr>
                                      <p:tavLst>
                                        <p:tav tm="0">
                                          <p:val>
                                            <p:fltVal val="0"/>
                                          </p:val>
                                        </p:tav>
                                        <p:tav tm="100000">
                                          <p:val>
                                            <p:strVal val="#ppt_w"/>
                                          </p:val>
                                        </p:tav>
                                      </p:tavLst>
                                    </p:anim>
                                    <p:anim calcmode="lin" valueType="num">
                                      <p:cBhvr additive="base">
                                        <p:cTn id="62" dur="400" fill="hold"/>
                                        <p:tgtEl>
                                          <p:spTgt spid="15"/>
                                        </p:tgtEl>
                                        <p:attrNameLst>
                                          <p:attrName>ppt_h</p:attrName>
                                        </p:attrNameLst>
                                      </p:cBhvr>
                                      <p:tavLst>
                                        <p:tav tm="0">
                                          <p:val>
                                            <p:fltVal val="0"/>
                                          </p:val>
                                        </p:tav>
                                        <p:tav tm="100000">
                                          <p:val>
                                            <p:strVal val="#ppt_h"/>
                                          </p:val>
                                        </p:tav>
                                      </p:tavLst>
                                    </p:anim>
                                    <p:animEffect transition="in" filter="fade">
                                      <p:cBhvr>
                                        <p:cTn id="63" dur="400"/>
                                        <p:tgtEl>
                                          <p:spTgt spid="15"/>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400" fill="hold"/>
                                        <p:tgtEl>
                                          <p:spTgt spid="16"/>
                                        </p:tgtEl>
                                        <p:attrNameLst>
                                          <p:attrName>ppt_w</p:attrName>
                                        </p:attrNameLst>
                                      </p:cBhvr>
                                      <p:tavLst>
                                        <p:tav tm="0">
                                          <p:val>
                                            <p:fltVal val="0"/>
                                          </p:val>
                                        </p:tav>
                                        <p:tav tm="100000">
                                          <p:val>
                                            <p:strVal val="#ppt_w"/>
                                          </p:val>
                                        </p:tav>
                                      </p:tavLst>
                                    </p:anim>
                                    <p:anim calcmode="lin" valueType="num">
                                      <p:cBhvr additive="base">
                                        <p:cTn id="67" dur="400" fill="hold"/>
                                        <p:tgtEl>
                                          <p:spTgt spid="16"/>
                                        </p:tgtEl>
                                        <p:attrNameLst>
                                          <p:attrName>ppt_h</p:attrName>
                                        </p:attrNameLst>
                                      </p:cBhvr>
                                      <p:tavLst>
                                        <p:tav tm="0">
                                          <p:val>
                                            <p:fltVal val="0"/>
                                          </p:val>
                                        </p:tav>
                                        <p:tav tm="100000">
                                          <p:val>
                                            <p:strVal val="#ppt_h"/>
                                          </p:val>
                                        </p:tav>
                                      </p:tavLst>
                                    </p:anim>
                                    <p:animEffect transition="in" filter="fade">
                                      <p:cBhvr>
                                        <p:cTn id="68"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533D15"/>
                </a:solidFill>
                <a:latin typeface="Meiryo" pitchFamily="34" charset="0"/>
                <a:ea typeface="Meiryo" pitchFamily="34" charset="-122"/>
                <a:cs typeface="Meiryo" pitchFamily="34" charset="-120"/>
              </a:rPr>
              <a:t>練習 3 ／ 5</a:t>
            </a:r>
            <a:endParaRPr lang="en-US" sz="3467" kern="1200" dirty="0">
              <a:solidFill>
                <a:prstClr val="black"/>
              </a:solidFill>
              <a:latin typeface="Calibri" panose="020F0502020204030204"/>
              <a:ea typeface="+mn-ea"/>
              <a:cs typeface="+mn-cs"/>
            </a:endParaRPr>
          </a:p>
        </p:txBody>
      </p:sp>
      <p:sp>
        <p:nvSpPr>
          <p:cNvPr id="4" name="Shape 2"/>
          <p:cNvSpPr/>
          <p:nvPr/>
        </p:nvSpPr>
        <p:spPr>
          <a:xfrm>
            <a:off x="609600" y="1767840"/>
            <a:ext cx="10972800" cy="1463040"/>
          </a:xfrm>
          <a:prstGeom prst="roundRect">
            <a:avLst>
              <a:gd name="adj" fmla="val 8333"/>
            </a:avLst>
          </a:prstGeom>
          <a:solidFill>
            <a:srgbClr val="FFFFFF"/>
          </a:solidFill>
          <a:ln w="12700">
            <a:solidFill>
              <a:srgbClr val="DBCCBA"/>
            </a:solidFill>
            <a:prstDash val="solid"/>
          </a:ln>
          <a:effectLst>
            <a:outerShdw blurRad="76200" dist="25400" dir="5400000" algn="bl" rotWithShape="0">
              <a:srgbClr val="000000">
                <a:alpha val="12000"/>
              </a:srgbClr>
            </a:outerShdw>
          </a:effectLst>
        </p:spPr>
      </p:sp>
      <p:sp>
        <p:nvSpPr>
          <p:cNvPr id="5" name="S0_fade_221"/>
          <p:cNvSpPr txBox="1"/>
          <p:nvPr/>
        </p:nvSpPr>
        <p:spPr>
          <a:xfrm>
            <a:off x="975360" y="1767840"/>
            <a:ext cx="10241280" cy="1463040"/>
          </a:xfrm>
          <a:prstGeom prst="rect">
            <a:avLst/>
          </a:prstGeom>
          <a:noFill/>
          <a:ln/>
        </p:spPr>
        <p:txBody>
          <a:bodyPr wrap="square" lIns="0" tIns="0" rIns="0" bIns="0" rtlCol="0" anchor="ctr"/>
          <a:lstStyle/>
          <a:p>
            <a:pPr defTabSz="1219170">
              <a:buClrTx/>
            </a:pPr>
            <a:r>
              <a:rPr lang="en-US" sz="3467" b="1" kern="1200" dirty="0">
                <a:solidFill>
                  <a:srgbClr val="533D15"/>
                </a:solidFill>
                <a:latin typeface="Meiryo" pitchFamily="34" charset="0"/>
                <a:ea typeface="Meiryo" pitchFamily="34" charset="-122"/>
                <a:cs typeface="Meiryo" pitchFamily="34" charset="-120"/>
              </a:rPr>
              <a:t>年齢（　　）、体力が落ちてくる。</a:t>
            </a:r>
            <a:endParaRPr lang="en-US" sz="3467" kern="1200" dirty="0">
              <a:solidFill>
                <a:prstClr val="black"/>
              </a:solidFill>
              <a:latin typeface="Calibri" panose="020F0502020204030204"/>
              <a:ea typeface="+mn-ea"/>
              <a:cs typeface="+mn-cs"/>
            </a:endParaRPr>
          </a:p>
        </p:txBody>
      </p:sp>
      <p:sp>
        <p:nvSpPr>
          <p:cNvPr id="6" name="S0_zoom_222"/>
          <p:cNvSpPr/>
          <p:nvPr/>
        </p:nvSpPr>
        <p:spPr>
          <a:xfrm>
            <a:off x="609600" y="3474720"/>
            <a:ext cx="2560320" cy="609600"/>
          </a:xfrm>
          <a:prstGeom prst="roundRect">
            <a:avLst>
              <a:gd name="adj" fmla="val 50000"/>
            </a:avLst>
          </a:prstGeom>
          <a:solidFill>
            <a:srgbClr val="FFFFFF"/>
          </a:solidFill>
          <a:ln w="19050">
            <a:solidFill>
              <a:srgbClr val="F2C14E"/>
            </a:solidFill>
            <a:prstDash val="solid"/>
          </a:ln>
        </p:spPr>
      </p:sp>
      <p:sp>
        <p:nvSpPr>
          <p:cNvPr id="7" name="S0w_zoom_223"/>
          <p:cNvSpPr txBox="1"/>
          <p:nvPr/>
        </p:nvSpPr>
        <p:spPr>
          <a:xfrm>
            <a:off x="60960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とともに</a:t>
            </a:r>
            <a:endParaRPr lang="en-US" sz="2133" kern="1200" dirty="0">
              <a:solidFill>
                <a:prstClr val="black"/>
              </a:solidFill>
              <a:latin typeface="Calibri" panose="020F0502020204030204"/>
              <a:ea typeface="+mn-ea"/>
              <a:cs typeface="+mn-cs"/>
            </a:endParaRPr>
          </a:p>
        </p:txBody>
      </p:sp>
      <p:sp>
        <p:nvSpPr>
          <p:cNvPr id="8" name="S0_zoom_224"/>
          <p:cNvSpPr/>
          <p:nvPr/>
        </p:nvSpPr>
        <p:spPr>
          <a:xfrm>
            <a:off x="3413760" y="3474720"/>
            <a:ext cx="2560320" cy="609600"/>
          </a:xfrm>
          <a:prstGeom prst="roundRect">
            <a:avLst>
              <a:gd name="adj" fmla="val 50000"/>
            </a:avLst>
          </a:prstGeom>
          <a:solidFill>
            <a:srgbClr val="FFFFFF"/>
          </a:solidFill>
          <a:ln w="19050">
            <a:solidFill>
              <a:srgbClr val="C27B38"/>
            </a:solidFill>
            <a:prstDash val="solid"/>
          </a:ln>
        </p:spPr>
      </p:sp>
      <p:sp>
        <p:nvSpPr>
          <p:cNvPr id="9" name="S0w_zoom_225"/>
          <p:cNvSpPr txBox="1"/>
          <p:nvPr/>
        </p:nvSpPr>
        <p:spPr>
          <a:xfrm>
            <a:off x="341376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につれて</a:t>
            </a:r>
            <a:endParaRPr lang="en-US" sz="2133" kern="1200" dirty="0">
              <a:solidFill>
                <a:prstClr val="black"/>
              </a:solidFill>
              <a:latin typeface="Calibri" panose="020F0502020204030204"/>
              <a:ea typeface="+mn-ea"/>
              <a:cs typeface="+mn-cs"/>
            </a:endParaRPr>
          </a:p>
        </p:txBody>
      </p:sp>
      <p:sp>
        <p:nvSpPr>
          <p:cNvPr id="10" name="S0_zoom_226"/>
          <p:cNvSpPr/>
          <p:nvPr/>
        </p:nvSpPr>
        <p:spPr>
          <a:xfrm>
            <a:off x="6217920" y="3474720"/>
            <a:ext cx="2560320" cy="609600"/>
          </a:xfrm>
          <a:prstGeom prst="roundRect">
            <a:avLst>
              <a:gd name="adj" fmla="val 50000"/>
            </a:avLst>
          </a:prstGeom>
          <a:solidFill>
            <a:srgbClr val="FFFFFF"/>
          </a:solidFill>
          <a:ln w="19050">
            <a:solidFill>
              <a:srgbClr val="7A5F2E"/>
            </a:solidFill>
            <a:prstDash val="solid"/>
          </a:ln>
        </p:spPr>
      </p:sp>
      <p:sp>
        <p:nvSpPr>
          <p:cNvPr id="11" name="S0w_zoom_227"/>
          <p:cNvSpPr txBox="1"/>
          <p:nvPr/>
        </p:nvSpPr>
        <p:spPr>
          <a:xfrm>
            <a:off x="621792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にしたがって</a:t>
            </a:r>
            <a:endParaRPr lang="en-US" sz="2133" kern="1200" dirty="0">
              <a:solidFill>
                <a:prstClr val="black"/>
              </a:solidFill>
              <a:latin typeface="Calibri" panose="020F0502020204030204"/>
              <a:ea typeface="+mn-ea"/>
              <a:cs typeface="+mn-cs"/>
            </a:endParaRPr>
          </a:p>
        </p:txBody>
      </p:sp>
      <p:sp>
        <p:nvSpPr>
          <p:cNvPr id="12" name="S0_zoom_228"/>
          <p:cNvSpPr/>
          <p:nvPr/>
        </p:nvSpPr>
        <p:spPr>
          <a:xfrm>
            <a:off x="9022080" y="3474720"/>
            <a:ext cx="2560320" cy="609600"/>
          </a:xfrm>
          <a:prstGeom prst="roundRect">
            <a:avLst>
              <a:gd name="adj" fmla="val 50000"/>
            </a:avLst>
          </a:prstGeom>
          <a:solidFill>
            <a:srgbClr val="FFFFFF"/>
          </a:solidFill>
          <a:ln w="19050">
            <a:solidFill>
              <a:srgbClr val="A64B31"/>
            </a:solidFill>
            <a:prstDash val="solid"/>
          </a:ln>
        </p:spPr>
      </p:sp>
      <p:sp>
        <p:nvSpPr>
          <p:cNvPr id="13" name="S0w_zoom_229"/>
          <p:cNvSpPr txBox="1"/>
          <p:nvPr/>
        </p:nvSpPr>
        <p:spPr>
          <a:xfrm>
            <a:off x="902208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に伴って</a:t>
            </a:r>
            <a:endParaRPr lang="en-US" sz="2133" kern="1200" dirty="0">
              <a:solidFill>
                <a:prstClr val="black"/>
              </a:solidFill>
              <a:latin typeface="Calibri" panose="020F0502020204030204"/>
              <a:ea typeface="+mn-ea"/>
              <a:cs typeface="+mn-cs"/>
            </a:endParaRPr>
          </a:p>
        </p:txBody>
      </p:sp>
      <p:sp>
        <p:nvSpPr>
          <p:cNvPr id="14" name="S1_zoom_230"/>
          <p:cNvSpPr/>
          <p:nvPr/>
        </p:nvSpPr>
        <p:spPr>
          <a:xfrm>
            <a:off x="609600" y="4389120"/>
            <a:ext cx="10972800" cy="2072640"/>
          </a:xfrm>
          <a:prstGeom prst="roundRect">
            <a:avLst>
              <a:gd name="adj" fmla="val 5882"/>
            </a:avLst>
          </a:prstGeom>
          <a:solidFill>
            <a:srgbClr val="533D15"/>
          </a:solidFill>
          <a:ln w="12700">
            <a:solidFill>
              <a:srgbClr val="533D15"/>
            </a:solidFill>
            <a:prstDash val="solid"/>
          </a:ln>
        </p:spPr>
      </p:sp>
      <p:sp>
        <p:nvSpPr>
          <p:cNvPr id="15" name="S1w_zoom_231"/>
          <p:cNvSpPr txBox="1"/>
          <p:nvPr/>
        </p:nvSpPr>
        <p:spPr>
          <a:xfrm>
            <a:off x="914400" y="4511040"/>
            <a:ext cx="3657600" cy="365760"/>
          </a:xfrm>
          <a:prstGeom prst="rect">
            <a:avLst/>
          </a:prstGeom>
          <a:noFill/>
          <a:ln/>
        </p:spPr>
        <p:txBody>
          <a:bodyPr wrap="square" lIns="0" tIns="0" rIns="0" bIns="0" rtlCol="0" anchor="ctr"/>
          <a:lstStyle/>
          <a:p>
            <a:pPr defTabSz="1219170">
              <a:buClrTx/>
            </a:pPr>
            <a:r>
              <a:rPr lang="en-US" sz="1733" b="1" kern="1200" dirty="0">
                <a:solidFill>
                  <a:srgbClr val="F2C14E"/>
                </a:solidFill>
                <a:latin typeface="Meiryo" pitchFamily="34" charset="0"/>
                <a:ea typeface="Meiryo" pitchFamily="34" charset="-122"/>
                <a:cs typeface="Meiryo" pitchFamily="34" charset="-120"/>
              </a:rPr>
              <a:t>答え</a:t>
            </a:r>
            <a:endParaRPr lang="en-US" sz="1733" kern="1200" dirty="0">
              <a:solidFill>
                <a:prstClr val="black"/>
              </a:solidFill>
              <a:latin typeface="Calibri" panose="020F0502020204030204"/>
              <a:ea typeface="+mn-ea"/>
              <a:cs typeface="+mn-cs"/>
            </a:endParaRPr>
          </a:p>
        </p:txBody>
      </p:sp>
      <p:sp>
        <p:nvSpPr>
          <p:cNvPr id="16" name="S1w_zoom_232"/>
          <p:cNvSpPr txBox="1"/>
          <p:nvPr/>
        </p:nvSpPr>
        <p:spPr>
          <a:xfrm>
            <a:off x="914400" y="4876800"/>
            <a:ext cx="10363200" cy="792480"/>
          </a:xfrm>
          <a:prstGeom prst="rect">
            <a:avLst/>
          </a:prstGeom>
          <a:noFill/>
          <a:ln/>
        </p:spPr>
        <p:txBody>
          <a:bodyPr wrap="square" lIns="0" tIns="0" rIns="0" bIns="0" rtlCol="0" anchor="ctr"/>
          <a:lstStyle/>
          <a:p>
            <a:pPr defTabSz="1219170">
              <a:buClrTx/>
            </a:pPr>
            <a:r>
              <a:rPr lang="en-US" sz="2933" b="1" kern="1200" dirty="0">
                <a:solidFill>
                  <a:srgbClr val="F2C14E"/>
                </a:solidFill>
                <a:latin typeface="Meiryo" pitchFamily="34" charset="0"/>
                <a:ea typeface="Meiryo" pitchFamily="34" charset="-122"/>
                <a:cs typeface="Meiryo" pitchFamily="34" charset="-120"/>
              </a:rPr>
              <a:t>とともに</a:t>
            </a:r>
            <a:endParaRPr lang="en-US" sz="2933" kern="1200" dirty="0">
              <a:solidFill>
                <a:prstClr val="black"/>
              </a:solidFill>
              <a:latin typeface="Calibri" panose="020F0502020204030204"/>
              <a:ea typeface="+mn-ea"/>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3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400" fill="hold"/>
                                        <p:tgtEl>
                                          <p:spTgt spid="6"/>
                                        </p:tgtEl>
                                        <p:attrNameLst>
                                          <p:attrName>ppt_w</p:attrName>
                                        </p:attrNameLst>
                                      </p:cBhvr>
                                      <p:tavLst>
                                        <p:tav tm="0">
                                          <p:val>
                                            <p:fltVal val="0"/>
                                          </p:val>
                                        </p:tav>
                                        <p:tav tm="100000">
                                          <p:val>
                                            <p:strVal val="#ppt_w"/>
                                          </p:val>
                                        </p:tav>
                                      </p:tavLst>
                                    </p:anim>
                                    <p:anim calcmode="lin" valueType="num">
                                      <p:cBhvr additive="base">
                                        <p:cTn id="12" dur="400" fill="hold"/>
                                        <p:tgtEl>
                                          <p:spTgt spid="6"/>
                                        </p:tgtEl>
                                        <p:attrNameLst>
                                          <p:attrName>ppt_h</p:attrName>
                                        </p:attrNameLst>
                                      </p:cBhvr>
                                      <p:tavLst>
                                        <p:tav tm="0">
                                          <p:val>
                                            <p:fltVal val="0"/>
                                          </p:val>
                                        </p:tav>
                                        <p:tav tm="100000">
                                          <p:val>
                                            <p:strVal val="#ppt_h"/>
                                          </p:val>
                                        </p:tav>
                                      </p:tavLst>
                                    </p:anim>
                                    <p:animEffect transition="in" filter="fade">
                                      <p:cBhvr>
                                        <p:cTn id="13" dur="400"/>
                                        <p:tgtEl>
                                          <p:spTgt spid="6"/>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400" fill="hold"/>
                                        <p:tgtEl>
                                          <p:spTgt spid="7"/>
                                        </p:tgtEl>
                                        <p:attrNameLst>
                                          <p:attrName>ppt_w</p:attrName>
                                        </p:attrNameLst>
                                      </p:cBhvr>
                                      <p:tavLst>
                                        <p:tav tm="0">
                                          <p:val>
                                            <p:fltVal val="0"/>
                                          </p:val>
                                        </p:tav>
                                        <p:tav tm="100000">
                                          <p:val>
                                            <p:strVal val="#ppt_w"/>
                                          </p:val>
                                        </p:tav>
                                      </p:tavLst>
                                    </p:anim>
                                    <p:anim calcmode="lin" valueType="num">
                                      <p:cBhvr additive="base">
                                        <p:cTn id="17" dur="400" fill="hold"/>
                                        <p:tgtEl>
                                          <p:spTgt spid="7"/>
                                        </p:tgtEl>
                                        <p:attrNameLst>
                                          <p:attrName>ppt_h</p:attrName>
                                        </p:attrNameLst>
                                      </p:cBhvr>
                                      <p:tavLst>
                                        <p:tav tm="0">
                                          <p:val>
                                            <p:fltVal val="0"/>
                                          </p:val>
                                        </p:tav>
                                        <p:tav tm="100000">
                                          <p:val>
                                            <p:strVal val="#ppt_h"/>
                                          </p:val>
                                        </p:tav>
                                      </p:tavLst>
                                    </p:anim>
                                    <p:animEffect transition="in" filter="fade">
                                      <p:cBhvr>
                                        <p:cTn id="18" dur="400"/>
                                        <p:tgtEl>
                                          <p:spTgt spid="7"/>
                                        </p:tgtEl>
                                      </p:cBhvr>
                                    </p:animEffect>
                                  </p:childTnLst>
                                </p:cTn>
                              </p:par>
                            </p:childTnLst>
                          </p:cTn>
                        </p:par>
                        <p:par>
                          <p:cTn id="19" fill="hold">
                            <p:stCondLst>
                              <p:cond delay="600"/>
                            </p:stCondLst>
                            <p:childTnLst>
                              <p:par>
                                <p:cTn id="20" presetID="53" presetClass="entr" presetSubtype="16"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400" fill="hold"/>
                                        <p:tgtEl>
                                          <p:spTgt spid="8"/>
                                        </p:tgtEl>
                                        <p:attrNameLst>
                                          <p:attrName>ppt_w</p:attrName>
                                        </p:attrNameLst>
                                      </p:cBhvr>
                                      <p:tavLst>
                                        <p:tav tm="0">
                                          <p:val>
                                            <p:fltVal val="0"/>
                                          </p:val>
                                        </p:tav>
                                        <p:tav tm="100000">
                                          <p:val>
                                            <p:strVal val="#ppt_w"/>
                                          </p:val>
                                        </p:tav>
                                      </p:tavLst>
                                    </p:anim>
                                    <p:anim calcmode="lin" valueType="num">
                                      <p:cBhvr additive="base">
                                        <p:cTn id="23" dur="400" fill="hold"/>
                                        <p:tgtEl>
                                          <p:spTgt spid="8"/>
                                        </p:tgtEl>
                                        <p:attrNameLst>
                                          <p:attrName>ppt_h</p:attrName>
                                        </p:attrNameLst>
                                      </p:cBhvr>
                                      <p:tavLst>
                                        <p:tav tm="0">
                                          <p:val>
                                            <p:fltVal val="0"/>
                                          </p:val>
                                        </p:tav>
                                        <p:tav tm="100000">
                                          <p:val>
                                            <p:strVal val="#ppt_h"/>
                                          </p:val>
                                        </p:tav>
                                      </p:tavLst>
                                    </p:anim>
                                    <p:animEffect transition="in" filter="fade">
                                      <p:cBhvr>
                                        <p:cTn id="24" dur="4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400" fill="hold"/>
                                        <p:tgtEl>
                                          <p:spTgt spid="9"/>
                                        </p:tgtEl>
                                        <p:attrNameLst>
                                          <p:attrName>ppt_w</p:attrName>
                                        </p:attrNameLst>
                                      </p:cBhvr>
                                      <p:tavLst>
                                        <p:tav tm="0">
                                          <p:val>
                                            <p:fltVal val="0"/>
                                          </p:val>
                                        </p:tav>
                                        <p:tav tm="100000">
                                          <p:val>
                                            <p:strVal val="#ppt_w"/>
                                          </p:val>
                                        </p:tav>
                                      </p:tavLst>
                                    </p:anim>
                                    <p:anim calcmode="lin" valueType="num">
                                      <p:cBhvr additive="base">
                                        <p:cTn id="28" dur="400" fill="hold"/>
                                        <p:tgtEl>
                                          <p:spTgt spid="9"/>
                                        </p:tgtEl>
                                        <p:attrNameLst>
                                          <p:attrName>ppt_h</p:attrName>
                                        </p:attrNameLst>
                                      </p:cBhvr>
                                      <p:tavLst>
                                        <p:tav tm="0">
                                          <p:val>
                                            <p:fltVal val="0"/>
                                          </p:val>
                                        </p:tav>
                                        <p:tav tm="100000">
                                          <p:val>
                                            <p:strVal val="#ppt_h"/>
                                          </p:val>
                                        </p:tav>
                                      </p:tavLst>
                                    </p:anim>
                                    <p:animEffect transition="in" filter="fade">
                                      <p:cBhvr>
                                        <p:cTn id="29" dur="400"/>
                                        <p:tgtEl>
                                          <p:spTgt spid="9"/>
                                        </p:tgtEl>
                                      </p:cBhvr>
                                    </p:animEffect>
                                  </p:childTnLst>
                                </p:cTn>
                              </p:par>
                            </p:childTnLst>
                          </p:cTn>
                        </p:par>
                        <p:par>
                          <p:cTn id="30" fill="hold">
                            <p:stCondLst>
                              <p:cond delay="900"/>
                            </p:stCondLst>
                            <p:childTnLst>
                              <p:par>
                                <p:cTn id="31" presetID="53" presetClass="entr" presetSubtype="16"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400" fill="hold"/>
                                        <p:tgtEl>
                                          <p:spTgt spid="10"/>
                                        </p:tgtEl>
                                        <p:attrNameLst>
                                          <p:attrName>ppt_w</p:attrName>
                                        </p:attrNameLst>
                                      </p:cBhvr>
                                      <p:tavLst>
                                        <p:tav tm="0">
                                          <p:val>
                                            <p:fltVal val="0"/>
                                          </p:val>
                                        </p:tav>
                                        <p:tav tm="100000">
                                          <p:val>
                                            <p:strVal val="#ppt_w"/>
                                          </p:val>
                                        </p:tav>
                                      </p:tavLst>
                                    </p:anim>
                                    <p:anim calcmode="lin" valueType="num">
                                      <p:cBhvr additive="base">
                                        <p:cTn id="34" dur="400" fill="hold"/>
                                        <p:tgtEl>
                                          <p:spTgt spid="10"/>
                                        </p:tgtEl>
                                        <p:attrNameLst>
                                          <p:attrName>ppt_h</p:attrName>
                                        </p:attrNameLst>
                                      </p:cBhvr>
                                      <p:tavLst>
                                        <p:tav tm="0">
                                          <p:val>
                                            <p:fltVal val="0"/>
                                          </p:val>
                                        </p:tav>
                                        <p:tav tm="100000">
                                          <p:val>
                                            <p:strVal val="#ppt_h"/>
                                          </p:val>
                                        </p:tav>
                                      </p:tavLst>
                                    </p:anim>
                                    <p:animEffect transition="in" filter="fade">
                                      <p:cBhvr>
                                        <p:cTn id="35" dur="400"/>
                                        <p:tgtEl>
                                          <p:spTgt spid="1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400" fill="hold"/>
                                        <p:tgtEl>
                                          <p:spTgt spid="11"/>
                                        </p:tgtEl>
                                        <p:attrNameLst>
                                          <p:attrName>ppt_w</p:attrName>
                                        </p:attrNameLst>
                                      </p:cBhvr>
                                      <p:tavLst>
                                        <p:tav tm="0">
                                          <p:val>
                                            <p:fltVal val="0"/>
                                          </p:val>
                                        </p:tav>
                                        <p:tav tm="100000">
                                          <p:val>
                                            <p:strVal val="#ppt_w"/>
                                          </p:val>
                                        </p:tav>
                                      </p:tavLst>
                                    </p:anim>
                                    <p:anim calcmode="lin" valueType="num">
                                      <p:cBhvr additive="base">
                                        <p:cTn id="39" dur="400" fill="hold"/>
                                        <p:tgtEl>
                                          <p:spTgt spid="11"/>
                                        </p:tgtEl>
                                        <p:attrNameLst>
                                          <p:attrName>ppt_h</p:attrName>
                                        </p:attrNameLst>
                                      </p:cBhvr>
                                      <p:tavLst>
                                        <p:tav tm="0">
                                          <p:val>
                                            <p:fltVal val="0"/>
                                          </p:val>
                                        </p:tav>
                                        <p:tav tm="100000">
                                          <p:val>
                                            <p:strVal val="#ppt_h"/>
                                          </p:val>
                                        </p:tav>
                                      </p:tavLst>
                                    </p:anim>
                                    <p:animEffect transition="in" filter="fade">
                                      <p:cBhvr>
                                        <p:cTn id="40" dur="400"/>
                                        <p:tgtEl>
                                          <p:spTgt spid="11"/>
                                        </p:tgtEl>
                                      </p:cBhvr>
                                    </p:animEffect>
                                  </p:childTnLst>
                                </p:cTn>
                              </p:par>
                            </p:childTnLst>
                          </p:cTn>
                        </p:par>
                        <p:par>
                          <p:cTn id="41" fill="hold">
                            <p:stCondLst>
                              <p:cond delay="1200"/>
                            </p:stCondLst>
                            <p:childTnLst>
                              <p:par>
                                <p:cTn id="42" presetID="53" presetClass="entr" presetSubtype="16"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400" fill="hold"/>
                                        <p:tgtEl>
                                          <p:spTgt spid="12"/>
                                        </p:tgtEl>
                                        <p:attrNameLst>
                                          <p:attrName>ppt_w</p:attrName>
                                        </p:attrNameLst>
                                      </p:cBhvr>
                                      <p:tavLst>
                                        <p:tav tm="0">
                                          <p:val>
                                            <p:fltVal val="0"/>
                                          </p:val>
                                        </p:tav>
                                        <p:tav tm="100000">
                                          <p:val>
                                            <p:strVal val="#ppt_w"/>
                                          </p:val>
                                        </p:tav>
                                      </p:tavLst>
                                    </p:anim>
                                    <p:anim calcmode="lin" valueType="num">
                                      <p:cBhvr additive="base">
                                        <p:cTn id="45" dur="400" fill="hold"/>
                                        <p:tgtEl>
                                          <p:spTgt spid="12"/>
                                        </p:tgtEl>
                                        <p:attrNameLst>
                                          <p:attrName>ppt_h</p:attrName>
                                        </p:attrNameLst>
                                      </p:cBhvr>
                                      <p:tavLst>
                                        <p:tav tm="0">
                                          <p:val>
                                            <p:fltVal val="0"/>
                                          </p:val>
                                        </p:tav>
                                        <p:tav tm="100000">
                                          <p:val>
                                            <p:strVal val="#ppt_h"/>
                                          </p:val>
                                        </p:tav>
                                      </p:tavLst>
                                    </p:anim>
                                    <p:animEffect transition="in" filter="fade">
                                      <p:cBhvr>
                                        <p:cTn id="46" dur="400"/>
                                        <p:tgtEl>
                                          <p:spTgt spid="12"/>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400" fill="hold"/>
                                        <p:tgtEl>
                                          <p:spTgt spid="13"/>
                                        </p:tgtEl>
                                        <p:attrNameLst>
                                          <p:attrName>ppt_w</p:attrName>
                                        </p:attrNameLst>
                                      </p:cBhvr>
                                      <p:tavLst>
                                        <p:tav tm="0">
                                          <p:val>
                                            <p:fltVal val="0"/>
                                          </p:val>
                                        </p:tav>
                                        <p:tav tm="100000">
                                          <p:val>
                                            <p:strVal val="#ppt_w"/>
                                          </p:val>
                                        </p:tav>
                                      </p:tavLst>
                                    </p:anim>
                                    <p:anim calcmode="lin" valueType="num">
                                      <p:cBhvr additive="base">
                                        <p:cTn id="50" dur="400" fill="hold"/>
                                        <p:tgtEl>
                                          <p:spTgt spid="13"/>
                                        </p:tgtEl>
                                        <p:attrNameLst>
                                          <p:attrName>ppt_h</p:attrName>
                                        </p:attrNameLst>
                                      </p:cBhvr>
                                      <p:tavLst>
                                        <p:tav tm="0">
                                          <p:val>
                                            <p:fltVal val="0"/>
                                          </p:val>
                                        </p:tav>
                                        <p:tav tm="100000">
                                          <p:val>
                                            <p:strVal val="#ppt_h"/>
                                          </p:val>
                                        </p:tav>
                                      </p:tavLst>
                                    </p:anim>
                                    <p:animEffect transition="in" filter="fade">
                                      <p:cBhvr>
                                        <p:cTn id="51" dur="4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400" fill="hold"/>
                                        <p:tgtEl>
                                          <p:spTgt spid="14"/>
                                        </p:tgtEl>
                                        <p:attrNameLst>
                                          <p:attrName>ppt_w</p:attrName>
                                        </p:attrNameLst>
                                      </p:cBhvr>
                                      <p:tavLst>
                                        <p:tav tm="0">
                                          <p:val>
                                            <p:fltVal val="0"/>
                                          </p:val>
                                        </p:tav>
                                        <p:tav tm="100000">
                                          <p:val>
                                            <p:strVal val="#ppt_w"/>
                                          </p:val>
                                        </p:tav>
                                      </p:tavLst>
                                    </p:anim>
                                    <p:anim calcmode="lin" valueType="num">
                                      <p:cBhvr additive="base">
                                        <p:cTn id="57" dur="400" fill="hold"/>
                                        <p:tgtEl>
                                          <p:spTgt spid="14"/>
                                        </p:tgtEl>
                                        <p:attrNameLst>
                                          <p:attrName>ppt_h</p:attrName>
                                        </p:attrNameLst>
                                      </p:cBhvr>
                                      <p:tavLst>
                                        <p:tav tm="0">
                                          <p:val>
                                            <p:fltVal val="0"/>
                                          </p:val>
                                        </p:tav>
                                        <p:tav tm="100000">
                                          <p:val>
                                            <p:strVal val="#ppt_h"/>
                                          </p:val>
                                        </p:tav>
                                      </p:tavLst>
                                    </p:anim>
                                    <p:animEffect transition="in" filter="fade">
                                      <p:cBhvr>
                                        <p:cTn id="58" dur="400"/>
                                        <p:tgtEl>
                                          <p:spTgt spid="14"/>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00" fill="hold"/>
                                        <p:tgtEl>
                                          <p:spTgt spid="15"/>
                                        </p:tgtEl>
                                        <p:attrNameLst>
                                          <p:attrName>ppt_w</p:attrName>
                                        </p:attrNameLst>
                                      </p:cBhvr>
                                      <p:tavLst>
                                        <p:tav tm="0">
                                          <p:val>
                                            <p:fltVal val="0"/>
                                          </p:val>
                                        </p:tav>
                                        <p:tav tm="100000">
                                          <p:val>
                                            <p:strVal val="#ppt_w"/>
                                          </p:val>
                                        </p:tav>
                                      </p:tavLst>
                                    </p:anim>
                                    <p:anim calcmode="lin" valueType="num">
                                      <p:cBhvr additive="base">
                                        <p:cTn id="62" dur="400" fill="hold"/>
                                        <p:tgtEl>
                                          <p:spTgt spid="15"/>
                                        </p:tgtEl>
                                        <p:attrNameLst>
                                          <p:attrName>ppt_h</p:attrName>
                                        </p:attrNameLst>
                                      </p:cBhvr>
                                      <p:tavLst>
                                        <p:tav tm="0">
                                          <p:val>
                                            <p:fltVal val="0"/>
                                          </p:val>
                                        </p:tav>
                                        <p:tav tm="100000">
                                          <p:val>
                                            <p:strVal val="#ppt_h"/>
                                          </p:val>
                                        </p:tav>
                                      </p:tavLst>
                                    </p:anim>
                                    <p:animEffect transition="in" filter="fade">
                                      <p:cBhvr>
                                        <p:cTn id="63" dur="400"/>
                                        <p:tgtEl>
                                          <p:spTgt spid="15"/>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400" fill="hold"/>
                                        <p:tgtEl>
                                          <p:spTgt spid="16"/>
                                        </p:tgtEl>
                                        <p:attrNameLst>
                                          <p:attrName>ppt_w</p:attrName>
                                        </p:attrNameLst>
                                      </p:cBhvr>
                                      <p:tavLst>
                                        <p:tav tm="0">
                                          <p:val>
                                            <p:fltVal val="0"/>
                                          </p:val>
                                        </p:tav>
                                        <p:tav tm="100000">
                                          <p:val>
                                            <p:strVal val="#ppt_w"/>
                                          </p:val>
                                        </p:tav>
                                      </p:tavLst>
                                    </p:anim>
                                    <p:anim calcmode="lin" valueType="num">
                                      <p:cBhvr additive="base">
                                        <p:cTn id="67" dur="400" fill="hold"/>
                                        <p:tgtEl>
                                          <p:spTgt spid="16"/>
                                        </p:tgtEl>
                                        <p:attrNameLst>
                                          <p:attrName>ppt_h</p:attrName>
                                        </p:attrNameLst>
                                      </p:cBhvr>
                                      <p:tavLst>
                                        <p:tav tm="0">
                                          <p:val>
                                            <p:fltVal val="0"/>
                                          </p:val>
                                        </p:tav>
                                        <p:tav tm="100000">
                                          <p:val>
                                            <p:strVal val="#ppt_h"/>
                                          </p:val>
                                        </p:tav>
                                      </p:tavLst>
                                    </p:anim>
                                    <p:animEffect transition="in" filter="fade">
                                      <p:cBhvr>
                                        <p:cTn id="68"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533D15"/>
                </a:solidFill>
                <a:latin typeface="Meiryo" pitchFamily="34" charset="0"/>
                <a:ea typeface="Meiryo" pitchFamily="34" charset="-122"/>
                <a:cs typeface="Meiryo" pitchFamily="34" charset="-120"/>
              </a:rPr>
              <a:t>練習 4 ／ 5</a:t>
            </a:r>
            <a:endParaRPr lang="en-US" sz="3467" kern="1200" dirty="0">
              <a:solidFill>
                <a:prstClr val="black"/>
              </a:solidFill>
              <a:latin typeface="Calibri" panose="020F0502020204030204"/>
              <a:ea typeface="+mn-ea"/>
              <a:cs typeface="+mn-cs"/>
            </a:endParaRPr>
          </a:p>
        </p:txBody>
      </p:sp>
      <p:sp>
        <p:nvSpPr>
          <p:cNvPr id="4" name="Shape 2"/>
          <p:cNvSpPr/>
          <p:nvPr/>
        </p:nvSpPr>
        <p:spPr>
          <a:xfrm>
            <a:off x="609600" y="1767840"/>
            <a:ext cx="10972800" cy="1463040"/>
          </a:xfrm>
          <a:prstGeom prst="roundRect">
            <a:avLst>
              <a:gd name="adj" fmla="val 8333"/>
            </a:avLst>
          </a:prstGeom>
          <a:solidFill>
            <a:srgbClr val="FFFFFF"/>
          </a:solidFill>
          <a:ln w="12700">
            <a:solidFill>
              <a:srgbClr val="DBCCBA"/>
            </a:solidFill>
            <a:prstDash val="solid"/>
          </a:ln>
          <a:effectLst>
            <a:outerShdw blurRad="76200" dist="25400" dir="5400000" algn="bl" rotWithShape="0">
              <a:srgbClr val="000000">
                <a:alpha val="12000"/>
              </a:srgbClr>
            </a:outerShdw>
          </a:effectLst>
        </p:spPr>
      </p:sp>
      <p:sp>
        <p:nvSpPr>
          <p:cNvPr id="5" name="S0_fade_234"/>
          <p:cNvSpPr txBox="1"/>
          <p:nvPr/>
        </p:nvSpPr>
        <p:spPr>
          <a:xfrm>
            <a:off x="975360" y="1767840"/>
            <a:ext cx="10241280" cy="1463040"/>
          </a:xfrm>
          <a:prstGeom prst="rect">
            <a:avLst/>
          </a:prstGeom>
          <a:noFill/>
          <a:ln/>
        </p:spPr>
        <p:txBody>
          <a:bodyPr wrap="square" lIns="0" tIns="0" rIns="0" bIns="0" rtlCol="0" anchor="ctr"/>
          <a:lstStyle/>
          <a:p>
            <a:pPr defTabSz="1219170">
              <a:buClrTx/>
            </a:pPr>
            <a:r>
              <a:rPr lang="en-US" sz="3467" b="1" kern="1200" dirty="0">
                <a:solidFill>
                  <a:srgbClr val="533D15"/>
                </a:solidFill>
                <a:latin typeface="Meiryo" pitchFamily="34" charset="0"/>
                <a:ea typeface="Meiryo" pitchFamily="34" charset="-122"/>
                <a:cs typeface="Meiryo" pitchFamily="34" charset="-120"/>
              </a:rPr>
              <a:t>試験が近づく（　　）、緊張してきた。</a:t>
            </a:r>
            <a:endParaRPr lang="en-US" sz="3467" kern="1200" dirty="0">
              <a:solidFill>
                <a:prstClr val="black"/>
              </a:solidFill>
              <a:latin typeface="Calibri" panose="020F0502020204030204"/>
              <a:ea typeface="+mn-ea"/>
              <a:cs typeface="+mn-cs"/>
            </a:endParaRPr>
          </a:p>
        </p:txBody>
      </p:sp>
      <p:sp>
        <p:nvSpPr>
          <p:cNvPr id="6" name="S0_zoom_235"/>
          <p:cNvSpPr/>
          <p:nvPr/>
        </p:nvSpPr>
        <p:spPr>
          <a:xfrm>
            <a:off x="609600" y="3474720"/>
            <a:ext cx="2560320" cy="609600"/>
          </a:xfrm>
          <a:prstGeom prst="roundRect">
            <a:avLst>
              <a:gd name="adj" fmla="val 50000"/>
            </a:avLst>
          </a:prstGeom>
          <a:solidFill>
            <a:srgbClr val="FFFFFF"/>
          </a:solidFill>
          <a:ln w="19050">
            <a:solidFill>
              <a:srgbClr val="F2C14E"/>
            </a:solidFill>
            <a:prstDash val="solid"/>
          </a:ln>
        </p:spPr>
      </p:sp>
      <p:sp>
        <p:nvSpPr>
          <p:cNvPr id="7" name="S0w_zoom_236"/>
          <p:cNvSpPr txBox="1"/>
          <p:nvPr/>
        </p:nvSpPr>
        <p:spPr>
          <a:xfrm>
            <a:off x="60960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とともに</a:t>
            </a:r>
            <a:endParaRPr lang="en-US" sz="2133" kern="1200" dirty="0">
              <a:solidFill>
                <a:prstClr val="black"/>
              </a:solidFill>
              <a:latin typeface="Calibri" panose="020F0502020204030204"/>
              <a:ea typeface="+mn-ea"/>
              <a:cs typeface="+mn-cs"/>
            </a:endParaRPr>
          </a:p>
        </p:txBody>
      </p:sp>
      <p:sp>
        <p:nvSpPr>
          <p:cNvPr id="8" name="S0_zoom_237"/>
          <p:cNvSpPr/>
          <p:nvPr/>
        </p:nvSpPr>
        <p:spPr>
          <a:xfrm>
            <a:off x="3413760" y="3474720"/>
            <a:ext cx="2560320" cy="609600"/>
          </a:xfrm>
          <a:prstGeom prst="roundRect">
            <a:avLst>
              <a:gd name="adj" fmla="val 50000"/>
            </a:avLst>
          </a:prstGeom>
          <a:solidFill>
            <a:srgbClr val="FFFFFF"/>
          </a:solidFill>
          <a:ln w="19050">
            <a:solidFill>
              <a:srgbClr val="C27B38"/>
            </a:solidFill>
            <a:prstDash val="solid"/>
          </a:ln>
        </p:spPr>
      </p:sp>
      <p:sp>
        <p:nvSpPr>
          <p:cNvPr id="9" name="S0w_zoom_238"/>
          <p:cNvSpPr txBox="1"/>
          <p:nvPr/>
        </p:nvSpPr>
        <p:spPr>
          <a:xfrm>
            <a:off x="341376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につれて</a:t>
            </a:r>
            <a:endParaRPr lang="en-US" sz="2133" kern="1200" dirty="0">
              <a:solidFill>
                <a:prstClr val="black"/>
              </a:solidFill>
              <a:latin typeface="Calibri" panose="020F0502020204030204"/>
              <a:ea typeface="+mn-ea"/>
              <a:cs typeface="+mn-cs"/>
            </a:endParaRPr>
          </a:p>
        </p:txBody>
      </p:sp>
      <p:sp>
        <p:nvSpPr>
          <p:cNvPr id="10" name="S0_zoom_239"/>
          <p:cNvSpPr/>
          <p:nvPr/>
        </p:nvSpPr>
        <p:spPr>
          <a:xfrm>
            <a:off x="6217920" y="3474720"/>
            <a:ext cx="2560320" cy="609600"/>
          </a:xfrm>
          <a:prstGeom prst="roundRect">
            <a:avLst>
              <a:gd name="adj" fmla="val 50000"/>
            </a:avLst>
          </a:prstGeom>
          <a:solidFill>
            <a:srgbClr val="FFFFFF"/>
          </a:solidFill>
          <a:ln w="19050">
            <a:solidFill>
              <a:srgbClr val="7A5F2E"/>
            </a:solidFill>
            <a:prstDash val="solid"/>
          </a:ln>
        </p:spPr>
      </p:sp>
      <p:sp>
        <p:nvSpPr>
          <p:cNvPr id="11" name="S0w_zoom_240"/>
          <p:cNvSpPr txBox="1"/>
          <p:nvPr/>
        </p:nvSpPr>
        <p:spPr>
          <a:xfrm>
            <a:off x="621792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にしたがって</a:t>
            </a:r>
            <a:endParaRPr lang="en-US" sz="2133" kern="1200" dirty="0">
              <a:solidFill>
                <a:prstClr val="black"/>
              </a:solidFill>
              <a:latin typeface="Calibri" panose="020F0502020204030204"/>
              <a:ea typeface="+mn-ea"/>
              <a:cs typeface="+mn-cs"/>
            </a:endParaRPr>
          </a:p>
        </p:txBody>
      </p:sp>
      <p:sp>
        <p:nvSpPr>
          <p:cNvPr id="12" name="S0_zoom_241"/>
          <p:cNvSpPr/>
          <p:nvPr/>
        </p:nvSpPr>
        <p:spPr>
          <a:xfrm>
            <a:off x="9022080" y="3474720"/>
            <a:ext cx="2560320" cy="609600"/>
          </a:xfrm>
          <a:prstGeom prst="roundRect">
            <a:avLst>
              <a:gd name="adj" fmla="val 50000"/>
            </a:avLst>
          </a:prstGeom>
          <a:solidFill>
            <a:srgbClr val="FFFFFF"/>
          </a:solidFill>
          <a:ln w="19050">
            <a:solidFill>
              <a:srgbClr val="A64B31"/>
            </a:solidFill>
            <a:prstDash val="solid"/>
          </a:ln>
        </p:spPr>
      </p:sp>
      <p:sp>
        <p:nvSpPr>
          <p:cNvPr id="13" name="S0w_zoom_242"/>
          <p:cNvSpPr txBox="1"/>
          <p:nvPr/>
        </p:nvSpPr>
        <p:spPr>
          <a:xfrm>
            <a:off x="902208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に伴って</a:t>
            </a:r>
            <a:endParaRPr lang="en-US" sz="2133" kern="1200" dirty="0">
              <a:solidFill>
                <a:prstClr val="black"/>
              </a:solidFill>
              <a:latin typeface="Calibri" panose="020F0502020204030204"/>
              <a:ea typeface="+mn-ea"/>
              <a:cs typeface="+mn-cs"/>
            </a:endParaRPr>
          </a:p>
        </p:txBody>
      </p:sp>
      <p:sp>
        <p:nvSpPr>
          <p:cNvPr id="14" name="S1_zoom_243"/>
          <p:cNvSpPr/>
          <p:nvPr/>
        </p:nvSpPr>
        <p:spPr>
          <a:xfrm>
            <a:off x="609600" y="4389120"/>
            <a:ext cx="10972800" cy="2072640"/>
          </a:xfrm>
          <a:prstGeom prst="roundRect">
            <a:avLst>
              <a:gd name="adj" fmla="val 5882"/>
            </a:avLst>
          </a:prstGeom>
          <a:solidFill>
            <a:srgbClr val="533D15"/>
          </a:solidFill>
          <a:ln w="12700">
            <a:solidFill>
              <a:srgbClr val="533D15"/>
            </a:solidFill>
            <a:prstDash val="solid"/>
          </a:ln>
        </p:spPr>
      </p:sp>
      <p:sp>
        <p:nvSpPr>
          <p:cNvPr id="15" name="S1w_zoom_244"/>
          <p:cNvSpPr txBox="1"/>
          <p:nvPr/>
        </p:nvSpPr>
        <p:spPr>
          <a:xfrm>
            <a:off x="914400" y="4511040"/>
            <a:ext cx="3657600" cy="365760"/>
          </a:xfrm>
          <a:prstGeom prst="rect">
            <a:avLst/>
          </a:prstGeom>
          <a:noFill/>
          <a:ln/>
        </p:spPr>
        <p:txBody>
          <a:bodyPr wrap="square" lIns="0" tIns="0" rIns="0" bIns="0" rtlCol="0" anchor="ctr"/>
          <a:lstStyle/>
          <a:p>
            <a:pPr defTabSz="1219170">
              <a:buClrTx/>
            </a:pPr>
            <a:r>
              <a:rPr lang="en-US" sz="1733" b="1" kern="1200" dirty="0">
                <a:solidFill>
                  <a:srgbClr val="F2C14E"/>
                </a:solidFill>
                <a:latin typeface="Meiryo" pitchFamily="34" charset="0"/>
                <a:ea typeface="Meiryo" pitchFamily="34" charset="-122"/>
                <a:cs typeface="Meiryo" pitchFamily="34" charset="-120"/>
              </a:rPr>
              <a:t>答え</a:t>
            </a:r>
            <a:endParaRPr lang="en-US" sz="1733" kern="1200" dirty="0">
              <a:solidFill>
                <a:prstClr val="black"/>
              </a:solidFill>
              <a:latin typeface="Calibri" panose="020F0502020204030204"/>
              <a:ea typeface="+mn-ea"/>
              <a:cs typeface="+mn-cs"/>
            </a:endParaRPr>
          </a:p>
        </p:txBody>
      </p:sp>
      <p:sp>
        <p:nvSpPr>
          <p:cNvPr id="16" name="S1w_zoom_245"/>
          <p:cNvSpPr txBox="1"/>
          <p:nvPr/>
        </p:nvSpPr>
        <p:spPr>
          <a:xfrm>
            <a:off x="914400" y="4876800"/>
            <a:ext cx="10363200" cy="792480"/>
          </a:xfrm>
          <a:prstGeom prst="rect">
            <a:avLst/>
          </a:prstGeom>
          <a:noFill/>
          <a:ln/>
        </p:spPr>
        <p:txBody>
          <a:bodyPr wrap="square" lIns="0" tIns="0" rIns="0" bIns="0" rtlCol="0" anchor="ctr"/>
          <a:lstStyle/>
          <a:p>
            <a:pPr defTabSz="1219170">
              <a:buClrTx/>
            </a:pPr>
            <a:r>
              <a:rPr lang="en-US" sz="2933" b="1" kern="1200" dirty="0">
                <a:solidFill>
                  <a:srgbClr val="F2C14E"/>
                </a:solidFill>
                <a:latin typeface="Meiryo" pitchFamily="34" charset="0"/>
                <a:ea typeface="Meiryo" pitchFamily="34" charset="-122"/>
                <a:cs typeface="Meiryo" pitchFamily="34" charset="-120"/>
              </a:rPr>
              <a:t>につれて（にしたがって も○）</a:t>
            </a:r>
            <a:endParaRPr lang="en-US" sz="2933" kern="1200" dirty="0">
              <a:solidFill>
                <a:prstClr val="black"/>
              </a:solidFill>
              <a:latin typeface="Calibri" panose="020F0502020204030204"/>
              <a:ea typeface="+mn-ea"/>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3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400" fill="hold"/>
                                        <p:tgtEl>
                                          <p:spTgt spid="6"/>
                                        </p:tgtEl>
                                        <p:attrNameLst>
                                          <p:attrName>ppt_w</p:attrName>
                                        </p:attrNameLst>
                                      </p:cBhvr>
                                      <p:tavLst>
                                        <p:tav tm="0">
                                          <p:val>
                                            <p:fltVal val="0"/>
                                          </p:val>
                                        </p:tav>
                                        <p:tav tm="100000">
                                          <p:val>
                                            <p:strVal val="#ppt_w"/>
                                          </p:val>
                                        </p:tav>
                                      </p:tavLst>
                                    </p:anim>
                                    <p:anim calcmode="lin" valueType="num">
                                      <p:cBhvr additive="base">
                                        <p:cTn id="12" dur="400" fill="hold"/>
                                        <p:tgtEl>
                                          <p:spTgt spid="6"/>
                                        </p:tgtEl>
                                        <p:attrNameLst>
                                          <p:attrName>ppt_h</p:attrName>
                                        </p:attrNameLst>
                                      </p:cBhvr>
                                      <p:tavLst>
                                        <p:tav tm="0">
                                          <p:val>
                                            <p:fltVal val="0"/>
                                          </p:val>
                                        </p:tav>
                                        <p:tav tm="100000">
                                          <p:val>
                                            <p:strVal val="#ppt_h"/>
                                          </p:val>
                                        </p:tav>
                                      </p:tavLst>
                                    </p:anim>
                                    <p:animEffect transition="in" filter="fade">
                                      <p:cBhvr>
                                        <p:cTn id="13" dur="400"/>
                                        <p:tgtEl>
                                          <p:spTgt spid="6"/>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400" fill="hold"/>
                                        <p:tgtEl>
                                          <p:spTgt spid="7"/>
                                        </p:tgtEl>
                                        <p:attrNameLst>
                                          <p:attrName>ppt_w</p:attrName>
                                        </p:attrNameLst>
                                      </p:cBhvr>
                                      <p:tavLst>
                                        <p:tav tm="0">
                                          <p:val>
                                            <p:fltVal val="0"/>
                                          </p:val>
                                        </p:tav>
                                        <p:tav tm="100000">
                                          <p:val>
                                            <p:strVal val="#ppt_w"/>
                                          </p:val>
                                        </p:tav>
                                      </p:tavLst>
                                    </p:anim>
                                    <p:anim calcmode="lin" valueType="num">
                                      <p:cBhvr additive="base">
                                        <p:cTn id="17" dur="400" fill="hold"/>
                                        <p:tgtEl>
                                          <p:spTgt spid="7"/>
                                        </p:tgtEl>
                                        <p:attrNameLst>
                                          <p:attrName>ppt_h</p:attrName>
                                        </p:attrNameLst>
                                      </p:cBhvr>
                                      <p:tavLst>
                                        <p:tav tm="0">
                                          <p:val>
                                            <p:fltVal val="0"/>
                                          </p:val>
                                        </p:tav>
                                        <p:tav tm="100000">
                                          <p:val>
                                            <p:strVal val="#ppt_h"/>
                                          </p:val>
                                        </p:tav>
                                      </p:tavLst>
                                    </p:anim>
                                    <p:animEffect transition="in" filter="fade">
                                      <p:cBhvr>
                                        <p:cTn id="18" dur="400"/>
                                        <p:tgtEl>
                                          <p:spTgt spid="7"/>
                                        </p:tgtEl>
                                      </p:cBhvr>
                                    </p:animEffect>
                                  </p:childTnLst>
                                </p:cTn>
                              </p:par>
                            </p:childTnLst>
                          </p:cTn>
                        </p:par>
                        <p:par>
                          <p:cTn id="19" fill="hold">
                            <p:stCondLst>
                              <p:cond delay="600"/>
                            </p:stCondLst>
                            <p:childTnLst>
                              <p:par>
                                <p:cTn id="20" presetID="53" presetClass="entr" presetSubtype="16"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400" fill="hold"/>
                                        <p:tgtEl>
                                          <p:spTgt spid="8"/>
                                        </p:tgtEl>
                                        <p:attrNameLst>
                                          <p:attrName>ppt_w</p:attrName>
                                        </p:attrNameLst>
                                      </p:cBhvr>
                                      <p:tavLst>
                                        <p:tav tm="0">
                                          <p:val>
                                            <p:fltVal val="0"/>
                                          </p:val>
                                        </p:tav>
                                        <p:tav tm="100000">
                                          <p:val>
                                            <p:strVal val="#ppt_w"/>
                                          </p:val>
                                        </p:tav>
                                      </p:tavLst>
                                    </p:anim>
                                    <p:anim calcmode="lin" valueType="num">
                                      <p:cBhvr additive="base">
                                        <p:cTn id="23" dur="400" fill="hold"/>
                                        <p:tgtEl>
                                          <p:spTgt spid="8"/>
                                        </p:tgtEl>
                                        <p:attrNameLst>
                                          <p:attrName>ppt_h</p:attrName>
                                        </p:attrNameLst>
                                      </p:cBhvr>
                                      <p:tavLst>
                                        <p:tav tm="0">
                                          <p:val>
                                            <p:fltVal val="0"/>
                                          </p:val>
                                        </p:tav>
                                        <p:tav tm="100000">
                                          <p:val>
                                            <p:strVal val="#ppt_h"/>
                                          </p:val>
                                        </p:tav>
                                      </p:tavLst>
                                    </p:anim>
                                    <p:animEffect transition="in" filter="fade">
                                      <p:cBhvr>
                                        <p:cTn id="24" dur="4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400" fill="hold"/>
                                        <p:tgtEl>
                                          <p:spTgt spid="9"/>
                                        </p:tgtEl>
                                        <p:attrNameLst>
                                          <p:attrName>ppt_w</p:attrName>
                                        </p:attrNameLst>
                                      </p:cBhvr>
                                      <p:tavLst>
                                        <p:tav tm="0">
                                          <p:val>
                                            <p:fltVal val="0"/>
                                          </p:val>
                                        </p:tav>
                                        <p:tav tm="100000">
                                          <p:val>
                                            <p:strVal val="#ppt_w"/>
                                          </p:val>
                                        </p:tav>
                                      </p:tavLst>
                                    </p:anim>
                                    <p:anim calcmode="lin" valueType="num">
                                      <p:cBhvr additive="base">
                                        <p:cTn id="28" dur="400" fill="hold"/>
                                        <p:tgtEl>
                                          <p:spTgt spid="9"/>
                                        </p:tgtEl>
                                        <p:attrNameLst>
                                          <p:attrName>ppt_h</p:attrName>
                                        </p:attrNameLst>
                                      </p:cBhvr>
                                      <p:tavLst>
                                        <p:tav tm="0">
                                          <p:val>
                                            <p:fltVal val="0"/>
                                          </p:val>
                                        </p:tav>
                                        <p:tav tm="100000">
                                          <p:val>
                                            <p:strVal val="#ppt_h"/>
                                          </p:val>
                                        </p:tav>
                                      </p:tavLst>
                                    </p:anim>
                                    <p:animEffect transition="in" filter="fade">
                                      <p:cBhvr>
                                        <p:cTn id="29" dur="400"/>
                                        <p:tgtEl>
                                          <p:spTgt spid="9"/>
                                        </p:tgtEl>
                                      </p:cBhvr>
                                    </p:animEffect>
                                  </p:childTnLst>
                                </p:cTn>
                              </p:par>
                            </p:childTnLst>
                          </p:cTn>
                        </p:par>
                        <p:par>
                          <p:cTn id="30" fill="hold">
                            <p:stCondLst>
                              <p:cond delay="900"/>
                            </p:stCondLst>
                            <p:childTnLst>
                              <p:par>
                                <p:cTn id="31" presetID="53" presetClass="entr" presetSubtype="16"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400" fill="hold"/>
                                        <p:tgtEl>
                                          <p:spTgt spid="10"/>
                                        </p:tgtEl>
                                        <p:attrNameLst>
                                          <p:attrName>ppt_w</p:attrName>
                                        </p:attrNameLst>
                                      </p:cBhvr>
                                      <p:tavLst>
                                        <p:tav tm="0">
                                          <p:val>
                                            <p:fltVal val="0"/>
                                          </p:val>
                                        </p:tav>
                                        <p:tav tm="100000">
                                          <p:val>
                                            <p:strVal val="#ppt_w"/>
                                          </p:val>
                                        </p:tav>
                                      </p:tavLst>
                                    </p:anim>
                                    <p:anim calcmode="lin" valueType="num">
                                      <p:cBhvr additive="base">
                                        <p:cTn id="34" dur="400" fill="hold"/>
                                        <p:tgtEl>
                                          <p:spTgt spid="10"/>
                                        </p:tgtEl>
                                        <p:attrNameLst>
                                          <p:attrName>ppt_h</p:attrName>
                                        </p:attrNameLst>
                                      </p:cBhvr>
                                      <p:tavLst>
                                        <p:tav tm="0">
                                          <p:val>
                                            <p:fltVal val="0"/>
                                          </p:val>
                                        </p:tav>
                                        <p:tav tm="100000">
                                          <p:val>
                                            <p:strVal val="#ppt_h"/>
                                          </p:val>
                                        </p:tav>
                                      </p:tavLst>
                                    </p:anim>
                                    <p:animEffect transition="in" filter="fade">
                                      <p:cBhvr>
                                        <p:cTn id="35" dur="400"/>
                                        <p:tgtEl>
                                          <p:spTgt spid="1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400" fill="hold"/>
                                        <p:tgtEl>
                                          <p:spTgt spid="11"/>
                                        </p:tgtEl>
                                        <p:attrNameLst>
                                          <p:attrName>ppt_w</p:attrName>
                                        </p:attrNameLst>
                                      </p:cBhvr>
                                      <p:tavLst>
                                        <p:tav tm="0">
                                          <p:val>
                                            <p:fltVal val="0"/>
                                          </p:val>
                                        </p:tav>
                                        <p:tav tm="100000">
                                          <p:val>
                                            <p:strVal val="#ppt_w"/>
                                          </p:val>
                                        </p:tav>
                                      </p:tavLst>
                                    </p:anim>
                                    <p:anim calcmode="lin" valueType="num">
                                      <p:cBhvr additive="base">
                                        <p:cTn id="39" dur="400" fill="hold"/>
                                        <p:tgtEl>
                                          <p:spTgt spid="11"/>
                                        </p:tgtEl>
                                        <p:attrNameLst>
                                          <p:attrName>ppt_h</p:attrName>
                                        </p:attrNameLst>
                                      </p:cBhvr>
                                      <p:tavLst>
                                        <p:tav tm="0">
                                          <p:val>
                                            <p:fltVal val="0"/>
                                          </p:val>
                                        </p:tav>
                                        <p:tav tm="100000">
                                          <p:val>
                                            <p:strVal val="#ppt_h"/>
                                          </p:val>
                                        </p:tav>
                                      </p:tavLst>
                                    </p:anim>
                                    <p:animEffect transition="in" filter="fade">
                                      <p:cBhvr>
                                        <p:cTn id="40" dur="400"/>
                                        <p:tgtEl>
                                          <p:spTgt spid="11"/>
                                        </p:tgtEl>
                                      </p:cBhvr>
                                    </p:animEffect>
                                  </p:childTnLst>
                                </p:cTn>
                              </p:par>
                            </p:childTnLst>
                          </p:cTn>
                        </p:par>
                        <p:par>
                          <p:cTn id="41" fill="hold">
                            <p:stCondLst>
                              <p:cond delay="1200"/>
                            </p:stCondLst>
                            <p:childTnLst>
                              <p:par>
                                <p:cTn id="42" presetID="53" presetClass="entr" presetSubtype="16"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400" fill="hold"/>
                                        <p:tgtEl>
                                          <p:spTgt spid="12"/>
                                        </p:tgtEl>
                                        <p:attrNameLst>
                                          <p:attrName>ppt_w</p:attrName>
                                        </p:attrNameLst>
                                      </p:cBhvr>
                                      <p:tavLst>
                                        <p:tav tm="0">
                                          <p:val>
                                            <p:fltVal val="0"/>
                                          </p:val>
                                        </p:tav>
                                        <p:tav tm="100000">
                                          <p:val>
                                            <p:strVal val="#ppt_w"/>
                                          </p:val>
                                        </p:tav>
                                      </p:tavLst>
                                    </p:anim>
                                    <p:anim calcmode="lin" valueType="num">
                                      <p:cBhvr additive="base">
                                        <p:cTn id="45" dur="400" fill="hold"/>
                                        <p:tgtEl>
                                          <p:spTgt spid="12"/>
                                        </p:tgtEl>
                                        <p:attrNameLst>
                                          <p:attrName>ppt_h</p:attrName>
                                        </p:attrNameLst>
                                      </p:cBhvr>
                                      <p:tavLst>
                                        <p:tav tm="0">
                                          <p:val>
                                            <p:fltVal val="0"/>
                                          </p:val>
                                        </p:tav>
                                        <p:tav tm="100000">
                                          <p:val>
                                            <p:strVal val="#ppt_h"/>
                                          </p:val>
                                        </p:tav>
                                      </p:tavLst>
                                    </p:anim>
                                    <p:animEffect transition="in" filter="fade">
                                      <p:cBhvr>
                                        <p:cTn id="46" dur="400"/>
                                        <p:tgtEl>
                                          <p:spTgt spid="12"/>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400" fill="hold"/>
                                        <p:tgtEl>
                                          <p:spTgt spid="13"/>
                                        </p:tgtEl>
                                        <p:attrNameLst>
                                          <p:attrName>ppt_w</p:attrName>
                                        </p:attrNameLst>
                                      </p:cBhvr>
                                      <p:tavLst>
                                        <p:tav tm="0">
                                          <p:val>
                                            <p:fltVal val="0"/>
                                          </p:val>
                                        </p:tav>
                                        <p:tav tm="100000">
                                          <p:val>
                                            <p:strVal val="#ppt_w"/>
                                          </p:val>
                                        </p:tav>
                                      </p:tavLst>
                                    </p:anim>
                                    <p:anim calcmode="lin" valueType="num">
                                      <p:cBhvr additive="base">
                                        <p:cTn id="50" dur="400" fill="hold"/>
                                        <p:tgtEl>
                                          <p:spTgt spid="13"/>
                                        </p:tgtEl>
                                        <p:attrNameLst>
                                          <p:attrName>ppt_h</p:attrName>
                                        </p:attrNameLst>
                                      </p:cBhvr>
                                      <p:tavLst>
                                        <p:tav tm="0">
                                          <p:val>
                                            <p:fltVal val="0"/>
                                          </p:val>
                                        </p:tav>
                                        <p:tav tm="100000">
                                          <p:val>
                                            <p:strVal val="#ppt_h"/>
                                          </p:val>
                                        </p:tav>
                                      </p:tavLst>
                                    </p:anim>
                                    <p:animEffect transition="in" filter="fade">
                                      <p:cBhvr>
                                        <p:cTn id="51" dur="4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400" fill="hold"/>
                                        <p:tgtEl>
                                          <p:spTgt spid="14"/>
                                        </p:tgtEl>
                                        <p:attrNameLst>
                                          <p:attrName>ppt_w</p:attrName>
                                        </p:attrNameLst>
                                      </p:cBhvr>
                                      <p:tavLst>
                                        <p:tav tm="0">
                                          <p:val>
                                            <p:fltVal val="0"/>
                                          </p:val>
                                        </p:tav>
                                        <p:tav tm="100000">
                                          <p:val>
                                            <p:strVal val="#ppt_w"/>
                                          </p:val>
                                        </p:tav>
                                      </p:tavLst>
                                    </p:anim>
                                    <p:anim calcmode="lin" valueType="num">
                                      <p:cBhvr additive="base">
                                        <p:cTn id="57" dur="400" fill="hold"/>
                                        <p:tgtEl>
                                          <p:spTgt spid="14"/>
                                        </p:tgtEl>
                                        <p:attrNameLst>
                                          <p:attrName>ppt_h</p:attrName>
                                        </p:attrNameLst>
                                      </p:cBhvr>
                                      <p:tavLst>
                                        <p:tav tm="0">
                                          <p:val>
                                            <p:fltVal val="0"/>
                                          </p:val>
                                        </p:tav>
                                        <p:tav tm="100000">
                                          <p:val>
                                            <p:strVal val="#ppt_h"/>
                                          </p:val>
                                        </p:tav>
                                      </p:tavLst>
                                    </p:anim>
                                    <p:animEffect transition="in" filter="fade">
                                      <p:cBhvr>
                                        <p:cTn id="58" dur="400"/>
                                        <p:tgtEl>
                                          <p:spTgt spid="14"/>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00" fill="hold"/>
                                        <p:tgtEl>
                                          <p:spTgt spid="15"/>
                                        </p:tgtEl>
                                        <p:attrNameLst>
                                          <p:attrName>ppt_w</p:attrName>
                                        </p:attrNameLst>
                                      </p:cBhvr>
                                      <p:tavLst>
                                        <p:tav tm="0">
                                          <p:val>
                                            <p:fltVal val="0"/>
                                          </p:val>
                                        </p:tav>
                                        <p:tav tm="100000">
                                          <p:val>
                                            <p:strVal val="#ppt_w"/>
                                          </p:val>
                                        </p:tav>
                                      </p:tavLst>
                                    </p:anim>
                                    <p:anim calcmode="lin" valueType="num">
                                      <p:cBhvr additive="base">
                                        <p:cTn id="62" dur="400" fill="hold"/>
                                        <p:tgtEl>
                                          <p:spTgt spid="15"/>
                                        </p:tgtEl>
                                        <p:attrNameLst>
                                          <p:attrName>ppt_h</p:attrName>
                                        </p:attrNameLst>
                                      </p:cBhvr>
                                      <p:tavLst>
                                        <p:tav tm="0">
                                          <p:val>
                                            <p:fltVal val="0"/>
                                          </p:val>
                                        </p:tav>
                                        <p:tav tm="100000">
                                          <p:val>
                                            <p:strVal val="#ppt_h"/>
                                          </p:val>
                                        </p:tav>
                                      </p:tavLst>
                                    </p:anim>
                                    <p:animEffect transition="in" filter="fade">
                                      <p:cBhvr>
                                        <p:cTn id="63" dur="400"/>
                                        <p:tgtEl>
                                          <p:spTgt spid="15"/>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400" fill="hold"/>
                                        <p:tgtEl>
                                          <p:spTgt spid="16"/>
                                        </p:tgtEl>
                                        <p:attrNameLst>
                                          <p:attrName>ppt_w</p:attrName>
                                        </p:attrNameLst>
                                      </p:cBhvr>
                                      <p:tavLst>
                                        <p:tav tm="0">
                                          <p:val>
                                            <p:fltVal val="0"/>
                                          </p:val>
                                        </p:tav>
                                        <p:tav tm="100000">
                                          <p:val>
                                            <p:strVal val="#ppt_w"/>
                                          </p:val>
                                        </p:tav>
                                      </p:tavLst>
                                    </p:anim>
                                    <p:anim calcmode="lin" valueType="num">
                                      <p:cBhvr additive="base">
                                        <p:cTn id="67" dur="400" fill="hold"/>
                                        <p:tgtEl>
                                          <p:spTgt spid="16"/>
                                        </p:tgtEl>
                                        <p:attrNameLst>
                                          <p:attrName>ppt_h</p:attrName>
                                        </p:attrNameLst>
                                      </p:cBhvr>
                                      <p:tavLst>
                                        <p:tav tm="0">
                                          <p:val>
                                            <p:fltVal val="0"/>
                                          </p:val>
                                        </p:tav>
                                        <p:tav tm="100000">
                                          <p:val>
                                            <p:strVal val="#ppt_h"/>
                                          </p:val>
                                        </p:tav>
                                      </p:tavLst>
                                    </p:anim>
                                    <p:animEffect transition="in" filter="fade">
                                      <p:cBhvr>
                                        <p:cTn id="68"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Text 0"/>
          <p:cNvSpPr txBox="1"/>
          <p:nvPr/>
        </p:nvSpPr>
        <p:spPr>
          <a:xfrm>
            <a:off x="609600" y="365760"/>
            <a:ext cx="10972800" cy="731520"/>
          </a:xfrm>
          <a:prstGeom prst="rect">
            <a:avLst/>
          </a:prstGeom>
          <a:noFill/>
          <a:ln/>
        </p:spPr>
        <p:txBody>
          <a:bodyPr wrap="square" lIns="0" tIns="0" rIns="0" bIns="0" rtlCol="0" anchor="ctr"/>
          <a:lstStyle/>
          <a:p>
            <a:pPr defTabSz="1219170">
              <a:buClrTx/>
            </a:pPr>
            <a:r>
              <a:rPr lang="en-US" sz="3467" b="1" kern="1200" dirty="0">
                <a:solidFill>
                  <a:srgbClr val="533D15"/>
                </a:solidFill>
                <a:latin typeface="Meiryo" pitchFamily="34" charset="0"/>
                <a:ea typeface="Meiryo" pitchFamily="34" charset="-122"/>
                <a:cs typeface="Meiryo" pitchFamily="34" charset="-120"/>
              </a:rPr>
              <a:t>練習 5 ／ 5</a:t>
            </a:r>
            <a:endParaRPr lang="en-US" sz="3467" kern="1200" dirty="0">
              <a:solidFill>
                <a:prstClr val="black"/>
              </a:solidFill>
              <a:latin typeface="Calibri" panose="020F0502020204030204"/>
              <a:ea typeface="+mn-ea"/>
              <a:cs typeface="+mn-cs"/>
            </a:endParaRPr>
          </a:p>
        </p:txBody>
      </p:sp>
      <p:sp>
        <p:nvSpPr>
          <p:cNvPr id="4" name="Shape 2"/>
          <p:cNvSpPr/>
          <p:nvPr/>
        </p:nvSpPr>
        <p:spPr>
          <a:xfrm>
            <a:off x="609600" y="1767840"/>
            <a:ext cx="10972800" cy="1463040"/>
          </a:xfrm>
          <a:prstGeom prst="roundRect">
            <a:avLst>
              <a:gd name="adj" fmla="val 8333"/>
            </a:avLst>
          </a:prstGeom>
          <a:solidFill>
            <a:srgbClr val="FFFFFF"/>
          </a:solidFill>
          <a:ln w="12700">
            <a:solidFill>
              <a:srgbClr val="DBCCBA"/>
            </a:solidFill>
            <a:prstDash val="solid"/>
          </a:ln>
          <a:effectLst>
            <a:outerShdw blurRad="76200" dist="25400" dir="5400000" algn="bl" rotWithShape="0">
              <a:srgbClr val="000000">
                <a:alpha val="12000"/>
              </a:srgbClr>
            </a:outerShdw>
          </a:effectLst>
        </p:spPr>
      </p:sp>
      <p:sp>
        <p:nvSpPr>
          <p:cNvPr id="5" name="S0_fade_247"/>
          <p:cNvSpPr txBox="1"/>
          <p:nvPr/>
        </p:nvSpPr>
        <p:spPr>
          <a:xfrm>
            <a:off x="975360" y="1767840"/>
            <a:ext cx="10241280" cy="1463040"/>
          </a:xfrm>
          <a:prstGeom prst="rect">
            <a:avLst/>
          </a:prstGeom>
          <a:noFill/>
          <a:ln/>
        </p:spPr>
        <p:txBody>
          <a:bodyPr wrap="square" lIns="0" tIns="0" rIns="0" bIns="0" rtlCol="0" anchor="ctr"/>
          <a:lstStyle/>
          <a:p>
            <a:pPr defTabSz="1219170">
              <a:buClrTx/>
            </a:pPr>
            <a:r>
              <a:rPr lang="en-US" sz="3467" b="1" kern="1200" dirty="0">
                <a:solidFill>
                  <a:srgbClr val="533D15"/>
                </a:solidFill>
                <a:latin typeface="Meiryo" pitchFamily="34" charset="0"/>
                <a:ea typeface="Meiryo" pitchFamily="34" charset="-122"/>
                <a:cs typeface="Meiryo" pitchFamily="34" charset="-120"/>
              </a:rPr>
              <a:t>日が暮れる（　　）、帰ろう。</a:t>
            </a:r>
            <a:endParaRPr lang="en-US" sz="3467" kern="1200" dirty="0">
              <a:solidFill>
                <a:prstClr val="black"/>
              </a:solidFill>
              <a:latin typeface="Calibri" panose="020F0502020204030204"/>
              <a:ea typeface="+mn-ea"/>
              <a:cs typeface="+mn-cs"/>
            </a:endParaRPr>
          </a:p>
        </p:txBody>
      </p:sp>
      <p:sp>
        <p:nvSpPr>
          <p:cNvPr id="6" name="S0_zoom_248"/>
          <p:cNvSpPr/>
          <p:nvPr/>
        </p:nvSpPr>
        <p:spPr>
          <a:xfrm>
            <a:off x="609600" y="3474720"/>
            <a:ext cx="2560320" cy="609600"/>
          </a:xfrm>
          <a:prstGeom prst="roundRect">
            <a:avLst>
              <a:gd name="adj" fmla="val 50000"/>
            </a:avLst>
          </a:prstGeom>
          <a:solidFill>
            <a:srgbClr val="FFFFFF"/>
          </a:solidFill>
          <a:ln w="19050">
            <a:solidFill>
              <a:srgbClr val="F2C14E"/>
            </a:solidFill>
            <a:prstDash val="solid"/>
          </a:ln>
        </p:spPr>
      </p:sp>
      <p:sp>
        <p:nvSpPr>
          <p:cNvPr id="7" name="S0w_zoom_249"/>
          <p:cNvSpPr txBox="1"/>
          <p:nvPr/>
        </p:nvSpPr>
        <p:spPr>
          <a:xfrm>
            <a:off x="60960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とともに</a:t>
            </a:r>
            <a:endParaRPr lang="en-US" sz="2133" kern="1200" dirty="0">
              <a:solidFill>
                <a:prstClr val="black"/>
              </a:solidFill>
              <a:latin typeface="Calibri" panose="020F0502020204030204"/>
              <a:ea typeface="+mn-ea"/>
              <a:cs typeface="+mn-cs"/>
            </a:endParaRPr>
          </a:p>
        </p:txBody>
      </p:sp>
      <p:sp>
        <p:nvSpPr>
          <p:cNvPr id="8" name="S0_zoom_250"/>
          <p:cNvSpPr/>
          <p:nvPr/>
        </p:nvSpPr>
        <p:spPr>
          <a:xfrm>
            <a:off x="3413760" y="3474720"/>
            <a:ext cx="2560320" cy="609600"/>
          </a:xfrm>
          <a:prstGeom prst="roundRect">
            <a:avLst>
              <a:gd name="adj" fmla="val 50000"/>
            </a:avLst>
          </a:prstGeom>
          <a:solidFill>
            <a:srgbClr val="FFFFFF"/>
          </a:solidFill>
          <a:ln w="19050">
            <a:solidFill>
              <a:srgbClr val="C27B38"/>
            </a:solidFill>
            <a:prstDash val="solid"/>
          </a:ln>
        </p:spPr>
      </p:sp>
      <p:sp>
        <p:nvSpPr>
          <p:cNvPr id="9" name="S0w_zoom_251"/>
          <p:cNvSpPr txBox="1"/>
          <p:nvPr/>
        </p:nvSpPr>
        <p:spPr>
          <a:xfrm>
            <a:off x="341376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につれて</a:t>
            </a:r>
            <a:endParaRPr lang="en-US" sz="2133" kern="1200" dirty="0">
              <a:solidFill>
                <a:prstClr val="black"/>
              </a:solidFill>
              <a:latin typeface="Calibri" panose="020F0502020204030204"/>
              <a:ea typeface="+mn-ea"/>
              <a:cs typeface="+mn-cs"/>
            </a:endParaRPr>
          </a:p>
        </p:txBody>
      </p:sp>
      <p:sp>
        <p:nvSpPr>
          <p:cNvPr id="10" name="S0_zoom_252"/>
          <p:cNvSpPr/>
          <p:nvPr/>
        </p:nvSpPr>
        <p:spPr>
          <a:xfrm>
            <a:off x="6217920" y="3474720"/>
            <a:ext cx="2560320" cy="609600"/>
          </a:xfrm>
          <a:prstGeom prst="roundRect">
            <a:avLst>
              <a:gd name="adj" fmla="val 50000"/>
            </a:avLst>
          </a:prstGeom>
          <a:solidFill>
            <a:srgbClr val="FFFFFF"/>
          </a:solidFill>
          <a:ln w="19050">
            <a:solidFill>
              <a:srgbClr val="7A5F2E"/>
            </a:solidFill>
            <a:prstDash val="solid"/>
          </a:ln>
        </p:spPr>
      </p:sp>
      <p:sp>
        <p:nvSpPr>
          <p:cNvPr id="11" name="S0w_zoom_253"/>
          <p:cNvSpPr txBox="1"/>
          <p:nvPr/>
        </p:nvSpPr>
        <p:spPr>
          <a:xfrm>
            <a:off x="621792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にしたがって</a:t>
            </a:r>
            <a:endParaRPr lang="en-US" sz="2133" kern="1200" dirty="0">
              <a:solidFill>
                <a:prstClr val="black"/>
              </a:solidFill>
              <a:latin typeface="Calibri" panose="020F0502020204030204"/>
              <a:ea typeface="+mn-ea"/>
              <a:cs typeface="+mn-cs"/>
            </a:endParaRPr>
          </a:p>
        </p:txBody>
      </p:sp>
      <p:sp>
        <p:nvSpPr>
          <p:cNvPr id="12" name="S0_zoom_254"/>
          <p:cNvSpPr/>
          <p:nvPr/>
        </p:nvSpPr>
        <p:spPr>
          <a:xfrm>
            <a:off x="9022080" y="3474720"/>
            <a:ext cx="2560320" cy="609600"/>
          </a:xfrm>
          <a:prstGeom prst="roundRect">
            <a:avLst>
              <a:gd name="adj" fmla="val 50000"/>
            </a:avLst>
          </a:prstGeom>
          <a:solidFill>
            <a:srgbClr val="FFFFFF"/>
          </a:solidFill>
          <a:ln w="19050">
            <a:solidFill>
              <a:srgbClr val="A64B31"/>
            </a:solidFill>
            <a:prstDash val="solid"/>
          </a:ln>
        </p:spPr>
      </p:sp>
      <p:sp>
        <p:nvSpPr>
          <p:cNvPr id="13" name="S0w_zoom_255"/>
          <p:cNvSpPr txBox="1"/>
          <p:nvPr/>
        </p:nvSpPr>
        <p:spPr>
          <a:xfrm>
            <a:off x="9022080" y="3474720"/>
            <a:ext cx="2560320" cy="609600"/>
          </a:xfrm>
          <a:prstGeom prst="rect">
            <a:avLst/>
          </a:prstGeom>
          <a:noFill/>
          <a:ln/>
        </p:spPr>
        <p:txBody>
          <a:bodyPr wrap="square" lIns="0" tIns="0" rIns="0" bIns="0" rtlCol="0" anchor="ctr"/>
          <a:lstStyle/>
          <a:p>
            <a:pPr algn="ctr" defTabSz="1219170">
              <a:buClrTx/>
            </a:pPr>
            <a:r>
              <a:rPr lang="en-US" sz="2133" kern="1200" dirty="0">
                <a:solidFill>
                  <a:srgbClr val="533D15"/>
                </a:solidFill>
                <a:latin typeface="Meiryo" pitchFamily="34" charset="0"/>
                <a:ea typeface="Meiryo" pitchFamily="34" charset="-122"/>
                <a:cs typeface="Meiryo" pitchFamily="34" charset="-120"/>
              </a:rPr>
              <a:t>に伴って</a:t>
            </a:r>
            <a:endParaRPr lang="en-US" sz="2133" kern="1200" dirty="0">
              <a:solidFill>
                <a:prstClr val="black"/>
              </a:solidFill>
              <a:latin typeface="Calibri" panose="020F0502020204030204"/>
              <a:ea typeface="+mn-ea"/>
              <a:cs typeface="+mn-cs"/>
            </a:endParaRPr>
          </a:p>
        </p:txBody>
      </p:sp>
      <p:sp>
        <p:nvSpPr>
          <p:cNvPr id="14" name="S1_zoom_256"/>
          <p:cNvSpPr/>
          <p:nvPr/>
        </p:nvSpPr>
        <p:spPr>
          <a:xfrm>
            <a:off x="609600" y="4389120"/>
            <a:ext cx="10972800" cy="2072640"/>
          </a:xfrm>
          <a:prstGeom prst="roundRect">
            <a:avLst>
              <a:gd name="adj" fmla="val 5882"/>
            </a:avLst>
          </a:prstGeom>
          <a:solidFill>
            <a:srgbClr val="533D15"/>
          </a:solidFill>
          <a:ln w="12700">
            <a:solidFill>
              <a:srgbClr val="533D15"/>
            </a:solidFill>
            <a:prstDash val="solid"/>
          </a:ln>
        </p:spPr>
      </p:sp>
      <p:sp>
        <p:nvSpPr>
          <p:cNvPr id="15" name="S1w_zoom_257"/>
          <p:cNvSpPr txBox="1"/>
          <p:nvPr/>
        </p:nvSpPr>
        <p:spPr>
          <a:xfrm>
            <a:off x="914400" y="4511040"/>
            <a:ext cx="3657600" cy="365760"/>
          </a:xfrm>
          <a:prstGeom prst="rect">
            <a:avLst/>
          </a:prstGeom>
          <a:noFill/>
          <a:ln/>
        </p:spPr>
        <p:txBody>
          <a:bodyPr wrap="square" lIns="0" tIns="0" rIns="0" bIns="0" rtlCol="0" anchor="ctr"/>
          <a:lstStyle/>
          <a:p>
            <a:pPr defTabSz="1219170">
              <a:buClrTx/>
            </a:pPr>
            <a:r>
              <a:rPr lang="en-US" sz="1733" b="1" kern="1200" dirty="0">
                <a:solidFill>
                  <a:srgbClr val="F2C14E"/>
                </a:solidFill>
                <a:latin typeface="Meiryo" pitchFamily="34" charset="0"/>
                <a:ea typeface="Meiryo" pitchFamily="34" charset="-122"/>
                <a:cs typeface="Meiryo" pitchFamily="34" charset="-120"/>
              </a:rPr>
              <a:t>答え</a:t>
            </a:r>
            <a:endParaRPr lang="en-US" sz="1733" kern="1200" dirty="0">
              <a:solidFill>
                <a:prstClr val="black"/>
              </a:solidFill>
              <a:latin typeface="Calibri" panose="020F0502020204030204"/>
              <a:ea typeface="+mn-ea"/>
              <a:cs typeface="+mn-cs"/>
            </a:endParaRPr>
          </a:p>
        </p:txBody>
      </p:sp>
      <p:sp>
        <p:nvSpPr>
          <p:cNvPr id="16" name="S1w_zoom_258"/>
          <p:cNvSpPr txBox="1"/>
          <p:nvPr/>
        </p:nvSpPr>
        <p:spPr>
          <a:xfrm>
            <a:off x="914400" y="4876800"/>
            <a:ext cx="10363200" cy="792480"/>
          </a:xfrm>
          <a:prstGeom prst="rect">
            <a:avLst/>
          </a:prstGeom>
          <a:noFill/>
          <a:ln/>
        </p:spPr>
        <p:txBody>
          <a:bodyPr wrap="square" lIns="0" tIns="0" rIns="0" bIns="0" rtlCol="0" anchor="ctr"/>
          <a:lstStyle/>
          <a:p>
            <a:pPr defTabSz="1219170">
              <a:buClrTx/>
            </a:pPr>
            <a:r>
              <a:rPr lang="en-US" sz="2933" b="1" kern="1200" dirty="0">
                <a:solidFill>
                  <a:srgbClr val="F2C14E"/>
                </a:solidFill>
                <a:latin typeface="Meiryo" pitchFamily="34" charset="0"/>
                <a:ea typeface="Meiryo" pitchFamily="34" charset="-122"/>
                <a:cs typeface="Meiryo" pitchFamily="34" charset="-120"/>
              </a:rPr>
              <a:t>× → 日が暮れたら、帰ろう。</a:t>
            </a:r>
            <a:endParaRPr lang="en-US" sz="2933" kern="1200" dirty="0">
              <a:solidFill>
                <a:prstClr val="black"/>
              </a:solidFill>
              <a:latin typeface="Calibri" panose="020F0502020204030204"/>
              <a:ea typeface="+mn-ea"/>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3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400" fill="hold"/>
                                        <p:tgtEl>
                                          <p:spTgt spid="6"/>
                                        </p:tgtEl>
                                        <p:attrNameLst>
                                          <p:attrName>ppt_w</p:attrName>
                                        </p:attrNameLst>
                                      </p:cBhvr>
                                      <p:tavLst>
                                        <p:tav tm="0">
                                          <p:val>
                                            <p:fltVal val="0"/>
                                          </p:val>
                                        </p:tav>
                                        <p:tav tm="100000">
                                          <p:val>
                                            <p:strVal val="#ppt_w"/>
                                          </p:val>
                                        </p:tav>
                                      </p:tavLst>
                                    </p:anim>
                                    <p:anim calcmode="lin" valueType="num">
                                      <p:cBhvr additive="base">
                                        <p:cTn id="12" dur="400" fill="hold"/>
                                        <p:tgtEl>
                                          <p:spTgt spid="6"/>
                                        </p:tgtEl>
                                        <p:attrNameLst>
                                          <p:attrName>ppt_h</p:attrName>
                                        </p:attrNameLst>
                                      </p:cBhvr>
                                      <p:tavLst>
                                        <p:tav tm="0">
                                          <p:val>
                                            <p:fltVal val="0"/>
                                          </p:val>
                                        </p:tav>
                                        <p:tav tm="100000">
                                          <p:val>
                                            <p:strVal val="#ppt_h"/>
                                          </p:val>
                                        </p:tav>
                                      </p:tavLst>
                                    </p:anim>
                                    <p:animEffect transition="in" filter="fade">
                                      <p:cBhvr>
                                        <p:cTn id="13" dur="400"/>
                                        <p:tgtEl>
                                          <p:spTgt spid="6"/>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400" fill="hold"/>
                                        <p:tgtEl>
                                          <p:spTgt spid="7"/>
                                        </p:tgtEl>
                                        <p:attrNameLst>
                                          <p:attrName>ppt_w</p:attrName>
                                        </p:attrNameLst>
                                      </p:cBhvr>
                                      <p:tavLst>
                                        <p:tav tm="0">
                                          <p:val>
                                            <p:fltVal val="0"/>
                                          </p:val>
                                        </p:tav>
                                        <p:tav tm="100000">
                                          <p:val>
                                            <p:strVal val="#ppt_w"/>
                                          </p:val>
                                        </p:tav>
                                      </p:tavLst>
                                    </p:anim>
                                    <p:anim calcmode="lin" valueType="num">
                                      <p:cBhvr additive="base">
                                        <p:cTn id="17" dur="400" fill="hold"/>
                                        <p:tgtEl>
                                          <p:spTgt spid="7"/>
                                        </p:tgtEl>
                                        <p:attrNameLst>
                                          <p:attrName>ppt_h</p:attrName>
                                        </p:attrNameLst>
                                      </p:cBhvr>
                                      <p:tavLst>
                                        <p:tav tm="0">
                                          <p:val>
                                            <p:fltVal val="0"/>
                                          </p:val>
                                        </p:tav>
                                        <p:tav tm="100000">
                                          <p:val>
                                            <p:strVal val="#ppt_h"/>
                                          </p:val>
                                        </p:tav>
                                      </p:tavLst>
                                    </p:anim>
                                    <p:animEffect transition="in" filter="fade">
                                      <p:cBhvr>
                                        <p:cTn id="18" dur="400"/>
                                        <p:tgtEl>
                                          <p:spTgt spid="7"/>
                                        </p:tgtEl>
                                      </p:cBhvr>
                                    </p:animEffect>
                                  </p:childTnLst>
                                </p:cTn>
                              </p:par>
                            </p:childTnLst>
                          </p:cTn>
                        </p:par>
                        <p:par>
                          <p:cTn id="19" fill="hold">
                            <p:stCondLst>
                              <p:cond delay="600"/>
                            </p:stCondLst>
                            <p:childTnLst>
                              <p:par>
                                <p:cTn id="20" presetID="53" presetClass="entr" presetSubtype="16"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400" fill="hold"/>
                                        <p:tgtEl>
                                          <p:spTgt spid="8"/>
                                        </p:tgtEl>
                                        <p:attrNameLst>
                                          <p:attrName>ppt_w</p:attrName>
                                        </p:attrNameLst>
                                      </p:cBhvr>
                                      <p:tavLst>
                                        <p:tav tm="0">
                                          <p:val>
                                            <p:fltVal val="0"/>
                                          </p:val>
                                        </p:tav>
                                        <p:tav tm="100000">
                                          <p:val>
                                            <p:strVal val="#ppt_w"/>
                                          </p:val>
                                        </p:tav>
                                      </p:tavLst>
                                    </p:anim>
                                    <p:anim calcmode="lin" valueType="num">
                                      <p:cBhvr additive="base">
                                        <p:cTn id="23" dur="400" fill="hold"/>
                                        <p:tgtEl>
                                          <p:spTgt spid="8"/>
                                        </p:tgtEl>
                                        <p:attrNameLst>
                                          <p:attrName>ppt_h</p:attrName>
                                        </p:attrNameLst>
                                      </p:cBhvr>
                                      <p:tavLst>
                                        <p:tav tm="0">
                                          <p:val>
                                            <p:fltVal val="0"/>
                                          </p:val>
                                        </p:tav>
                                        <p:tav tm="100000">
                                          <p:val>
                                            <p:strVal val="#ppt_h"/>
                                          </p:val>
                                        </p:tav>
                                      </p:tavLst>
                                    </p:anim>
                                    <p:animEffect transition="in" filter="fade">
                                      <p:cBhvr>
                                        <p:cTn id="24" dur="4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400" fill="hold"/>
                                        <p:tgtEl>
                                          <p:spTgt spid="9"/>
                                        </p:tgtEl>
                                        <p:attrNameLst>
                                          <p:attrName>ppt_w</p:attrName>
                                        </p:attrNameLst>
                                      </p:cBhvr>
                                      <p:tavLst>
                                        <p:tav tm="0">
                                          <p:val>
                                            <p:fltVal val="0"/>
                                          </p:val>
                                        </p:tav>
                                        <p:tav tm="100000">
                                          <p:val>
                                            <p:strVal val="#ppt_w"/>
                                          </p:val>
                                        </p:tav>
                                      </p:tavLst>
                                    </p:anim>
                                    <p:anim calcmode="lin" valueType="num">
                                      <p:cBhvr additive="base">
                                        <p:cTn id="28" dur="400" fill="hold"/>
                                        <p:tgtEl>
                                          <p:spTgt spid="9"/>
                                        </p:tgtEl>
                                        <p:attrNameLst>
                                          <p:attrName>ppt_h</p:attrName>
                                        </p:attrNameLst>
                                      </p:cBhvr>
                                      <p:tavLst>
                                        <p:tav tm="0">
                                          <p:val>
                                            <p:fltVal val="0"/>
                                          </p:val>
                                        </p:tav>
                                        <p:tav tm="100000">
                                          <p:val>
                                            <p:strVal val="#ppt_h"/>
                                          </p:val>
                                        </p:tav>
                                      </p:tavLst>
                                    </p:anim>
                                    <p:animEffect transition="in" filter="fade">
                                      <p:cBhvr>
                                        <p:cTn id="29" dur="400"/>
                                        <p:tgtEl>
                                          <p:spTgt spid="9"/>
                                        </p:tgtEl>
                                      </p:cBhvr>
                                    </p:animEffect>
                                  </p:childTnLst>
                                </p:cTn>
                              </p:par>
                            </p:childTnLst>
                          </p:cTn>
                        </p:par>
                        <p:par>
                          <p:cTn id="30" fill="hold">
                            <p:stCondLst>
                              <p:cond delay="900"/>
                            </p:stCondLst>
                            <p:childTnLst>
                              <p:par>
                                <p:cTn id="31" presetID="53" presetClass="entr" presetSubtype="16"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400" fill="hold"/>
                                        <p:tgtEl>
                                          <p:spTgt spid="10"/>
                                        </p:tgtEl>
                                        <p:attrNameLst>
                                          <p:attrName>ppt_w</p:attrName>
                                        </p:attrNameLst>
                                      </p:cBhvr>
                                      <p:tavLst>
                                        <p:tav tm="0">
                                          <p:val>
                                            <p:fltVal val="0"/>
                                          </p:val>
                                        </p:tav>
                                        <p:tav tm="100000">
                                          <p:val>
                                            <p:strVal val="#ppt_w"/>
                                          </p:val>
                                        </p:tav>
                                      </p:tavLst>
                                    </p:anim>
                                    <p:anim calcmode="lin" valueType="num">
                                      <p:cBhvr additive="base">
                                        <p:cTn id="34" dur="400" fill="hold"/>
                                        <p:tgtEl>
                                          <p:spTgt spid="10"/>
                                        </p:tgtEl>
                                        <p:attrNameLst>
                                          <p:attrName>ppt_h</p:attrName>
                                        </p:attrNameLst>
                                      </p:cBhvr>
                                      <p:tavLst>
                                        <p:tav tm="0">
                                          <p:val>
                                            <p:fltVal val="0"/>
                                          </p:val>
                                        </p:tav>
                                        <p:tav tm="100000">
                                          <p:val>
                                            <p:strVal val="#ppt_h"/>
                                          </p:val>
                                        </p:tav>
                                      </p:tavLst>
                                    </p:anim>
                                    <p:animEffect transition="in" filter="fade">
                                      <p:cBhvr>
                                        <p:cTn id="35" dur="400"/>
                                        <p:tgtEl>
                                          <p:spTgt spid="1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400" fill="hold"/>
                                        <p:tgtEl>
                                          <p:spTgt spid="11"/>
                                        </p:tgtEl>
                                        <p:attrNameLst>
                                          <p:attrName>ppt_w</p:attrName>
                                        </p:attrNameLst>
                                      </p:cBhvr>
                                      <p:tavLst>
                                        <p:tav tm="0">
                                          <p:val>
                                            <p:fltVal val="0"/>
                                          </p:val>
                                        </p:tav>
                                        <p:tav tm="100000">
                                          <p:val>
                                            <p:strVal val="#ppt_w"/>
                                          </p:val>
                                        </p:tav>
                                      </p:tavLst>
                                    </p:anim>
                                    <p:anim calcmode="lin" valueType="num">
                                      <p:cBhvr additive="base">
                                        <p:cTn id="39" dur="400" fill="hold"/>
                                        <p:tgtEl>
                                          <p:spTgt spid="11"/>
                                        </p:tgtEl>
                                        <p:attrNameLst>
                                          <p:attrName>ppt_h</p:attrName>
                                        </p:attrNameLst>
                                      </p:cBhvr>
                                      <p:tavLst>
                                        <p:tav tm="0">
                                          <p:val>
                                            <p:fltVal val="0"/>
                                          </p:val>
                                        </p:tav>
                                        <p:tav tm="100000">
                                          <p:val>
                                            <p:strVal val="#ppt_h"/>
                                          </p:val>
                                        </p:tav>
                                      </p:tavLst>
                                    </p:anim>
                                    <p:animEffect transition="in" filter="fade">
                                      <p:cBhvr>
                                        <p:cTn id="40" dur="400"/>
                                        <p:tgtEl>
                                          <p:spTgt spid="11"/>
                                        </p:tgtEl>
                                      </p:cBhvr>
                                    </p:animEffect>
                                  </p:childTnLst>
                                </p:cTn>
                              </p:par>
                            </p:childTnLst>
                          </p:cTn>
                        </p:par>
                        <p:par>
                          <p:cTn id="41" fill="hold">
                            <p:stCondLst>
                              <p:cond delay="1200"/>
                            </p:stCondLst>
                            <p:childTnLst>
                              <p:par>
                                <p:cTn id="42" presetID="53" presetClass="entr" presetSubtype="16"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400" fill="hold"/>
                                        <p:tgtEl>
                                          <p:spTgt spid="12"/>
                                        </p:tgtEl>
                                        <p:attrNameLst>
                                          <p:attrName>ppt_w</p:attrName>
                                        </p:attrNameLst>
                                      </p:cBhvr>
                                      <p:tavLst>
                                        <p:tav tm="0">
                                          <p:val>
                                            <p:fltVal val="0"/>
                                          </p:val>
                                        </p:tav>
                                        <p:tav tm="100000">
                                          <p:val>
                                            <p:strVal val="#ppt_w"/>
                                          </p:val>
                                        </p:tav>
                                      </p:tavLst>
                                    </p:anim>
                                    <p:anim calcmode="lin" valueType="num">
                                      <p:cBhvr additive="base">
                                        <p:cTn id="45" dur="400" fill="hold"/>
                                        <p:tgtEl>
                                          <p:spTgt spid="12"/>
                                        </p:tgtEl>
                                        <p:attrNameLst>
                                          <p:attrName>ppt_h</p:attrName>
                                        </p:attrNameLst>
                                      </p:cBhvr>
                                      <p:tavLst>
                                        <p:tav tm="0">
                                          <p:val>
                                            <p:fltVal val="0"/>
                                          </p:val>
                                        </p:tav>
                                        <p:tav tm="100000">
                                          <p:val>
                                            <p:strVal val="#ppt_h"/>
                                          </p:val>
                                        </p:tav>
                                      </p:tavLst>
                                    </p:anim>
                                    <p:animEffect transition="in" filter="fade">
                                      <p:cBhvr>
                                        <p:cTn id="46" dur="400"/>
                                        <p:tgtEl>
                                          <p:spTgt spid="12"/>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400" fill="hold"/>
                                        <p:tgtEl>
                                          <p:spTgt spid="13"/>
                                        </p:tgtEl>
                                        <p:attrNameLst>
                                          <p:attrName>ppt_w</p:attrName>
                                        </p:attrNameLst>
                                      </p:cBhvr>
                                      <p:tavLst>
                                        <p:tav tm="0">
                                          <p:val>
                                            <p:fltVal val="0"/>
                                          </p:val>
                                        </p:tav>
                                        <p:tav tm="100000">
                                          <p:val>
                                            <p:strVal val="#ppt_w"/>
                                          </p:val>
                                        </p:tav>
                                      </p:tavLst>
                                    </p:anim>
                                    <p:anim calcmode="lin" valueType="num">
                                      <p:cBhvr additive="base">
                                        <p:cTn id="50" dur="400" fill="hold"/>
                                        <p:tgtEl>
                                          <p:spTgt spid="13"/>
                                        </p:tgtEl>
                                        <p:attrNameLst>
                                          <p:attrName>ppt_h</p:attrName>
                                        </p:attrNameLst>
                                      </p:cBhvr>
                                      <p:tavLst>
                                        <p:tav tm="0">
                                          <p:val>
                                            <p:fltVal val="0"/>
                                          </p:val>
                                        </p:tav>
                                        <p:tav tm="100000">
                                          <p:val>
                                            <p:strVal val="#ppt_h"/>
                                          </p:val>
                                        </p:tav>
                                      </p:tavLst>
                                    </p:anim>
                                    <p:animEffect transition="in" filter="fade">
                                      <p:cBhvr>
                                        <p:cTn id="51" dur="4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400" fill="hold"/>
                                        <p:tgtEl>
                                          <p:spTgt spid="14"/>
                                        </p:tgtEl>
                                        <p:attrNameLst>
                                          <p:attrName>ppt_w</p:attrName>
                                        </p:attrNameLst>
                                      </p:cBhvr>
                                      <p:tavLst>
                                        <p:tav tm="0">
                                          <p:val>
                                            <p:fltVal val="0"/>
                                          </p:val>
                                        </p:tav>
                                        <p:tav tm="100000">
                                          <p:val>
                                            <p:strVal val="#ppt_w"/>
                                          </p:val>
                                        </p:tav>
                                      </p:tavLst>
                                    </p:anim>
                                    <p:anim calcmode="lin" valueType="num">
                                      <p:cBhvr additive="base">
                                        <p:cTn id="57" dur="400" fill="hold"/>
                                        <p:tgtEl>
                                          <p:spTgt spid="14"/>
                                        </p:tgtEl>
                                        <p:attrNameLst>
                                          <p:attrName>ppt_h</p:attrName>
                                        </p:attrNameLst>
                                      </p:cBhvr>
                                      <p:tavLst>
                                        <p:tav tm="0">
                                          <p:val>
                                            <p:fltVal val="0"/>
                                          </p:val>
                                        </p:tav>
                                        <p:tav tm="100000">
                                          <p:val>
                                            <p:strVal val="#ppt_h"/>
                                          </p:val>
                                        </p:tav>
                                      </p:tavLst>
                                    </p:anim>
                                    <p:animEffect transition="in" filter="fade">
                                      <p:cBhvr>
                                        <p:cTn id="58" dur="400"/>
                                        <p:tgtEl>
                                          <p:spTgt spid="14"/>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00" fill="hold"/>
                                        <p:tgtEl>
                                          <p:spTgt spid="15"/>
                                        </p:tgtEl>
                                        <p:attrNameLst>
                                          <p:attrName>ppt_w</p:attrName>
                                        </p:attrNameLst>
                                      </p:cBhvr>
                                      <p:tavLst>
                                        <p:tav tm="0">
                                          <p:val>
                                            <p:fltVal val="0"/>
                                          </p:val>
                                        </p:tav>
                                        <p:tav tm="100000">
                                          <p:val>
                                            <p:strVal val="#ppt_w"/>
                                          </p:val>
                                        </p:tav>
                                      </p:tavLst>
                                    </p:anim>
                                    <p:anim calcmode="lin" valueType="num">
                                      <p:cBhvr additive="base">
                                        <p:cTn id="62" dur="400" fill="hold"/>
                                        <p:tgtEl>
                                          <p:spTgt spid="15"/>
                                        </p:tgtEl>
                                        <p:attrNameLst>
                                          <p:attrName>ppt_h</p:attrName>
                                        </p:attrNameLst>
                                      </p:cBhvr>
                                      <p:tavLst>
                                        <p:tav tm="0">
                                          <p:val>
                                            <p:fltVal val="0"/>
                                          </p:val>
                                        </p:tav>
                                        <p:tav tm="100000">
                                          <p:val>
                                            <p:strVal val="#ppt_h"/>
                                          </p:val>
                                        </p:tav>
                                      </p:tavLst>
                                    </p:anim>
                                    <p:animEffect transition="in" filter="fade">
                                      <p:cBhvr>
                                        <p:cTn id="63" dur="400"/>
                                        <p:tgtEl>
                                          <p:spTgt spid="15"/>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400" fill="hold"/>
                                        <p:tgtEl>
                                          <p:spTgt spid="16"/>
                                        </p:tgtEl>
                                        <p:attrNameLst>
                                          <p:attrName>ppt_w</p:attrName>
                                        </p:attrNameLst>
                                      </p:cBhvr>
                                      <p:tavLst>
                                        <p:tav tm="0">
                                          <p:val>
                                            <p:fltVal val="0"/>
                                          </p:val>
                                        </p:tav>
                                        <p:tav tm="100000">
                                          <p:val>
                                            <p:strVal val="#ppt_w"/>
                                          </p:val>
                                        </p:tav>
                                      </p:tavLst>
                                    </p:anim>
                                    <p:anim calcmode="lin" valueType="num">
                                      <p:cBhvr additive="base">
                                        <p:cTn id="67" dur="400" fill="hold"/>
                                        <p:tgtEl>
                                          <p:spTgt spid="16"/>
                                        </p:tgtEl>
                                        <p:attrNameLst>
                                          <p:attrName>ppt_h</p:attrName>
                                        </p:attrNameLst>
                                      </p:cBhvr>
                                      <p:tavLst>
                                        <p:tav tm="0">
                                          <p:val>
                                            <p:fltVal val="0"/>
                                          </p:val>
                                        </p:tav>
                                        <p:tav tm="100000">
                                          <p:val>
                                            <p:strVal val="#ppt_h"/>
                                          </p:val>
                                        </p:tav>
                                      </p:tavLst>
                                    </p:anim>
                                    <p:animEffect transition="in" filter="fade">
                                      <p:cBhvr>
                                        <p:cTn id="68"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6924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～に伴って・～とともに</a:t>
            </a:r>
            <a:endParaRPr lang="ja-JP" sz="1600"/>
          </a:p>
        </p:txBody>
      </p:sp>
      <p:sp>
        <p:nvSpPr>
          <p:cNvPr id="6" name="t 6"/>
          <p:cNvSpPr txBox="1"/>
          <p:nvPr/>
        </p:nvSpPr>
        <p:spPr>
          <a:xfrm>
            <a:off x="35610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例文</a:t>
            </a:r>
            <a:endParaRPr lang="ja-JP" sz="1400"/>
          </a:p>
        </p:txBody>
      </p:sp>
      <p:sp>
        <p:nvSpPr>
          <p:cNvPr id="7" name="badge 7"/>
          <p:cNvSpPr txBox="1"/>
          <p:nvPr/>
        </p:nvSpPr>
        <p:spPr>
          <a:xfrm>
            <a:off x="685800" y="1155446"/>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①</a:t>
            </a:r>
            <a:endParaRPr lang="ja-JP" sz="1700"/>
          </a:p>
        </p:txBody>
      </p:sp>
      <p:sp>
        <p:nvSpPr>
          <p:cNvPr id="8" name="t 8"/>
          <p:cNvSpPr txBox="1"/>
          <p:nvPr/>
        </p:nvSpPr>
        <p:spPr>
          <a:xfrm>
            <a:off x="1417320" y="1188720"/>
            <a:ext cx="10088575" cy="4089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入学する留学生数の変化</a:t>
            </a:r>
            <a:r>
              <a:rPr lang="ja-JP" altLang="en-US" sz="2300" b="1" dirty="0">
                <a:solidFill>
                  <a:srgbClr val="A64B31"/>
                </a:solidFill>
                <a:highlight>
                  <a:srgbClr val="F9E2A0"/>
                </a:highlight>
                <a:latin typeface="Meiryo"/>
                <a:ea typeface="Meiryo"/>
                <a:cs typeface="Meiryo"/>
              </a:rPr>
              <a:t>に伴って</a:t>
            </a:r>
            <a:r>
              <a:rPr lang="ja-JP" altLang="en-US" sz="2300" b="0" dirty="0">
                <a:solidFill>
                  <a:srgbClr val="1F271D"/>
                </a:solidFill>
                <a:latin typeface="Meiryo"/>
                <a:ea typeface="Meiryo"/>
                <a:cs typeface="Meiryo"/>
              </a:rPr>
              <a:t>、クラス数を変える必要がある。</a:t>
            </a:r>
            <a:endParaRPr lang="ja-JP" sz="2300"/>
          </a:p>
        </p:txBody>
      </p:sp>
      <p:sp>
        <p:nvSpPr>
          <p:cNvPr id="9" name="badge 9"/>
          <p:cNvSpPr txBox="1"/>
          <p:nvPr/>
        </p:nvSpPr>
        <p:spPr>
          <a:xfrm>
            <a:off x="685800" y="1820418"/>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②</a:t>
            </a:r>
            <a:endParaRPr lang="ja-JP" sz="1700"/>
          </a:p>
        </p:txBody>
      </p:sp>
      <p:sp>
        <p:nvSpPr>
          <p:cNvPr id="10" name="t 10"/>
          <p:cNvSpPr txBox="1"/>
          <p:nvPr/>
        </p:nvSpPr>
        <p:spPr>
          <a:xfrm>
            <a:off x="1417320" y="1853692"/>
            <a:ext cx="10088575" cy="8178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メールが普及する</a:t>
            </a:r>
            <a:r>
              <a:rPr lang="ja-JP" altLang="en-US" sz="2300" b="1" dirty="0">
                <a:solidFill>
                  <a:srgbClr val="A64B31"/>
                </a:solidFill>
                <a:highlight>
                  <a:srgbClr val="F9E2A0"/>
                </a:highlight>
                <a:latin typeface="Meiryo"/>
                <a:ea typeface="Meiryo"/>
                <a:cs typeface="Meiryo"/>
              </a:rPr>
              <a:t>に伴い</a:t>
            </a:r>
            <a:r>
              <a:rPr lang="ja-JP" altLang="en-US" sz="2300" b="0" dirty="0">
                <a:solidFill>
                  <a:srgbClr val="1F271D"/>
                </a:solidFill>
                <a:latin typeface="Meiryo"/>
                <a:ea typeface="Meiryo"/>
                <a:cs typeface="Meiryo"/>
              </a:rPr>
              <a:t>、コミュニケーションの方法も変わってきた。</a:t>
            </a:r>
            <a:endParaRPr lang="ja-JP" sz="2300"/>
          </a:p>
        </p:txBody>
      </p:sp>
      <p:sp>
        <p:nvSpPr>
          <p:cNvPr id="11" name="badge 11"/>
          <p:cNvSpPr txBox="1"/>
          <p:nvPr/>
        </p:nvSpPr>
        <p:spPr>
          <a:xfrm>
            <a:off x="685800" y="2894330"/>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③</a:t>
            </a:r>
            <a:endParaRPr lang="ja-JP" sz="1700"/>
          </a:p>
        </p:txBody>
      </p:sp>
      <p:sp>
        <p:nvSpPr>
          <p:cNvPr id="12" name="t 12"/>
          <p:cNvSpPr txBox="1"/>
          <p:nvPr/>
        </p:nvSpPr>
        <p:spPr>
          <a:xfrm>
            <a:off x="1417320" y="2927604"/>
            <a:ext cx="10088575" cy="4089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地球の温暖化</a:t>
            </a:r>
            <a:r>
              <a:rPr lang="ja-JP" altLang="en-US" sz="2300" b="1" dirty="0">
                <a:solidFill>
                  <a:srgbClr val="A64B31"/>
                </a:solidFill>
                <a:highlight>
                  <a:srgbClr val="F9E2A0"/>
                </a:highlight>
                <a:latin typeface="Meiryo"/>
                <a:ea typeface="Meiryo"/>
                <a:cs typeface="Meiryo"/>
              </a:rPr>
              <a:t>に伴う</a:t>
            </a:r>
            <a:r>
              <a:rPr lang="ja-JP" altLang="en-US" sz="2300" b="0" dirty="0">
                <a:solidFill>
                  <a:srgbClr val="1F271D"/>
                </a:solidFill>
                <a:latin typeface="Meiryo"/>
                <a:ea typeface="Meiryo"/>
                <a:cs typeface="Meiryo"/>
              </a:rPr>
              <a:t>さまざまな変化を観察したいと思っている。</a:t>
            </a:r>
            <a:endParaRPr lang="ja-JP" sz="2300"/>
          </a:p>
        </p:txBody>
      </p:sp>
      <p:sp>
        <p:nvSpPr>
          <p:cNvPr id="13" name="badge 13"/>
          <p:cNvSpPr txBox="1"/>
          <p:nvPr/>
        </p:nvSpPr>
        <p:spPr>
          <a:xfrm>
            <a:off x="685800" y="3559302"/>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④</a:t>
            </a:r>
            <a:endParaRPr lang="ja-JP" sz="1700"/>
          </a:p>
        </p:txBody>
      </p:sp>
      <p:sp>
        <p:nvSpPr>
          <p:cNvPr id="14" name="t 14"/>
          <p:cNvSpPr txBox="1"/>
          <p:nvPr/>
        </p:nvSpPr>
        <p:spPr>
          <a:xfrm>
            <a:off x="1417320" y="3592576"/>
            <a:ext cx="10088575" cy="4089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経済の回復</a:t>
            </a:r>
            <a:r>
              <a:rPr lang="ja-JP" altLang="en-US" sz="2300" b="1" dirty="0">
                <a:solidFill>
                  <a:srgbClr val="A64B31"/>
                </a:solidFill>
                <a:highlight>
                  <a:srgbClr val="F9E2A0"/>
                </a:highlight>
                <a:latin typeface="Meiryo"/>
                <a:ea typeface="Meiryo"/>
                <a:cs typeface="Meiryo"/>
              </a:rPr>
              <a:t>とともに</a:t>
            </a:r>
            <a:r>
              <a:rPr lang="ja-JP" altLang="en-US" sz="2300" b="0" dirty="0">
                <a:solidFill>
                  <a:srgbClr val="1F271D"/>
                </a:solidFill>
                <a:latin typeface="Meiryo"/>
                <a:ea typeface="Meiryo"/>
                <a:cs typeface="Meiryo"/>
              </a:rPr>
              <a:t>、人々の表情も明るくなってきた。</a:t>
            </a:r>
            <a:endParaRPr lang="ja-JP" sz="2300"/>
          </a:p>
        </p:txBody>
      </p:sp>
      <p:sp>
        <p:nvSpPr>
          <p:cNvPr id="15" name="badge 15"/>
          <p:cNvSpPr txBox="1"/>
          <p:nvPr/>
        </p:nvSpPr>
        <p:spPr>
          <a:xfrm>
            <a:off x="685800" y="4224274"/>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⑤</a:t>
            </a:r>
            <a:endParaRPr lang="ja-JP" sz="1700"/>
          </a:p>
        </p:txBody>
      </p:sp>
      <p:sp>
        <p:nvSpPr>
          <p:cNvPr id="16" name="t 16"/>
          <p:cNvSpPr txBox="1"/>
          <p:nvPr/>
        </p:nvSpPr>
        <p:spPr>
          <a:xfrm>
            <a:off x="1417320" y="4257548"/>
            <a:ext cx="10088575" cy="8178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ペットボトル飲料の売れ行きが伸びる</a:t>
            </a:r>
            <a:r>
              <a:rPr lang="ja-JP" altLang="en-US" sz="2300" b="1" dirty="0">
                <a:solidFill>
                  <a:srgbClr val="A64B31"/>
                </a:solidFill>
                <a:highlight>
                  <a:srgbClr val="F9E2A0"/>
                </a:highlight>
                <a:latin typeface="Meiryo"/>
                <a:ea typeface="Meiryo"/>
                <a:cs typeface="Meiryo"/>
              </a:rPr>
              <a:t>とともに</a:t>
            </a:r>
            <a:r>
              <a:rPr lang="ja-JP" altLang="en-US" sz="2300" b="0" dirty="0">
                <a:solidFill>
                  <a:srgbClr val="1F271D"/>
                </a:solidFill>
                <a:latin typeface="Meiryo"/>
                <a:ea typeface="Meiryo"/>
                <a:cs typeface="Meiryo"/>
              </a:rPr>
              <a:t>、</a:t>
            </a:r>
            <a:endParaRPr lang="ja-JP" sz="2300"/>
          </a:p>
          <a:p>
            <a:pPr algn="l">
              <a:lnSpc>
                <a:spcPct val="118000"/>
              </a:lnSpc>
              <a:spcBef>
                <a:spcPts val="0"/>
              </a:spcBef>
              <a:spcAft>
                <a:spcPts val="200"/>
              </a:spcAft>
              <a:buNone/>
            </a:pPr>
            <a:r>
              <a:rPr lang="ja-JP" altLang="en-US" sz="2300" b="0" dirty="0">
                <a:solidFill>
                  <a:srgbClr val="1F271D"/>
                </a:solidFill>
                <a:latin typeface="Meiryo"/>
                <a:ea typeface="Meiryo"/>
                <a:cs typeface="Meiryo"/>
              </a:rPr>
              <a:t>リサイクルも真剣に考えられるようになった。</a:t>
            </a:r>
            <a:endParaRPr lang="ja-JP" sz="23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up)">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up)">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up)">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up)">
                                      <p:cBhvr>
                                        <p:cTn id="31" dur="500"/>
                                        <p:tgtEl>
                                          <p:spTgt spid="15"/>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up)">
                                      <p:cBhvr>
                                        <p:cTn id="3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3098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～につれて・～にしたがって</a:t>
            </a:r>
            <a:endParaRPr lang="ja-JP" sz="1600"/>
          </a:p>
        </p:txBody>
      </p:sp>
      <p:sp>
        <p:nvSpPr>
          <p:cNvPr id="6" name="t 6"/>
          <p:cNvSpPr txBox="1"/>
          <p:nvPr/>
        </p:nvSpPr>
        <p:spPr>
          <a:xfrm>
            <a:off x="3967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例文</a:t>
            </a:r>
            <a:endParaRPr lang="ja-JP" sz="1400"/>
          </a:p>
        </p:txBody>
      </p:sp>
      <p:sp>
        <p:nvSpPr>
          <p:cNvPr id="7" name="badge 7"/>
          <p:cNvSpPr txBox="1"/>
          <p:nvPr/>
        </p:nvSpPr>
        <p:spPr>
          <a:xfrm>
            <a:off x="685800" y="1173226"/>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①</a:t>
            </a:r>
            <a:endParaRPr lang="ja-JP" sz="1700"/>
          </a:p>
        </p:txBody>
      </p:sp>
      <p:sp>
        <p:nvSpPr>
          <p:cNvPr id="8" name="t 8"/>
          <p:cNvSpPr txBox="1"/>
          <p:nvPr/>
        </p:nvSpPr>
        <p:spPr>
          <a:xfrm>
            <a:off x="1417320" y="1188720"/>
            <a:ext cx="10088575" cy="44450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500" b="0" dirty="0">
                <a:solidFill>
                  <a:srgbClr val="1F271D"/>
                </a:solidFill>
                <a:latin typeface="Meiryo"/>
                <a:ea typeface="Meiryo"/>
                <a:cs typeface="Meiryo"/>
              </a:rPr>
              <a:t>台風の接近</a:t>
            </a:r>
            <a:r>
              <a:rPr lang="ja-JP" altLang="en-US" sz="2500" b="1" dirty="0">
                <a:solidFill>
                  <a:srgbClr val="A64B31"/>
                </a:solidFill>
                <a:highlight>
                  <a:srgbClr val="F9E2A0"/>
                </a:highlight>
                <a:latin typeface="Meiryo"/>
                <a:ea typeface="Meiryo"/>
                <a:cs typeface="Meiryo"/>
              </a:rPr>
              <a:t>につれて</a:t>
            </a:r>
            <a:r>
              <a:rPr lang="ja-JP" altLang="en-US" sz="2500" b="0" dirty="0">
                <a:solidFill>
                  <a:srgbClr val="1F271D"/>
                </a:solidFill>
                <a:latin typeface="Meiryo"/>
                <a:ea typeface="Meiryo"/>
                <a:cs typeface="Meiryo"/>
              </a:rPr>
              <a:t>、雨や風が強くなってきた。</a:t>
            </a:r>
            <a:endParaRPr lang="ja-JP" sz="2500"/>
          </a:p>
        </p:txBody>
      </p:sp>
      <p:sp>
        <p:nvSpPr>
          <p:cNvPr id="9" name="badge 9"/>
          <p:cNvSpPr txBox="1"/>
          <p:nvPr/>
        </p:nvSpPr>
        <p:spPr>
          <a:xfrm>
            <a:off x="685800" y="1873758"/>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②</a:t>
            </a:r>
            <a:endParaRPr lang="ja-JP" sz="1700"/>
          </a:p>
        </p:txBody>
      </p:sp>
      <p:sp>
        <p:nvSpPr>
          <p:cNvPr id="10" name="t 10"/>
          <p:cNvSpPr txBox="1"/>
          <p:nvPr/>
        </p:nvSpPr>
        <p:spPr>
          <a:xfrm>
            <a:off x="1417320" y="1889252"/>
            <a:ext cx="10088575" cy="44450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500" b="0" dirty="0">
                <a:solidFill>
                  <a:srgbClr val="1F271D"/>
                </a:solidFill>
                <a:latin typeface="Meiryo"/>
                <a:ea typeface="Meiryo"/>
                <a:cs typeface="Meiryo"/>
              </a:rPr>
              <a:t>日本に来て日がたつ</a:t>
            </a:r>
            <a:r>
              <a:rPr lang="ja-JP" altLang="en-US" sz="2500" b="1" dirty="0">
                <a:solidFill>
                  <a:srgbClr val="A64B31"/>
                </a:solidFill>
                <a:highlight>
                  <a:srgbClr val="F9E2A0"/>
                </a:highlight>
                <a:latin typeface="Meiryo"/>
                <a:ea typeface="Meiryo"/>
                <a:cs typeface="Meiryo"/>
              </a:rPr>
              <a:t>につれ</a:t>
            </a:r>
            <a:r>
              <a:rPr lang="ja-JP" altLang="en-US" sz="2500" b="0" dirty="0">
                <a:solidFill>
                  <a:srgbClr val="1F271D"/>
                </a:solidFill>
                <a:latin typeface="Meiryo"/>
                <a:ea typeface="Meiryo"/>
                <a:cs typeface="Meiryo"/>
              </a:rPr>
              <a:t>、会話が上達してきた。</a:t>
            </a:r>
            <a:endParaRPr lang="ja-JP" sz="2500"/>
          </a:p>
        </p:txBody>
      </p:sp>
      <p:sp>
        <p:nvSpPr>
          <p:cNvPr id="11" name="badge 11"/>
          <p:cNvSpPr txBox="1"/>
          <p:nvPr/>
        </p:nvSpPr>
        <p:spPr>
          <a:xfrm>
            <a:off x="685800" y="2574290"/>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③</a:t>
            </a:r>
            <a:endParaRPr lang="ja-JP" sz="1700"/>
          </a:p>
        </p:txBody>
      </p:sp>
      <p:sp>
        <p:nvSpPr>
          <p:cNvPr id="12" name="t 12"/>
          <p:cNvSpPr txBox="1"/>
          <p:nvPr/>
        </p:nvSpPr>
        <p:spPr>
          <a:xfrm>
            <a:off x="1417320" y="2589784"/>
            <a:ext cx="10088575" cy="88900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500" b="0" dirty="0">
                <a:solidFill>
                  <a:srgbClr val="1F271D"/>
                </a:solidFill>
                <a:latin typeface="Meiryo"/>
                <a:ea typeface="Meiryo"/>
                <a:cs typeface="Meiryo"/>
              </a:rPr>
              <a:t>車のスピードが上がる</a:t>
            </a:r>
            <a:r>
              <a:rPr lang="ja-JP" altLang="en-US" sz="2500" b="1" dirty="0">
                <a:solidFill>
                  <a:srgbClr val="A64B31"/>
                </a:solidFill>
                <a:highlight>
                  <a:srgbClr val="F9E2A0"/>
                </a:highlight>
                <a:latin typeface="Meiryo"/>
                <a:ea typeface="Meiryo"/>
                <a:cs typeface="Meiryo"/>
              </a:rPr>
              <a:t>にしたがって</a:t>
            </a:r>
            <a:r>
              <a:rPr lang="ja-JP" altLang="en-US" sz="2500" b="0" dirty="0">
                <a:solidFill>
                  <a:srgbClr val="1F271D"/>
                </a:solidFill>
                <a:latin typeface="Meiryo"/>
                <a:ea typeface="Meiryo"/>
                <a:cs typeface="Meiryo"/>
              </a:rPr>
              <a:t>、事故の危険性も高くなる。</a:t>
            </a:r>
            <a:endParaRPr lang="ja-JP" sz="2500"/>
          </a:p>
        </p:txBody>
      </p:sp>
      <p:sp>
        <p:nvSpPr>
          <p:cNvPr id="13" name="badge 13"/>
          <p:cNvSpPr txBox="1"/>
          <p:nvPr/>
        </p:nvSpPr>
        <p:spPr>
          <a:xfrm>
            <a:off x="685800" y="3719322"/>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④</a:t>
            </a:r>
            <a:endParaRPr lang="ja-JP" sz="1700"/>
          </a:p>
        </p:txBody>
      </p:sp>
      <p:sp>
        <p:nvSpPr>
          <p:cNvPr id="14" name="t 14"/>
          <p:cNvSpPr txBox="1"/>
          <p:nvPr/>
        </p:nvSpPr>
        <p:spPr>
          <a:xfrm>
            <a:off x="1417320" y="3734816"/>
            <a:ext cx="10088575" cy="44450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500" b="0" dirty="0">
                <a:solidFill>
                  <a:srgbClr val="1F271D"/>
                </a:solidFill>
                <a:latin typeface="Meiryo"/>
                <a:ea typeface="Meiryo"/>
                <a:cs typeface="Meiryo"/>
              </a:rPr>
              <a:t>息子は成長する</a:t>
            </a:r>
            <a:r>
              <a:rPr lang="ja-JP" altLang="en-US" sz="2500" b="1" dirty="0">
                <a:solidFill>
                  <a:srgbClr val="A64B31"/>
                </a:solidFill>
                <a:highlight>
                  <a:srgbClr val="F9E2A0"/>
                </a:highlight>
                <a:latin typeface="Meiryo"/>
                <a:ea typeface="Meiryo"/>
                <a:cs typeface="Meiryo"/>
              </a:rPr>
              <a:t>にしたがって</a:t>
            </a:r>
            <a:r>
              <a:rPr lang="ja-JP" altLang="en-US" sz="2500" b="0" dirty="0">
                <a:solidFill>
                  <a:srgbClr val="1F271D"/>
                </a:solidFill>
                <a:latin typeface="Meiryo"/>
                <a:ea typeface="Meiryo"/>
                <a:cs typeface="Meiryo"/>
              </a:rPr>
              <a:t>、口数が少なくなった。</a:t>
            </a:r>
            <a:endParaRPr lang="ja-JP" sz="2500"/>
          </a:p>
        </p:txBody>
      </p:sp>
      <p:sp>
        <p:nvSpPr>
          <p:cNvPr id="15" name="note 15"/>
          <p:cNvSpPr txBox="1"/>
          <p:nvPr/>
        </p:nvSpPr>
        <p:spPr>
          <a:xfrm rot="-72000">
            <a:off x="777240" y="5669280"/>
            <a:ext cx="5760720" cy="68580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前も後ろも「だんだん変わること」。</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up)">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up)">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up)">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up)">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863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練習</a:t>
            </a:r>
            <a:endParaRPr lang="ja-JP" sz="1600"/>
          </a:p>
        </p:txBody>
      </p:sp>
      <p:sp>
        <p:nvSpPr>
          <p:cNvPr id="6" name="t 6"/>
          <p:cNvSpPr txBox="1"/>
          <p:nvPr/>
        </p:nvSpPr>
        <p:spPr>
          <a:xfrm>
            <a:off x="1732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～がたい・～にくい</a:t>
            </a:r>
            <a:endParaRPr lang="ja-JP" sz="1400"/>
          </a:p>
        </p:txBody>
      </p:sp>
      <p:sp>
        <p:nvSpPr>
          <p:cNvPr id="7" name="badge 7"/>
          <p:cNvSpPr txBox="1"/>
          <p:nvPr/>
        </p:nvSpPr>
        <p:spPr>
          <a:xfrm>
            <a:off x="685800" y="1078992"/>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1</a:t>
            </a:r>
            <a:endParaRPr lang="ja-JP" sz="1500"/>
          </a:p>
        </p:txBody>
      </p:sp>
      <p:sp>
        <p:nvSpPr>
          <p:cNvPr id="8" name="t 8"/>
          <p:cNvSpPr txBox="1"/>
          <p:nvPr/>
        </p:nvSpPr>
        <p:spPr>
          <a:xfrm>
            <a:off x="1325880" y="1051560"/>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100" b="0" dirty="0">
                <a:solidFill>
                  <a:srgbClr val="1F271D"/>
                </a:solidFill>
                <a:latin typeface="Meiryo"/>
                <a:ea typeface="Meiryo"/>
                <a:cs typeface="Meiryo"/>
              </a:rPr>
              <a:t>これは思い出のシャツなので、（　　　　）がたい。</a:t>
            </a:r>
            <a:endParaRPr lang="ja-JP" sz="2100"/>
          </a:p>
        </p:txBody>
      </p:sp>
      <p:sp>
        <p:nvSpPr>
          <p:cNvPr id="9" name="t 9"/>
          <p:cNvSpPr txBox="1"/>
          <p:nvPr/>
        </p:nvSpPr>
        <p:spPr>
          <a:xfrm>
            <a:off x="1417320"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捨てる</a:t>
            </a:r>
            <a:endParaRPr lang="ja-JP" sz="1900"/>
          </a:p>
        </p:txBody>
      </p:sp>
      <p:sp>
        <p:nvSpPr>
          <p:cNvPr id="10" name="t 10"/>
          <p:cNvSpPr txBox="1"/>
          <p:nvPr/>
        </p:nvSpPr>
        <p:spPr>
          <a:xfrm>
            <a:off x="4780178"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捨て</a:t>
            </a:r>
            <a:endParaRPr lang="ja-JP" sz="1900"/>
          </a:p>
        </p:txBody>
      </p:sp>
      <p:sp>
        <p:nvSpPr>
          <p:cNvPr id="11" name="maru 11"/>
          <p:cNvSpPr/>
          <p:nvPr/>
        </p:nvSpPr>
        <p:spPr>
          <a:xfrm>
            <a:off x="4579010" y="1490472"/>
            <a:ext cx="1499108" cy="566928"/>
          </a:xfrm>
          <a:prstGeom prst="ellipse">
            <a:avLst/>
          </a:prstGeom>
          <a:noFill/>
          <a:ln w="34925">
            <a:solidFill>
              <a:srgbClr val="A64B31"/>
            </a:solidFill>
          </a:ln>
        </p:spPr>
        <p:txBody>
          <a:bodyPr rtlCol="0" anchor="ctr"/>
          <a:lstStyle/>
          <a:p>
            <a:endParaRPr lang="ja-JP"/>
          </a:p>
        </p:txBody>
      </p:sp>
      <p:sp>
        <p:nvSpPr>
          <p:cNvPr id="12" name="t 12"/>
          <p:cNvSpPr txBox="1"/>
          <p:nvPr/>
        </p:nvSpPr>
        <p:spPr>
          <a:xfrm>
            <a:off x="8143037"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捨てて</a:t>
            </a:r>
            <a:endParaRPr lang="ja-JP" sz="1900"/>
          </a:p>
        </p:txBody>
      </p:sp>
      <p:sp>
        <p:nvSpPr>
          <p:cNvPr id="13" name="badge 13"/>
          <p:cNvSpPr txBox="1"/>
          <p:nvPr/>
        </p:nvSpPr>
        <p:spPr>
          <a:xfrm>
            <a:off x="685800" y="2157984"/>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2</a:t>
            </a:r>
            <a:endParaRPr lang="ja-JP" sz="1500"/>
          </a:p>
        </p:txBody>
      </p:sp>
      <p:sp>
        <p:nvSpPr>
          <p:cNvPr id="14" name="t 14"/>
          <p:cNvSpPr txBox="1"/>
          <p:nvPr/>
        </p:nvSpPr>
        <p:spPr>
          <a:xfrm>
            <a:off x="1325880" y="2130552"/>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100" b="0" dirty="0">
                <a:solidFill>
                  <a:srgbClr val="1F271D"/>
                </a:solidFill>
                <a:latin typeface="Meiryo"/>
                <a:ea typeface="Meiryo"/>
                <a:cs typeface="Meiryo"/>
              </a:rPr>
              <a:t>うちの子供はまだ（　　　　）。</a:t>
            </a:r>
            <a:endParaRPr lang="ja-JP" sz="2100"/>
          </a:p>
        </p:txBody>
      </p:sp>
      <p:sp>
        <p:nvSpPr>
          <p:cNvPr id="15" name="t 15"/>
          <p:cNvSpPr txBox="1"/>
          <p:nvPr/>
        </p:nvSpPr>
        <p:spPr>
          <a:xfrm>
            <a:off x="1417320"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歩きがたい</a:t>
            </a:r>
            <a:endParaRPr lang="ja-JP" sz="1900"/>
          </a:p>
        </p:txBody>
      </p:sp>
      <p:sp>
        <p:nvSpPr>
          <p:cNvPr id="16" name="t 16"/>
          <p:cNvSpPr txBox="1"/>
          <p:nvPr/>
        </p:nvSpPr>
        <p:spPr>
          <a:xfrm>
            <a:off x="4780178"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歩きにくい</a:t>
            </a:r>
            <a:endParaRPr lang="ja-JP" sz="1900"/>
          </a:p>
        </p:txBody>
      </p:sp>
      <p:sp>
        <p:nvSpPr>
          <p:cNvPr id="17" name="t 17"/>
          <p:cNvSpPr txBox="1"/>
          <p:nvPr/>
        </p:nvSpPr>
        <p:spPr>
          <a:xfrm>
            <a:off x="8143037"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歩けない</a:t>
            </a:r>
            <a:endParaRPr lang="ja-JP" sz="1900"/>
          </a:p>
        </p:txBody>
      </p:sp>
      <p:sp>
        <p:nvSpPr>
          <p:cNvPr id="18" name="maru 18"/>
          <p:cNvSpPr/>
          <p:nvPr/>
        </p:nvSpPr>
        <p:spPr>
          <a:xfrm>
            <a:off x="7941869" y="2569464"/>
            <a:ext cx="1981708" cy="566928"/>
          </a:xfrm>
          <a:prstGeom prst="ellipse">
            <a:avLst/>
          </a:prstGeom>
          <a:noFill/>
          <a:ln w="34925">
            <a:solidFill>
              <a:srgbClr val="A64B31"/>
            </a:solidFill>
          </a:ln>
        </p:spPr>
        <p:txBody>
          <a:bodyPr rtlCol="0" anchor="ctr"/>
          <a:lstStyle/>
          <a:p>
            <a:endParaRPr lang="ja-JP"/>
          </a:p>
        </p:txBody>
      </p:sp>
      <p:sp>
        <p:nvSpPr>
          <p:cNvPr id="19" name="badge 19"/>
          <p:cNvSpPr txBox="1"/>
          <p:nvPr/>
        </p:nvSpPr>
        <p:spPr>
          <a:xfrm>
            <a:off x="685800" y="3236976"/>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3</a:t>
            </a:r>
            <a:endParaRPr lang="ja-JP" sz="1500"/>
          </a:p>
        </p:txBody>
      </p:sp>
      <p:sp>
        <p:nvSpPr>
          <p:cNvPr id="20" name="t 20"/>
          <p:cNvSpPr txBox="1"/>
          <p:nvPr/>
        </p:nvSpPr>
        <p:spPr>
          <a:xfrm>
            <a:off x="1325880" y="3209544"/>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100" b="0" dirty="0">
                <a:solidFill>
                  <a:srgbClr val="1F271D"/>
                </a:solidFill>
                <a:latin typeface="Meiryo"/>
                <a:ea typeface="Meiryo"/>
                <a:cs typeface="Meiryo"/>
              </a:rPr>
              <a:t>この靴は（　　　　）。</a:t>
            </a:r>
            <a:endParaRPr lang="ja-JP" sz="2100"/>
          </a:p>
        </p:txBody>
      </p:sp>
      <p:sp>
        <p:nvSpPr>
          <p:cNvPr id="21" name="t 21"/>
          <p:cNvSpPr txBox="1"/>
          <p:nvPr/>
        </p:nvSpPr>
        <p:spPr>
          <a:xfrm>
            <a:off x="1417320" y="3721608"/>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歩きがたい</a:t>
            </a:r>
            <a:endParaRPr lang="ja-JP" sz="1900"/>
          </a:p>
        </p:txBody>
      </p:sp>
      <p:sp>
        <p:nvSpPr>
          <p:cNvPr id="22" name="t 22"/>
          <p:cNvSpPr txBox="1"/>
          <p:nvPr/>
        </p:nvSpPr>
        <p:spPr>
          <a:xfrm>
            <a:off x="4780178" y="3721608"/>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歩きにくい</a:t>
            </a:r>
            <a:endParaRPr lang="ja-JP" sz="1900"/>
          </a:p>
        </p:txBody>
      </p:sp>
      <p:sp>
        <p:nvSpPr>
          <p:cNvPr id="23" name="maru 23"/>
          <p:cNvSpPr/>
          <p:nvPr/>
        </p:nvSpPr>
        <p:spPr>
          <a:xfrm>
            <a:off x="4579010" y="3648456"/>
            <a:ext cx="2223008" cy="566928"/>
          </a:xfrm>
          <a:prstGeom prst="ellipse">
            <a:avLst/>
          </a:prstGeom>
          <a:noFill/>
          <a:ln w="34925">
            <a:solidFill>
              <a:srgbClr val="A64B31"/>
            </a:solidFill>
          </a:ln>
        </p:spPr>
        <p:txBody>
          <a:bodyPr rtlCol="0" anchor="ctr"/>
          <a:lstStyle/>
          <a:p>
            <a:endParaRPr lang="ja-JP"/>
          </a:p>
        </p:txBody>
      </p:sp>
      <p:sp>
        <p:nvSpPr>
          <p:cNvPr id="24" name="t 24"/>
          <p:cNvSpPr txBox="1"/>
          <p:nvPr/>
        </p:nvSpPr>
        <p:spPr>
          <a:xfrm>
            <a:off x="8143037" y="3721608"/>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歩けない</a:t>
            </a:r>
            <a:endParaRPr lang="ja-JP" sz="1900"/>
          </a:p>
        </p:txBody>
      </p:sp>
      <p:sp>
        <p:nvSpPr>
          <p:cNvPr id="25" name="badge 25"/>
          <p:cNvSpPr txBox="1"/>
          <p:nvPr/>
        </p:nvSpPr>
        <p:spPr>
          <a:xfrm>
            <a:off x="685800" y="4315968"/>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4</a:t>
            </a:r>
            <a:endParaRPr lang="ja-JP" sz="1500"/>
          </a:p>
        </p:txBody>
      </p:sp>
      <p:sp>
        <p:nvSpPr>
          <p:cNvPr id="26" name="t 26"/>
          <p:cNvSpPr txBox="1"/>
          <p:nvPr/>
        </p:nvSpPr>
        <p:spPr>
          <a:xfrm>
            <a:off x="1325880" y="4288536"/>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100" b="0" dirty="0">
                <a:solidFill>
                  <a:srgbClr val="1F271D"/>
                </a:solidFill>
                <a:latin typeface="Meiryo"/>
                <a:ea typeface="Meiryo"/>
                <a:cs typeface="Meiryo"/>
              </a:rPr>
              <a:t>みんなの信頼を裏切るなんて、（　　　　）ことだ。</a:t>
            </a:r>
            <a:endParaRPr lang="ja-JP" sz="2100"/>
          </a:p>
        </p:txBody>
      </p:sp>
      <p:sp>
        <p:nvSpPr>
          <p:cNvPr id="27" name="t 27"/>
          <p:cNvSpPr txBox="1"/>
          <p:nvPr/>
        </p:nvSpPr>
        <p:spPr>
          <a:xfrm>
            <a:off x="1417320" y="4800600"/>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許しがたい</a:t>
            </a:r>
            <a:endParaRPr lang="ja-JP" sz="1900"/>
          </a:p>
        </p:txBody>
      </p:sp>
      <p:sp>
        <p:nvSpPr>
          <p:cNvPr id="28" name="maru 28"/>
          <p:cNvSpPr/>
          <p:nvPr/>
        </p:nvSpPr>
        <p:spPr>
          <a:xfrm>
            <a:off x="1216152" y="4727448"/>
            <a:ext cx="2223008" cy="566928"/>
          </a:xfrm>
          <a:prstGeom prst="ellipse">
            <a:avLst/>
          </a:prstGeom>
          <a:noFill/>
          <a:ln w="34925">
            <a:solidFill>
              <a:srgbClr val="A64B31"/>
            </a:solidFill>
          </a:ln>
        </p:spPr>
        <p:txBody>
          <a:bodyPr rtlCol="0" anchor="ctr"/>
          <a:lstStyle/>
          <a:p>
            <a:endParaRPr lang="ja-JP"/>
          </a:p>
        </p:txBody>
      </p:sp>
      <p:sp>
        <p:nvSpPr>
          <p:cNvPr id="29" name="t 29"/>
          <p:cNvSpPr txBox="1"/>
          <p:nvPr/>
        </p:nvSpPr>
        <p:spPr>
          <a:xfrm>
            <a:off x="4780178" y="4800600"/>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許しにくい</a:t>
            </a:r>
            <a:endParaRPr lang="ja-JP" sz="1900"/>
          </a:p>
        </p:txBody>
      </p:sp>
      <p:sp>
        <p:nvSpPr>
          <p:cNvPr id="30" name="t 30"/>
          <p:cNvSpPr txBox="1"/>
          <p:nvPr/>
        </p:nvSpPr>
        <p:spPr>
          <a:xfrm>
            <a:off x="8143037" y="4800600"/>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許しづらい</a:t>
            </a:r>
            <a:endParaRPr lang="ja-JP" sz="1900"/>
          </a:p>
        </p:txBody>
      </p:sp>
      <p:sp>
        <p:nvSpPr>
          <p:cNvPr id="31" name="t 31"/>
          <p:cNvSpPr txBox="1"/>
          <p:nvPr/>
        </p:nvSpPr>
        <p:spPr>
          <a:xfrm>
            <a:off x="685800" y="6291072"/>
            <a:ext cx="1082009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300" b="0" dirty="0">
                <a:solidFill>
                  <a:srgbClr val="7A6F62"/>
                </a:solidFill>
                <a:latin typeface="Meiryo"/>
                <a:ea typeface="Meiryo"/>
                <a:cs typeface="Meiryo"/>
              </a:rPr>
              <a:t>読み方：思い出（おもいで）　捨てる（すてる）　靴（くつ）　信頼（しんらい）　裏切る（うらぎる）　許す（ゆるす）</a:t>
            </a:r>
            <a:endParaRPr lang="ja-JP" sz="13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7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heel(1)">
                                      <p:cBhvr>
                                        <p:cTn id="12" dur="7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heel(1)">
                                      <p:cBhvr>
                                        <p:cTn id="17" dur="7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heel(1)">
                                      <p:cBhvr>
                                        <p:cTn id="22" dur="7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8" grpId="0" animBg="1"/>
      <p:bldP spid="23" grpId="0" animBg="1"/>
      <p:bldP spid="28"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408176"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練習 1～3</a:t>
            </a:r>
            <a:endParaRPr lang="ja-JP" sz="1600"/>
          </a:p>
        </p:txBody>
      </p:sp>
      <p:sp>
        <p:nvSpPr>
          <p:cNvPr id="6" name="t 6"/>
          <p:cNvSpPr txBox="1"/>
          <p:nvPr/>
        </p:nvSpPr>
        <p:spPr>
          <a:xfrm>
            <a:off x="2276856"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～につれて・～にしたがって</a:t>
            </a:r>
            <a:endParaRPr lang="ja-JP" sz="1400"/>
          </a:p>
        </p:txBody>
      </p:sp>
      <p:sp>
        <p:nvSpPr>
          <p:cNvPr id="7" name="badge 7"/>
          <p:cNvSpPr txBox="1"/>
          <p:nvPr/>
        </p:nvSpPr>
        <p:spPr>
          <a:xfrm>
            <a:off x="685800" y="1078992"/>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1</a:t>
            </a:r>
            <a:endParaRPr lang="ja-JP" sz="1500"/>
          </a:p>
        </p:txBody>
      </p:sp>
      <p:sp>
        <p:nvSpPr>
          <p:cNvPr id="8" name="t 8"/>
          <p:cNvSpPr txBox="1"/>
          <p:nvPr/>
        </p:nvSpPr>
        <p:spPr>
          <a:xfrm>
            <a:off x="1325880" y="1051560"/>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彼は（　　　　）につれて、一人でいる時間が多くなっていった。</a:t>
            </a:r>
            <a:endParaRPr lang="ja-JP" sz="2000"/>
          </a:p>
        </p:txBody>
      </p:sp>
      <p:sp>
        <p:nvSpPr>
          <p:cNvPr id="9" name="t 9"/>
          <p:cNvSpPr txBox="1"/>
          <p:nvPr/>
        </p:nvSpPr>
        <p:spPr>
          <a:xfrm>
            <a:off x="1417320"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高校を卒業する</a:t>
            </a:r>
            <a:endParaRPr lang="ja-JP" sz="1900"/>
          </a:p>
        </p:txBody>
      </p:sp>
      <p:sp>
        <p:nvSpPr>
          <p:cNvPr id="10" name="t 10"/>
          <p:cNvSpPr txBox="1"/>
          <p:nvPr/>
        </p:nvSpPr>
        <p:spPr>
          <a:xfrm>
            <a:off x="4780178"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大人になる</a:t>
            </a:r>
            <a:endParaRPr lang="ja-JP" sz="1900"/>
          </a:p>
        </p:txBody>
      </p:sp>
      <p:sp>
        <p:nvSpPr>
          <p:cNvPr id="11" name="maru 11"/>
          <p:cNvSpPr/>
          <p:nvPr/>
        </p:nvSpPr>
        <p:spPr>
          <a:xfrm>
            <a:off x="4579010" y="1490472"/>
            <a:ext cx="2223008" cy="566928"/>
          </a:xfrm>
          <a:prstGeom prst="ellipse">
            <a:avLst/>
          </a:prstGeom>
          <a:noFill/>
          <a:ln w="34925">
            <a:solidFill>
              <a:srgbClr val="A64B31"/>
            </a:solidFill>
          </a:ln>
        </p:spPr>
        <p:txBody>
          <a:bodyPr rtlCol="0" anchor="ctr"/>
          <a:lstStyle/>
          <a:p>
            <a:endParaRPr lang="ja-JP"/>
          </a:p>
        </p:txBody>
      </p:sp>
      <p:sp>
        <p:nvSpPr>
          <p:cNvPr id="12" name="t 12"/>
          <p:cNvSpPr txBox="1"/>
          <p:nvPr/>
        </p:nvSpPr>
        <p:spPr>
          <a:xfrm>
            <a:off x="8143037"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社会人になる</a:t>
            </a:r>
            <a:endParaRPr lang="ja-JP" sz="1900"/>
          </a:p>
        </p:txBody>
      </p:sp>
      <p:sp>
        <p:nvSpPr>
          <p:cNvPr id="13" name="badge 13"/>
          <p:cNvSpPr txBox="1"/>
          <p:nvPr/>
        </p:nvSpPr>
        <p:spPr>
          <a:xfrm>
            <a:off x="685800" y="2157984"/>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2</a:t>
            </a:r>
            <a:endParaRPr lang="ja-JP" sz="1500"/>
          </a:p>
        </p:txBody>
      </p:sp>
      <p:sp>
        <p:nvSpPr>
          <p:cNvPr id="14" name="t 14"/>
          <p:cNvSpPr txBox="1"/>
          <p:nvPr/>
        </p:nvSpPr>
        <p:spPr>
          <a:xfrm>
            <a:off x="1325880" y="2130552"/>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父は（　　　　）につれて、気が弱くなっていった。</a:t>
            </a:r>
            <a:endParaRPr lang="ja-JP" sz="2000"/>
          </a:p>
        </p:txBody>
      </p:sp>
      <p:sp>
        <p:nvSpPr>
          <p:cNvPr id="15" name="t 15"/>
          <p:cNvSpPr txBox="1"/>
          <p:nvPr/>
        </p:nvSpPr>
        <p:spPr>
          <a:xfrm>
            <a:off x="1417320"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年をとる</a:t>
            </a:r>
            <a:endParaRPr lang="ja-JP" sz="1900"/>
          </a:p>
        </p:txBody>
      </p:sp>
      <p:sp>
        <p:nvSpPr>
          <p:cNvPr id="16" name="maru 16"/>
          <p:cNvSpPr/>
          <p:nvPr/>
        </p:nvSpPr>
        <p:spPr>
          <a:xfrm>
            <a:off x="1216152" y="2569464"/>
            <a:ext cx="1981708" cy="566928"/>
          </a:xfrm>
          <a:prstGeom prst="ellipse">
            <a:avLst/>
          </a:prstGeom>
          <a:noFill/>
          <a:ln w="34925">
            <a:solidFill>
              <a:srgbClr val="A64B31"/>
            </a:solidFill>
          </a:ln>
        </p:spPr>
        <p:txBody>
          <a:bodyPr rtlCol="0" anchor="ctr"/>
          <a:lstStyle/>
          <a:p>
            <a:endParaRPr lang="ja-JP"/>
          </a:p>
        </p:txBody>
      </p:sp>
      <p:sp>
        <p:nvSpPr>
          <p:cNvPr id="17" name="t 17"/>
          <p:cNvSpPr txBox="1"/>
          <p:nvPr/>
        </p:nvSpPr>
        <p:spPr>
          <a:xfrm>
            <a:off x="4780178"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90歳になる</a:t>
            </a:r>
            <a:endParaRPr lang="ja-JP" sz="1900"/>
          </a:p>
        </p:txBody>
      </p:sp>
      <p:sp>
        <p:nvSpPr>
          <p:cNvPr id="18" name="t 18"/>
          <p:cNvSpPr txBox="1"/>
          <p:nvPr/>
        </p:nvSpPr>
        <p:spPr>
          <a:xfrm>
            <a:off x="8143037"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わたしが結婚する</a:t>
            </a:r>
            <a:endParaRPr lang="ja-JP" sz="1900"/>
          </a:p>
        </p:txBody>
      </p:sp>
      <p:sp>
        <p:nvSpPr>
          <p:cNvPr id="19" name="badge 19"/>
          <p:cNvSpPr txBox="1"/>
          <p:nvPr/>
        </p:nvSpPr>
        <p:spPr>
          <a:xfrm>
            <a:off x="685800" y="3236976"/>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3</a:t>
            </a:r>
            <a:endParaRPr lang="ja-JP" sz="1500"/>
          </a:p>
        </p:txBody>
      </p:sp>
      <p:sp>
        <p:nvSpPr>
          <p:cNvPr id="20" name="t 20"/>
          <p:cNvSpPr txBox="1"/>
          <p:nvPr/>
        </p:nvSpPr>
        <p:spPr>
          <a:xfrm>
            <a:off x="1325880" y="3209544"/>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気温が（　　　　）にしたがって、ビールの売れ行きが伸びていく。</a:t>
            </a:r>
            <a:endParaRPr lang="ja-JP" sz="2000"/>
          </a:p>
        </p:txBody>
      </p:sp>
      <p:sp>
        <p:nvSpPr>
          <p:cNvPr id="21" name="t 21"/>
          <p:cNvSpPr txBox="1"/>
          <p:nvPr/>
        </p:nvSpPr>
        <p:spPr>
          <a:xfrm>
            <a:off x="1417320" y="3721608"/>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変化する</a:t>
            </a:r>
            <a:endParaRPr lang="ja-JP" sz="1900"/>
          </a:p>
        </p:txBody>
      </p:sp>
      <p:sp>
        <p:nvSpPr>
          <p:cNvPr id="22" name="t 22"/>
          <p:cNvSpPr txBox="1"/>
          <p:nvPr/>
        </p:nvSpPr>
        <p:spPr>
          <a:xfrm>
            <a:off x="4780178" y="3721608"/>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上がる</a:t>
            </a:r>
            <a:endParaRPr lang="ja-JP" sz="1900"/>
          </a:p>
        </p:txBody>
      </p:sp>
      <p:sp>
        <p:nvSpPr>
          <p:cNvPr id="23" name="maru 23"/>
          <p:cNvSpPr/>
          <p:nvPr/>
        </p:nvSpPr>
        <p:spPr>
          <a:xfrm>
            <a:off x="4579010" y="3648456"/>
            <a:ext cx="1740408" cy="566928"/>
          </a:xfrm>
          <a:prstGeom prst="ellipse">
            <a:avLst/>
          </a:prstGeom>
          <a:noFill/>
          <a:ln w="34925">
            <a:solidFill>
              <a:srgbClr val="A64B31"/>
            </a:solidFill>
          </a:ln>
        </p:spPr>
        <p:txBody>
          <a:bodyPr rtlCol="0" anchor="ctr"/>
          <a:lstStyle/>
          <a:p>
            <a:endParaRPr lang="ja-JP"/>
          </a:p>
        </p:txBody>
      </p:sp>
      <p:sp>
        <p:nvSpPr>
          <p:cNvPr id="24" name="t 24"/>
          <p:cNvSpPr txBox="1"/>
          <p:nvPr/>
        </p:nvSpPr>
        <p:spPr>
          <a:xfrm>
            <a:off x="8143037" y="3721608"/>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30度を超える</a:t>
            </a:r>
            <a:endParaRPr lang="ja-JP" sz="1900"/>
          </a:p>
        </p:txBody>
      </p:sp>
      <p:sp>
        <p:nvSpPr>
          <p:cNvPr id="25" name="t 25"/>
          <p:cNvSpPr txBox="1"/>
          <p:nvPr/>
        </p:nvSpPr>
        <p:spPr>
          <a:xfrm>
            <a:off x="685800" y="6291072"/>
            <a:ext cx="1082009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300" b="0" dirty="0">
                <a:solidFill>
                  <a:srgbClr val="7A6F62"/>
                </a:solidFill>
                <a:latin typeface="Meiryo"/>
                <a:ea typeface="Meiryo"/>
                <a:cs typeface="Meiryo"/>
              </a:rPr>
              <a:t>読み方：卒業（そつぎょう）　気（き）が弱い（よわい）　気温（きおん）　売れ行き（うれゆき）</a:t>
            </a:r>
            <a:endParaRPr lang="ja-JP" sz="13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7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heel(1)">
                                      <p:cBhvr>
                                        <p:cTn id="12" dur="7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heel(1)">
                                      <p:cBhvr>
                                        <p:cTn id="17" dur="7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23"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0">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408176"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練習 4～5</a:t>
            </a:r>
            <a:endParaRPr lang="ja-JP" sz="1600"/>
          </a:p>
        </p:txBody>
      </p:sp>
      <p:sp>
        <p:nvSpPr>
          <p:cNvPr id="6" name="t 6"/>
          <p:cNvSpPr txBox="1"/>
          <p:nvPr/>
        </p:nvSpPr>
        <p:spPr>
          <a:xfrm>
            <a:off x="2276856"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～につれて・～にしたがって</a:t>
            </a:r>
            <a:endParaRPr lang="ja-JP" sz="1400"/>
          </a:p>
        </p:txBody>
      </p:sp>
      <p:sp>
        <p:nvSpPr>
          <p:cNvPr id="7" name="badge 7"/>
          <p:cNvSpPr txBox="1"/>
          <p:nvPr/>
        </p:nvSpPr>
        <p:spPr>
          <a:xfrm>
            <a:off x="685800" y="1078992"/>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4</a:t>
            </a:r>
            <a:endParaRPr lang="ja-JP" sz="1500"/>
          </a:p>
        </p:txBody>
      </p:sp>
      <p:sp>
        <p:nvSpPr>
          <p:cNvPr id="8" name="t 8"/>
          <p:cNvSpPr txBox="1"/>
          <p:nvPr/>
        </p:nvSpPr>
        <p:spPr>
          <a:xfrm>
            <a:off x="1325880" y="1051560"/>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日本語が話せるようになるにつれて、（　　　　）。</a:t>
            </a:r>
            <a:endParaRPr lang="ja-JP" sz="2000"/>
          </a:p>
        </p:txBody>
      </p:sp>
      <p:sp>
        <p:nvSpPr>
          <p:cNvPr id="9" name="t 9"/>
          <p:cNvSpPr txBox="1"/>
          <p:nvPr/>
        </p:nvSpPr>
        <p:spPr>
          <a:xfrm>
            <a:off x="1417320" y="1563624"/>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日本人の友達が増えた</a:t>
            </a:r>
            <a:endParaRPr lang="ja-JP" sz="1900"/>
          </a:p>
        </p:txBody>
      </p:sp>
      <p:sp>
        <p:nvSpPr>
          <p:cNvPr id="10" name="maru 10"/>
          <p:cNvSpPr/>
          <p:nvPr/>
        </p:nvSpPr>
        <p:spPr>
          <a:xfrm>
            <a:off x="1216152" y="1490472"/>
            <a:ext cx="3429508" cy="566928"/>
          </a:xfrm>
          <a:prstGeom prst="ellipse">
            <a:avLst/>
          </a:prstGeom>
          <a:noFill/>
          <a:ln w="34925">
            <a:solidFill>
              <a:srgbClr val="A64B31"/>
            </a:solidFill>
          </a:ln>
        </p:spPr>
        <p:txBody>
          <a:bodyPr rtlCol="0" anchor="ctr"/>
          <a:lstStyle/>
          <a:p>
            <a:endParaRPr lang="ja-JP"/>
          </a:p>
        </p:txBody>
      </p:sp>
      <p:sp>
        <p:nvSpPr>
          <p:cNvPr id="11" name="t 11"/>
          <p:cNvSpPr txBox="1"/>
          <p:nvPr/>
        </p:nvSpPr>
        <p:spPr>
          <a:xfrm>
            <a:off x="6461608" y="1563624"/>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日本人と一緒にいるのが楽しかった</a:t>
            </a:r>
            <a:endParaRPr lang="ja-JP" sz="1900"/>
          </a:p>
        </p:txBody>
      </p:sp>
      <p:sp>
        <p:nvSpPr>
          <p:cNvPr id="12" name="t 12"/>
          <p:cNvSpPr txBox="1"/>
          <p:nvPr/>
        </p:nvSpPr>
        <p:spPr>
          <a:xfrm>
            <a:off x="1417320" y="1984248"/>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日本の各地へ旅行に行った</a:t>
            </a:r>
            <a:endParaRPr lang="ja-JP" sz="1900"/>
          </a:p>
        </p:txBody>
      </p:sp>
      <p:sp>
        <p:nvSpPr>
          <p:cNvPr id="13" name="badge 13"/>
          <p:cNvSpPr txBox="1"/>
          <p:nvPr/>
        </p:nvSpPr>
        <p:spPr>
          <a:xfrm>
            <a:off x="685800" y="2578608"/>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5</a:t>
            </a:r>
            <a:endParaRPr lang="ja-JP" sz="1500"/>
          </a:p>
        </p:txBody>
      </p:sp>
      <p:sp>
        <p:nvSpPr>
          <p:cNvPr id="14" name="t 14"/>
          <p:cNvSpPr txBox="1"/>
          <p:nvPr/>
        </p:nvSpPr>
        <p:spPr>
          <a:xfrm>
            <a:off x="1325880" y="2551176"/>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この辺りは暗くなるにしたがって、（　　　　）。</a:t>
            </a:r>
            <a:endParaRPr lang="ja-JP" sz="2000"/>
          </a:p>
        </p:txBody>
      </p:sp>
      <p:sp>
        <p:nvSpPr>
          <p:cNvPr id="15" name="t 15"/>
          <p:cNvSpPr txBox="1"/>
          <p:nvPr/>
        </p:nvSpPr>
        <p:spPr>
          <a:xfrm>
            <a:off x="1417320" y="3063240"/>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にぎやかだ</a:t>
            </a:r>
            <a:endParaRPr lang="ja-JP" sz="1900"/>
          </a:p>
        </p:txBody>
      </p:sp>
      <p:sp>
        <p:nvSpPr>
          <p:cNvPr id="16" name="t 16"/>
          <p:cNvSpPr txBox="1"/>
          <p:nvPr/>
        </p:nvSpPr>
        <p:spPr>
          <a:xfrm>
            <a:off x="4780178" y="3063240"/>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にぎやかになる</a:t>
            </a:r>
            <a:endParaRPr lang="ja-JP" sz="1900"/>
          </a:p>
        </p:txBody>
      </p:sp>
      <p:sp>
        <p:nvSpPr>
          <p:cNvPr id="17" name="maru 17"/>
          <p:cNvSpPr/>
          <p:nvPr/>
        </p:nvSpPr>
        <p:spPr>
          <a:xfrm>
            <a:off x="4579010" y="2990088"/>
            <a:ext cx="2705608" cy="566928"/>
          </a:xfrm>
          <a:prstGeom prst="ellipse">
            <a:avLst/>
          </a:prstGeom>
          <a:noFill/>
          <a:ln w="34925">
            <a:solidFill>
              <a:srgbClr val="A64B31"/>
            </a:solidFill>
          </a:ln>
        </p:spPr>
        <p:txBody>
          <a:bodyPr rtlCol="0" anchor="ctr"/>
          <a:lstStyle/>
          <a:p>
            <a:endParaRPr lang="ja-JP"/>
          </a:p>
        </p:txBody>
      </p:sp>
      <p:sp>
        <p:nvSpPr>
          <p:cNvPr id="18" name="t 18"/>
          <p:cNvSpPr txBox="1"/>
          <p:nvPr/>
        </p:nvSpPr>
        <p:spPr>
          <a:xfrm>
            <a:off x="8143037" y="3063240"/>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人々が集まった</a:t>
            </a:r>
            <a:endParaRPr lang="ja-JP" sz="19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7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heel(1)">
                                      <p:cBhvr>
                                        <p:cTn id="12" dur="7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863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練習</a:t>
            </a:r>
            <a:endParaRPr lang="ja-JP" sz="1600"/>
          </a:p>
        </p:txBody>
      </p:sp>
      <p:sp>
        <p:nvSpPr>
          <p:cNvPr id="6" name="t 6"/>
          <p:cNvSpPr txBox="1"/>
          <p:nvPr/>
        </p:nvSpPr>
        <p:spPr>
          <a:xfrm>
            <a:off x="1732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～に伴って</a:t>
            </a:r>
            <a:endParaRPr lang="ja-JP" sz="1400"/>
          </a:p>
        </p:txBody>
      </p:sp>
      <p:sp>
        <p:nvSpPr>
          <p:cNvPr id="7" name="badge 7"/>
          <p:cNvSpPr txBox="1"/>
          <p:nvPr/>
        </p:nvSpPr>
        <p:spPr>
          <a:xfrm>
            <a:off x="685800" y="1078992"/>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1</a:t>
            </a:r>
            <a:endParaRPr lang="ja-JP" sz="1500"/>
          </a:p>
        </p:txBody>
      </p:sp>
      <p:sp>
        <p:nvSpPr>
          <p:cNvPr id="8" name="t 8"/>
          <p:cNvSpPr txBox="1"/>
          <p:nvPr/>
        </p:nvSpPr>
        <p:spPr>
          <a:xfrm>
            <a:off x="1325880" y="1051560"/>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100" b="0" dirty="0">
                <a:solidFill>
                  <a:srgbClr val="1F271D"/>
                </a:solidFill>
                <a:latin typeface="Meiryo"/>
                <a:ea typeface="Meiryo"/>
                <a:cs typeface="Meiryo"/>
              </a:rPr>
              <a:t>社会が複雑に（　　　　）に伴って、人間関係は薄くなっていくのではないか。</a:t>
            </a:r>
            <a:endParaRPr lang="ja-JP" sz="2100"/>
          </a:p>
        </p:txBody>
      </p:sp>
      <p:sp>
        <p:nvSpPr>
          <p:cNvPr id="9" name="t 9"/>
          <p:cNvSpPr txBox="1"/>
          <p:nvPr/>
        </p:nvSpPr>
        <p:spPr>
          <a:xfrm>
            <a:off x="1417320"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なる</a:t>
            </a:r>
            <a:endParaRPr lang="ja-JP" sz="1900"/>
          </a:p>
        </p:txBody>
      </p:sp>
      <p:sp>
        <p:nvSpPr>
          <p:cNvPr id="10" name="maru 10"/>
          <p:cNvSpPr/>
          <p:nvPr/>
        </p:nvSpPr>
        <p:spPr>
          <a:xfrm>
            <a:off x="1216152" y="1490472"/>
            <a:ext cx="1499108" cy="566928"/>
          </a:xfrm>
          <a:prstGeom prst="ellipse">
            <a:avLst/>
          </a:prstGeom>
          <a:noFill/>
          <a:ln w="34925">
            <a:solidFill>
              <a:srgbClr val="A64B31"/>
            </a:solidFill>
          </a:ln>
        </p:spPr>
        <p:txBody>
          <a:bodyPr rtlCol="0" anchor="ctr"/>
          <a:lstStyle/>
          <a:p>
            <a:endParaRPr lang="ja-JP"/>
          </a:p>
        </p:txBody>
      </p:sp>
      <p:sp>
        <p:nvSpPr>
          <p:cNvPr id="11" name="t 11"/>
          <p:cNvSpPr txBox="1"/>
          <p:nvPr/>
        </p:nvSpPr>
        <p:spPr>
          <a:xfrm>
            <a:off x="4780178"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なった</a:t>
            </a:r>
            <a:endParaRPr lang="ja-JP" sz="1900"/>
          </a:p>
        </p:txBody>
      </p:sp>
      <p:sp>
        <p:nvSpPr>
          <p:cNvPr id="12" name="t 12"/>
          <p:cNvSpPr txBox="1"/>
          <p:nvPr/>
        </p:nvSpPr>
        <p:spPr>
          <a:xfrm>
            <a:off x="8143037"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なっている</a:t>
            </a:r>
            <a:endParaRPr lang="ja-JP" sz="1900"/>
          </a:p>
        </p:txBody>
      </p:sp>
      <p:sp>
        <p:nvSpPr>
          <p:cNvPr id="13" name="badge 13"/>
          <p:cNvSpPr txBox="1"/>
          <p:nvPr/>
        </p:nvSpPr>
        <p:spPr>
          <a:xfrm>
            <a:off x="685800" y="2157984"/>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2</a:t>
            </a:r>
            <a:endParaRPr lang="ja-JP" sz="1500"/>
          </a:p>
        </p:txBody>
      </p:sp>
      <p:sp>
        <p:nvSpPr>
          <p:cNvPr id="14" name="t 14"/>
          <p:cNvSpPr txBox="1"/>
          <p:nvPr/>
        </p:nvSpPr>
        <p:spPr>
          <a:xfrm>
            <a:off x="1325880" y="2130552"/>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100" b="0" dirty="0">
                <a:solidFill>
                  <a:srgbClr val="1F271D"/>
                </a:solidFill>
                <a:latin typeface="Meiryo"/>
                <a:ea typeface="Meiryo"/>
                <a:cs typeface="Meiryo"/>
              </a:rPr>
              <a:t>（　　　　）とともに、湿度が高くなる。</a:t>
            </a:r>
            <a:endParaRPr lang="ja-JP" sz="2100"/>
          </a:p>
        </p:txBody>
      </p:sp>
      <p:sp>
        <p:nvSpPr>
          <p:cNvPr id="15" name="t 15"/>
          <p:cNvSpPr txBox="1"/>
          <p:nvPr/>
        </p:nvSpPr>
        <p:spPr>
          <a:xfrm>
            <a:off x="1417320"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雨が降る</a:t>
            </a:r>
            <a:endParaRPr lang="ja-JP" sz="1900"/>
          </a:p>
        </p:txBody>
      </p:sp>
      <p:sp>
        <p:nvSpPr>
          <p:cNvPr id="16" name="t 16"/>
          <p:cNvSpPr txBox="1"/>
          <p:nvPr/>
        </p:nvSpPr>
        <p:spPr>
          <a:xfrm>
            <a:off x="4780178"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雨が多い</a:t>
            </a:r>
            <a:endParaRPr lang="ja-JP" sz="1900"/>
          </a:p>
        </p:txBody>
      </p:sp>
      <p:sp>
        <p:nvSpPr>
          <p:cNvPr id="17" name="t 17"/>
          <p:cNvSpPr txBox="1"/>
          <p:nvPr/>
        </p:nvSpPr>
        <p:spPr>
          <a:xfrm>
            <a:off x="8143037"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雨の量が多くなる</a:t>
            </a:r>
            <a:endParaRPr lang="ja-JP" sz="1900"/>
          </a:p>
        </p:txBody>
      </p:sp>
      <p:sp>
        <p:nvSpPr>
          <p:cNvPr id="18" name="maru 18"/>
          <p:cNvSpPr/>
          <p:nvPr/>
        </p:nvSpPr>
        <p:spPr>
          <a:xfrm>
            <a:off x="7941869" y="2569464"/>
            <a:ext cx="2946908" cy="566928"/>
          </a:xfrm>
          <a:prstGeom prst="ellipse">
            <a:avLst/>
          </a:prstGeom>
          <a:noFill/>
          <a:ln w="34925">
            <a:solidFill>
              <a:srgbClr val="A64B31"/>
            </a:solidFill>
          </a:ln>
        </p:spPr>
        <p:txBody>
          <a:bodyPr rtlCol="0" anchor="ctr"/>
          <a:lstStyle/>
          <a:p>
            <a:endParaRPr lang="ja-JP"/>
          </a:p>
        </p:txBody>
      </p:sp>
      <p:sp>
        <p:nvSpPr>
          <p:cNvPr id="19" name="badge 19"/>
          <p:cNvSpPr txBox="1"/>
          <p:nvPr/>
        </p:nvSpPr>
        <p:spPr>
          <a:xfrm>
            <a:off x="685800" y="3236976"/>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3</a:t>
            </a:r>
            <a:endParaRPr lang="ja-JP" sz="1500"/>
          </a:p>
        </p:txBody>
      </p:sp>
      <p:sp>
        <p:nvSpPr>
          <p:cNvPr id="20" name="t 20"/>
          <p:cNvSpPr txBox="1"/>
          <p:nvPr/>
        </p:nvSpPr>
        <p:spPr>
          <a:xfrm>
            <a:off x="1325880" y="3209544"/>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100" b="0" dirty="0">
                <a:solidFill>
                  <a:srgbClr val="1F271D"/>
                </a:solidFill>
                <a:latin typeface="Meiryo"/>
                <a:ea typeface="Meiryo"/>
                <a:cs typeface="Meiryo"/>
              </a:rPr>
              <a:t>仕事の経験が増すに伴って、（　　　　）。</a:t>
            </a:r>
            <a:endParaRPr lang="ja-JP" sz="2100"/>
          </a:p>
        </p:txBody>
      </p:sp>
      <p:sp>
        <p:nvSpPr>
          <p:cNvPr id="21" name="t 21"/>
          <p:cNvSpPr txBox="1"/>
          <p:nvPr/>
        </p:nvSpPr>
        <p:spPr>
          <a:xfrm>
            <a:off x="1417320" y="3721608"/>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課長になった</a:t>
            </a:r>
            <a:endParaRPr lang="ja-JP" sz="1900"/>
          </a:p>
        </p:txBody>
      </p:sp>
      <p:sp>
        <p:nvSpPr>
          <p:cNvPr id="22" name="t 22"/>
          <p:cNvSpPr txBox="1"/>
          <p:nvPr/>
        </p:nvSpPr>
        <p:spPr>
          <a:xfrm>
            <a:off x="6461608" y="3721608"/>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給料が3万円増えた</a:t>
            </a:r>
            <a:endParaRPr lang="ja-JP" sz="1900"/>
          </a:p>
        </p:txBody>
      </p:sp>
      <p:sp>
        <p:nvSpPr>
          <p:cNvPr id="23" name="t 23"/>
          <p:cNvSpPr txBox="1"/>
          <p:nvPr/>
        </p:nvSpPr>
        <p:spPr>
          <a:xfrm>
            <a:off x="1417320" y="4142232"/>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会社内での地位が上がっていった</a:t>
            </a:r>
            <a:endParaRPr lang="ja-JP" sz="1900"/>
          </a:p>
        </p:txBody>
      </p:sp>
      <p:sp>
        <p:nvSpPr>
          <p:cNvPr id="24" name="maru 24"/>
          <p:cNvSpPr/>
          <p:nvPr/>
        </p:nvSpPr>
        <p:spPr>
          <a:xfrm>
            <a:off x="1216152" y="4069080"/>
            <a:ext cx="4636008" cy="566928"/>
          </a:xfrm>
          <a:prstGeom prst="ellipse">
            <a:avLst/>
          </a:prstGeom>
          <a:noFill/>
          <a:ln w="34925">
            <a:solidFill>
              <a:srgbClr val="A64B31"/>
            </a:solidFill>
          </a:ln>
        </p:spPr>
        <p:txBody>
          <a:bodyPr rtlCol="0" anchor="ctr"/>
          <a:lstStyle/>
          <a:p>
            <a:endParaRPr lang="ja-JP"/>
          </a:p>
        </p:txBody>
      </p:sp>
      <p:sp>
        <p:nvSpPr>
          <p:cNvPr id="25" name="t 25"/>
          <p:cNvSpPr txBox="1"/>
          <p:nvPr/>
        </p:nvSpPr>
        <p:spPr>
          <a:xfrm>
            <a:off x="685800" y="6291072"/>
            <a:ext cx="1082009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300" b="0" dirty="0">
                <a:solidFill>
                  <a:srgbClr val="7A6F62"/>
                </a:solidFill>
                <a:latin typeface="Meiryo"/>
                <a:ea typeface="Meiryo"/>
                <a:cs typeface="Meiryo"/>
              </a:rPr>
              <a:t>読み方：複雑（ふくざつ）　人間関係（にんげんかんけい）　湿度（しつど）　経験（けいけん）　給料（きゅうりょう）　地位（ちい）</a:t>
            </a:r>
            <a:endParaRPr lang="ja-JP" sz="13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7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heel(1)">
                                      <p:cBhvr>
                                        <p:cTn id="12" dur="7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heel(1)">
                                      <p:cBhvr>
                                        <p:cTn id="17" dur="7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P spid="2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1.4</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～をもとに（して）</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～を使って・～を土台にして（後ろに「書く・話す・作る」などの動詞が来る）</a:t>
            </a:r>
            <a:endParaRPr lang="ja-JP" sz="1800"/>
          </a:p>
        </p:txBody>
      </p:sp>
      <p:sp>
        <p:nvSpPr>
          <p:cNvPr id="9" name="conn 9"/>
          <p:cNvSpPr/>
          <p:nvPr/>
        </p:nvSpPr>
        <p:spPr>
          <a:xfrm>
            <a:off x="685800" y="2148840"/>
            <a:ext cx="10820095" cy="13716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N ＋ </a:t>
            </a:r>
            <a:r>
              <a:rPr lang="ja-JP" altLang="en-US" sz="2200" b="1" dirty="0">
                <a:solidFill>
                  <a:srgbClr val="A64B31"/>
                </a:solidFill>
                <a:highlight>
                  <a:srgbClr val="F9E2A0"/>
                </a:highlight>
                <a:latin typeface="Meiryo"/>
                <a:ea typeface="Meiryo"/>
                <a:cs typeface="Meiryo"/>
              </a:rPr>
              <a:t>をもとに（して）</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意見</a:t>
            </a:r>
            <a:r>
              <a:rPr lang="ja-JP" altLang="en-US" sz="1700" b="1" dirty="0">
                <a:solidFill>
                  <a:srgbClr val="A64B31"/>
                </a:solidFill>
                <a:highlight>
                  <a:srgbClr val="F9E2A0"/>
                </a:highlight>
                <a:latin typeface="Meiryo"/>
                <a:ea typeface="Meiryo"/>
                <a:cs typeface="Meiryo"/>
              </a:rPr>
              <a:t>をもとに</a:t>
            </a:r>
            <a:r>
              <a:rPr lang="ja-JP" altLang="en-US" sz="1700" b="0" dirty="0">
                <a:solidFill>
                  <a:srgbClr val="7A6F62"/>
                </a:solidFill>
                <a:latin typeface="Meiryo"/>
                <a:ea typeface="Meiryo"/>
                <a:cs typeface="Meiryo"/>
              </a:rPr>
              <a:t>　経験</a:t>
            </a:r>
            <a:r>
              <a:rPr lang="ja-JP" altLang="en-US" sz="1700" b="1" dirty="0">
                <a:solidFill>
                  <a:srgbClr val="A64B31"/>
                </a:solidFill>
                <a:highlight>
                  <a:srgbClr val="F9E2A0"/>
                </a:highlight>
                <a:latin typeface="Meiryo"/>
                <a:ea typeface="Meiryo"/>
                <a:cs typeface="Meiryo"/>
              </a:rPr>
              <a:t>をもとにして</a:t>
            </a:r>
            <a:endParaRPr lang="ja-JP" sz="1700"/>
          </a:p>
        </p:txBody>
      </p:sp>
      <p:sp>
        <p:nvSpPr>
          <p:cNvPr id="13" name="form 13"/>
          <p:cNvSpPr txBox="1"/>
          <p:nvPr/>
        </p:nvSpPr>
        <p:spPr>
          <a:xfrm>
            <a:off x="2103120" y="28346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N ＋ </a:t>
            </a:r>
            <a:r>
              <a:rPr lang="ja-JP" altLang="en-US" sz="2200" b="1" dirty="0">
                <a:solidFill>
                  <a:srgbClr val="A64B31"/>
                </a:solidFill>
                <a:highlight>
                  <a:srgbClr val="F9E2A0"/>
                </a:highlight>
                <a:latin typeface="Meiryo"/>
                <a:ea typeface="Meiryo"/>
                <a:cs typeface="Meiryo"/>
              </a:rPr>
              <a:t>をもとにした</a:t>
            </a:r>
            <a:r>
              <a:rPr lang="ja-JP" altLang="en-US" sz="2200" b="1" dirty="0">
                <a:solidFill>
                  <a:srgbClr val="1F271D"/>
                </a:solidFill>
                <a:latin typeface="Meiryo"/>
                <a:ea typeface="Meiryo"/>
                <a:cs typeface="Meiryo"/>
              </a:rPr>
              <a:t> ＋ N</a:t>
            </a:r>
            <a:endParaRPr lang="ja-JP" sz="2200"/>
          </a:p>
        </p:txBody>
      </p:sp>
      <p:sp>
        <p:nvSpPr>
          <p:cNvPr id="14" name="ex 14"/>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実話</a:t>
            </a:r>
            <a:r>
              <a:rPr lang="ja-JP" altLang="en-US" sz="1700" b="1" dirty="0">
                <a:solidFill>
                  <a:srgbClr val="A64B31"/>
                </a:solidFill>
                <a:highlight>
                  <a:srgbClr val="F9E2A0"/>
                </a:highlight>
                <a:latin typeface="Meiryo"/>
                <a:ea typeface="Meiryo"/>
                <a:cs typeface="Meiryo"/>
              </a:rPr>
              <a:t>をもとにした</a:t>
            </a:r>
            <a:r>
              <a:rPr lang="ja-JP" altLang="en-US" sz="1700" b="0" dirty="0">
                <a:solidFill>
                  <a:srgbClr val="7A6F62"/>
                </a:solidFill>
                <a:latin typeface="Meiryo"/>
                <a:ea typeface="Meiryo"/>
                <a:cs typeface="Meiryo"/>
              </a:rPr>
              <a:t>小説</a:t>
            </a:r>
            <a:endParaRPr lang="ja-JP" sz="1700"/>
          </a:p>
        </p:txBody>
      </p:sp>
      <p:sp>
        <p:nvSpPr>
          <p:cNvPr id="15" name="pill 15"/>
          <p:cNvSpPr txBox="1"/>
          <p:nvPr/>
        </p:nvSpPr>
        <p:spPr>
          <a:xfrm>
            <a:off x="685800" y="3840480"/>
            <a:ext cx="8636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意味</a:t>
            </a:r>
            <a:endParaRPr lang="ja-JP" sz="1600"/>
          </a:p>
        </p:txBody>
      </p:sp>
      <p:sp>
        <p:nvSpPr>
          <p:cNvPr id="16" name="body 16"/>
          <p:cNvSpPr txBox="1"/>
          <p:nvPr/>
        </p:nvSpPr>
        <p:spPr>
          <a:xfrm>
            <a:off x="685800" y="4407408"/>
            <a:ext cx="5204308" cy="334264"/>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何かを材料・ヒントにして、新しいものを作る。</a:t>
            </a:r>
            <a:endParaRPr lang="ja-JP" sz="1600"/>
          </a:p>
        </p:txBody>
      </p:sp>
      <p:sp>
        <p:nvSpPr>
          <p:cNvPr id="17" name="rei 17"/>
          <p:cNvSpPr txBox="1"/>
          <p:nvPr/>
        </p:nvSpPr>
        <p:spPr>
          <a:xfrm>
            <a:off x="685800" y="4942840"/>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18" name="pex 18"/>
          <p:cNvSpPr txBox="1"/>
          <p:nvPr/>
        </p:nvSpPr>
        <p:spPr>
          <a:xfrm>
            <a:off x="1188720" y="4924552"/>
            <a:ext cx="4701388" cy="37871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900" b="0" dirty="0">
                <a:solidFill>
                  <a:srgbClr val="1F271D"/>
                </a:solidFill>
                <a:latin typeface="Meiryo"/>
                <a:ea typeface="Meiryo"/>
                <a:cs typeface="Meiryo"/>
              </a:rPr>
              <a:t>経験</a:t>
            </a:r>
            <a:r>
              <a:rPr lang="ja-JP" altLang="en-US" sz="1900" b="1" dirty="0">
                <a:solidFill>
                  <a:srgbClr val="A64B31"/>
                </a:solidFill>
                <a:highlight>
                  <a:srgbClr val="F9E2A0"/>
                </a:highlight>
                <a:latin typeface="Meiryo"/>
                <a:ea typeface="Meiryo"/>
                <a:cs typeface="Meiryo"/>
              </a:rPr>
              <a:t>をもとに</a:t>
            </a:r>
            <a:r>
              <a:rPr lang="ja-JP" altLang="en-US" sz="1900" b="0" dirty="0">
                <a:solidFill>
                  <a:srgbClr val="1F271D"/>
                </a:solidFill>
                <a:latin typeface="Meiryo"/>
                <a:ea typeface="Meiryo"/>
                <a:cs typeface="Meiryo"/>
              </a:rPr>
              <a:t>詩を書く。</a:t>
            </a:r>
            <a:endParaRPr lang="ja-JP" sz="1900"/>
          </a:p>
        </p:txBody>
      </p:sp>
      <p:sp>
        <p:nvSpPr>
          <p:cNvPr id="19" name="vrule 19"/>
          <p:cNvSpPr/>
          <p:nvPr/>
        </p:nvSpPr>
        <p:spPr>
          <a:xfrm>
            <a:off x="6095848" y="3886200"/>
            <a:ext cx="13716" cy="2560320"/>
          </a:xfrm>
          <a:prstGeom prst="rect">
            <a:avLst/>
          </a:prstGeom>
          <a:solidFill>
            <a:srgbClr val="DBCCBA"/>
          </a:solidFill>
          <a:ln>
            <a:noFill/>
          </a:ln>
        </p:spPr>
        <p:txBody>
          <a:bodyPr rtlCol="0" anchor="ctr"/>
          <a:lstStyle/>
          <a:p>
            <a:endParaRPr lang="ja-JP"/>
          </a:p>
        </p:txBody>
      </p:sp>
      <p:sp>
        <p:nvSpPr>
          <p:cNvPr id="20" name="pill 20"/>
          <p:cNvSpPr txBox="1"/>
          <p:nvPr/>
        </p:nvSpPr>
        <p:spPr>
          <a:xfrm>
            <a:off x="6301588" y="3840480"/>
            <a:ext cx="1473200"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後ろの動詞</a:t>
            </a:r>
            <a:endParaRPr lang="ja-JP" sz="1600"/>
          </a:p>
        </p:txBody>
      </p:sp>
      <p:sp>
        <p:nvSpPr>
          <p:cNvPr id="21" name="body 21"/>
          <p:cNvSpPr txBox="1"/>
          <p:nvPr/>
        </p:nvSpPr>
        <p:spPr>
          <a:xfrm>
            <a:off x="6301588" y="4407408"/>
            <a:ext cx="5204308" cy="334264"/>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書く・作る・話す・開発する・決める など</a:t>
            </a:r>
            <a:endParaRPr lang="ja-JP" sz="1600"/>
          </a:p>
        </p:txBody>
      </p:sp>
      <p:sp>
        <p:nvSpPr>
          <p:cNvPr id="22" name="rei 22"/>
          <p:cNvSpPr txBox="1"/>
          <p:nvPr/>
        </p:nvSpPr>
        <p:spPr>
          <a:xfrm>
            <a:off x="6301588" y="4942840"/>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3" name="pex 23"/>
          <p:cNvSpPr txBox="1"/>
          <p:nvPr/>
        </p:nvSpPr>
        <p:spPr>
          <a:xfrm>
            <a:off x="6804508" y="4924552"/>
            <a:ext cx="4701388" cy="37871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900" b="0" dirty="0">
                <a:solidFill>
                  <a:srgbClr val="1F271D"/>
                </a:solidFill>
                <a:latin typeface="Meiryo"/>
                <a:ea typeface="Meiryo"/>
                <a:cs typeface="Meiryo"/>
              </a:rPr>
              <a:t>アンケート</a:t>
            </a:r>
            <a:r>
              <a:rPr lang="ja-JP" altLang="en-US" sz="1900" b="1" dirty="0">
                <a:solidFill>
                  <a:srgbClr val="A64B31"/>
                </a:solidFill>
                <a:highlight>
                  <a:srgbClr val="F9E2A0"/>
                </a:highlight>
                <a:latin typeface="Meiryo"/>
                <a:ea typeface="Meiryo"/>
                <a:cs typeface="Meiryo"/>
              </a:rPr>
              <a:t>をもとに</a:t>
            </a:r>
            <a:r>
              <a:rPr lang="ja-JP" altLang="en-US" sz="1900" b="0" dirty="0">
                <a:solidFill>
                  <a:srgbClr val="1F271D"/>
                </a:solidFill>
                <a:latin typeface="Meiryo"/>
                <a:ea typeface="Meiryo"/>
                <a:cs typeface="Meiryo"/>
              </a:rPr>
              <a:t>決めた。</a:t>
            </a:r>
            <a:endParaRPr lang="ja-JP" sz="19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500"/>
                                        <p:tgtEl>
                                          <p:spTgt spid="19"/>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500"/>
                                        <p:tgtEl>
                                          <p:spTgt spid="20"/>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up)">
                                      <p:cBhvr>
                                        <p:cTn id="5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～をもとに（して）</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例①②③</a:t>
            </a:r>
            <a:endParaRPr lang="ja-JP" sz="1400"/>
          </a:p>
        </p:txBody>
      </p:sp>
      <p:sp>
        <p:nvSpPr>
          <p:cNvPr id="7" name="badge 7"/>
          <p:cNvSpPr txBox="1"/>
          <p:nvPr/>
        </p:nvSpPr>
        <p:spPr>
          <a:xfrm>
            <a:off x="685800" y="127355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line 8"/>
          <p:cNvSpPr txBox="1"/>
          <p:nvPr/>
        </p:nvSpPr>
        <p:spPr>
          <a:xfrm>
            <a:off x="1463040" y="1325880"/>
            <a:ext cx="1004285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0" dirty="0">
                <a:solidFill>
                  <a:srgbClr val="1F271D"/>
                </a:solidFill>
                <a:latin typeface="Meiryo"/>
                <a:ea typeface="Meiryo"/>
                <a:cs typeface="Meiryo"/>
              </a:rPr>
              <a:t>この詩は彼女の経験</a:t>
            </a:r>
            <a:r>
              <a:rPr lang="ja-JP" altLang="en-US" sz="2600" b="1" dirty="0">
                <a:solidFill>
                  <a:srgbClr val="A64B31"/>
                </a:solidFill>
                <a:highlight>
                  <a:srgbClr val="F9E2A0"/>
                </a:highlight>
                <a:latin typeface="Meiryo"/>
                <a:ea typeface="Meiryo"/>
                <a:cs typeface="Meiryo"/>
              </a:rPr>
              <a:t>をもとにして</a:t>
            </a:r>
            <a:endParaRPr lang="ja-JP" sz="2600"/>
          </a:p>
          <a:p>
            <a:pPr algn="l">
              <a:lnSpc>
                <a:spcPct val="118000"/>
              </a:lnSpc>
              <a:spcBef>
                <a:spcPts val="0"/>
              </a:spcBef>
              <a:spcAft>
                <a:spcPts val="200"/>
              </a:spcAft>
              <a:buNone/>
            </a:pPr>
            <a:r>
              <a:rPr lang="ja-JP" altLang="en-US" sz="2600" b="0" dirty="0">
                <a:solidFill>
                  <a:srgbClr val="1F271D"/>
                </a:solidFill>
                <a:latin typeface="Meiryo"/>
                <a:ea typeface="Meiryo"/>
                <a:cs typeface="Meiryo"/>
              </a:rPr>
              <a:t>書かれているように感じました。</a:t>
            </a:r>
            <a:endParaRPr lang="ja-JP" sz="2600"/>
          </a:p>
        </p:txBody>
      </p:sp>
      <p:sp>
        <p:nvSpPr>
          <p:cNvPr id="9" name="rule 9"/>
          <p:cNvSpPr/>
          <p:nvPr/>
        </p:nvSpPr>
        <p:spPr>
          <a:xfrm>
            <a:off x="685800" y="2524760"/>
            <a:ext cx="9174175" cy="18288"/>
          </a:xfrm>
          <a:prstGeom prst="rect">
            <a:avLst/>
          </a:prstGeom>
          <a:solidFill>
            <a:srgbClr val="DBCCBA"/>
          </a:solidFill>
          <a:ln>
            <a:noFill/>
          </a:ln>
        </p:spPr>
        <p:txBody>
          <a:bodyPr rtlCol="0" anchor="ctr"/>
          <a:lstStyle/>
          <a:p>
            <a:endParaRPr lang="ja-JP"/>
          </a:p>
        </p:txBody>
      </p:sp>
      <p:sp>
        <p:nvSpPr>
          <p:cNvPr id="10" name="badge 10"/>
          <p:cNvSpPr txBox="1"/>
          <p:nvPr/>
        </p:nvSpPr>
        <p:spPr>
          <a:xfrm>
            <a:off x="685800" y="279247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11" name="line 11"/>
          <p:cNvSpPr txBox="1"/>
          <p:nvPr/>
        </p:nvSpPr>
        <p:spPr>
          <a:xfrm>
            <a:off x="1463040" y="2844800"/>
            <a:ext cx="1004285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0" dirty="0">
                <a:solidFill>
                  <a:srgbClr val="1F271D"/>
                </a:solidFill>
                <a:latin typeface="Meiryo"/>
                <a:ea typeface="Meiryo"/>
                <a:cs typeface="Meiryo"/>
              </a:rPr>
              <a:t>消費者の意見</a:t>
            </a:r>
            <a:r>
              <a:rPr lang="ja-JP" altLang="en-US" sz="2600" b="1" dirty="0">
                <a:solidFill>
                  <a:srgbClr val="A64B31"/>
                </a:solidFill>
                <a:highlight>
                  <a:srgbClr val="F9E2A0"/>
                </a:highlight>
                <a:latin typeface="Meiryo"/>
                <a:ea typeface="Meiryo"/>
                <a:cs typeface="Meiryo"/>
              </a:rPr>
              <a:t>をもとに</a:t>
            </a:r>
            <a:r>
              <a:rPr lang="ja-JP" altLang="en-US" sz="2600" b="0" dirty="0">
                <a:solidFill>
                  <a:srgbClr val="1F271D"/>
                </a:solidFill>
                <a:latin typeface="Meiryo"/>
                <a:ea typeface="Meiryo"/>
                <a:cs typeface="Meiryo"/>
              </a:rPr>
              <a:t>、新しい商品の開発が行われる。</a:t>
            </a:r>
            <a:endParaRPr lang="ja-JP" sz="2600"/>
          </a:p>
        </p:txBody>
      </p:sp>
      <p:sp>
        <p:nvSpPr>
          <p:cNvPr id="12" name="rule 12"/>
          <p:cNvSpPr/>
          <p:nvPr/>
        </p:nvSpPr>
        <p:spPr>
          <a:xfrm>
            <a:off x="685800" y="3581400"/>
            <a:ext cx="9174175" cy="18288"/>
          </a:xfrm>
          <a:prstGeom prst="rect">
            <a:avLst/>
          </a:prstGeom>
          <a:solidFill>
            <a:srgbClr val="DBCCBA"/>
          </a:solidFill>
          <a:ln>
            <a:noFill/>
          </a:ln>
        </p:spPr>
        <p:txBody>
          <a:bodyPr rtlCol="0" anchor="ctr"/>
          <a:lstStyle/>
          <a:p>
            <a:endParaRPr lang="ja-JP"/>
          </a:p>
        </p:txBody>
      </p:sp>
      <p:sp>
        <p:nvSpPr>
          <p:cNvPr id="13" name="badge 13"/>
          <p:cNvSpPr txBox="1"/>
          <p:nvPr/>
        </p:nvSpPr>
        <p:spPr>
          <a:xfrm>
            <a:off x="685800" y="384911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③</a:t>
            </a:r>
            <a:endParaRPr lang="ja-JP" sz="2000"/>
          </a:p>
        </p:txBody>
      </p:sp>
      <p:sp>
        <p:nvSpPr>
          <p:cNvPr id="14" name="line 14"/>
          <p:cNvSpPr txBox="1"/>
          <p:nvPr/>
        </p:nvSpPr>
        <p:spPr>
          <a:xfrm>
            <a:off x="1463040" y="3901440"/>
            <a:ext cx="1004285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0" dirty="0">
                <a:solidFill>
                  <a:srgbClr val="1F271D"/>
                </a:solidFill>
                <a:latin typeface="Meiryo"/>
                <a:ea typeface="Meiryo"/>
                <a:cs typeface="Meiryo"/>
              </a:rPr>
              <a:t>これは実話</a:t>
            </a:r>
            <a:r>
              <a:rPr lang="ja-JP" altLang="en-US" sz="2600" b="1" dirty="0">
                <a:solidFill>
                  <a:srgbClr val="A64B31"/>
                </a:solidFill>
                <a:highlight>
                  <a:srgbClr val="F9E2A0"/>
                </a:highlight>
                <a:latin typeface="Meiryo"/>
                <a:ea typeface="Meiryo"/>
                <a:cs typeface="Meiryo"/>
              </a:rPr>
              <a:t>をもとにした</a:t>
            </a:r>
            <a:r>
              <a:rPr lang="ja-JP" altLang="en-US" sz="2600" b="0" dirty="0">
                <a:solidFill>
                  <a:srgbClr val="1F271D"/>
                </a:solidFill>
                <a:latin typeface="Meiryo"/>
                <a:ea typeface="Meiryo"/>
                <a:cs typeface="Meiryo"/>
              </a:rPr>
              <a:t>小説です。</a:t>
            </a:r>
            <a:endParaRPr lang="ja-JP" sz="2600"/>
          </a:p>
        </p:txBody>
      </p:sp>
      <p:sp>
        <p:nvSpPr>
          <p:cNvPr id="15" name="note 15"/>
          <p:cNvSpPr txBox="1"/>
          <p:nvPr/>
        </p:nvSpPr>
        <p:spPr>
          <a:xfrm rot="-72000">
            <a:off x="777240" y="5623560"/>
            <a:ext cx="5788152" cy="68580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名詞の前では「Nをもとにした＋N」。</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up)">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up)">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～をもとに（して）</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翻訳練習　Câu 10/12</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47320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Công ty đã phát triển sản phẩm mới dựa trên ý kiến của người tiêu dùng.</a:t>
            </a:r>
            <a:endParaRPr lang="ja-JP" sz="2600"/>
          </a:p>
        </p:txBody>
      </p:sp>
      <p:sp>
        <p:nvSpPr>
          <p:cNvPr id="9" name="pill 9"/>
          <p:cNvSpPr txBox="1"/>
          <p:nvPr/>
        </p:nvSpPr>
        <p:spPr>
          <a:xfrm>
            <a:off x="685800" y="321056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321056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消費者、開発する</a:t>
            </a:r>
            <a:endParaRPr lang="ja-JP" sz="1800"/>
          </a:p>
        </p:txBody>
      </p:sp>
      <p:sp>
        <p:nvSpPr>
          <p:cNvPr id="11" name="ANS_bg 11"/>
          <p:cNvSpPr/>
          <p:nvPr/>
        </p:nvSpPr>
        <p:spPr>
          <a:xfrm>
            <a:off x="685800" y="389636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407924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444500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その会社は、消費者の意見</a:t>
            </a:r>
            <a:r>
              <a:rPr lang="ja-JP" altLang="en-US" sz="2600" b="1" dirty="0">
                <a:solidFill>
                  <a:srgbClr val="F2C14E"/>
                </a:solidFill>
                <a:latin typeface="Meiryo"/>
                <a:ea typeface="Meiryo"/>
                <a:cs typeface="Meiryo"/>
              </a:rPr>
              <a:t>をもとに</a:t>
            </a:r>
            <a:r>
              <a:rPr lang="ja-JP" altLang="en-US" sz="2600" b="1" dirty="0">
                <a:solidFill>
                  <a:srgbClr val="FFFFFF"/>
                </a:solidFill>
                <a:latin typeface="Meiryo"/>
                <a:ea typeface="Meiryo"/>
                <a:cs typeface="Meiryo"/>
              </a:rPr>
              <a:t>新しい商品を開発した。</a:t>
            </a:r>
            <a:endParaRPr lang="ja-JP" sz="2600"/>
          </a:p>
        </p:txBody>
      </p:sp>
      <p:sp>
        <p:nvSpPr>
          <p:cNvPr id="14" name="t 14"/>
          <p:cNvSpPr txBox="1"/>
          <p:nvPr/>
        </p:nvSpPr>
        <p:spPr>
          <a:xfrm>
            <a:off x="1005840" y="499872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別の表現：消費者の声をもとにして、新しい商品が開発されました。</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～をもとに（して）</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翻訳練習　Câu 11/12</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Đây là món ăn được làm dựa trên công thức của bà tôi.</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祖母、レシピ</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これは祖母のレシピ</a:t>
            </a:r>
            <a:r>
              <a:rPr lang="ja-JP" altLang="en-US" sz="2600" b="1" dirty="0">
                <a:solidFill>
                  <a:srgbClr val="F2C14E"/>
                </a:solidFill>
                <a:latin typeface="Meiryo"/>
                <a:ea typeface="Meiryo"/>
                <a:cs typeface="Meiryo"/>
              </a:rPr>
              <a:t>をもとにした</a:t>
            </a:r>
            <a:r>
              <a:rPr lang="ja-JP" altLang="en-US" sz="2600" b="1" dirty="0">
                <a:solidFill>
                  <a:srgbClr val="FFFFFF"/>
                </a:solidFill>
                <a:latin typeface="Meiryo"/>
                <a:ea typeface="Meiryo"/>
                <a:cs typeface="Meiryo"/>
              </a:rPr>
              <a:t>料理です。</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別の表現：この料理は、祖母のレシピをもとに作りました。</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～をもとに（して）</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翻訳練習　Câu 12/12</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Tôi đã viết bài thơ dựa trên trải nghiệm của chính mình.</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経験、詩</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自分の経験</a:t>
            </a:r>
            <a:r>
              <a:rPr lang="ja-JP" altLang="en-US" sz="2600" b="1" dirty="0">
                <a:solidFill>
                  <a:srgbClr val="F2C14E"/>
                </a:solidFill>
                <a:latin typeface="Meiryo"/>
                <a:ea typeface="Meiryo"/>
                <a:cs typeface="Meiryo"/>
              </a:rPr>
              <a:t>をもとに</a:t>
            </a:r>
            <a:r>
              <a:rPr lang="ja-JP" altLang="en-US" sz="2600" b="1" dirty="0">
                <a:solidFill>
                  <a:srgbClr val="FFFFFF"/>
                </a:solidFill>
                <a:latin typeface="Meiryo"/>
                <a:ea typeface="Meiryo"/>
                <a:cs typeface="Meiryo"/>
              </a:rPr>
              <a:t>、詩を書きました。</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別の表現：自分の経験をもとにして、詩を書いてみました。</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0">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～をもとに（して）</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例文</a:t>
            </a:r>
            <a:endParaRPr lang="ja-JP" sz="1400"/>
          </a:p>
        </p:txBody>
      </p:sp>
      <p:sp>
        <p:nvSpPr>
          <p:cNvPr id="7" name="badge 7"/>
          <p:cNvSpPr txBox="1"/>
          <p:nvPr/>
        </p:nvSpPr>
        <p:spPr>
          <a:xfrm>
            <a:off x="685800" y="1173226"/>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①</a:t>
            </a:r>
            <a:endParaRPr lang="ja-JP" sz="1700"/>
          </a:p>
        </p:txBody>
      </p:sp>
      <p:sp>
        <p:nvSpPr>
          <p:cNvPr id="8" name="t 8"/>
          <p:cNvSpPr txBox="1"/>
          <p:nvPr/>
        </p:nvSpPr>
        <p:spPr>
          <a:xfrm>
            <a:off x="1417320" y="1188720"/>
            <a:ext cx="10088575" cy="88900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500" b="0" dirty="0">
                <a:solidFill>
                  <a:srgbClr val="1F271D"/>
                </a:solidFill>
                <a:latin typeface="Meiryo"/>
                <a:ea typeface="Meiryo"/>
                <a:cs typeface="Meiryo"/>
              </a:rPr>
              <a:t>この小説は作者自身の個人的な体験</a:t>
            </a:r>
            <a:r>
              <a:rPr lang="ja-JP" altLang="en-US" sz="2500" b="1" dirty="0">
                <a:solidFill>
                  <a:srgbClr val="A64B31"/>
                </a:solidFill>
                <a:highlight>
                  <a:srgbClr val="F9E2A0"/>
                </a:highlight>
                <a:latin typeface="Meiryo"/>
                <a:ea typeface="Meiryo"/>
                <a:cs typeface="Meiryo"/>
              </a:rPr>
              <a:t>をもとに</a:t>
            </a:r>
            <a:r>
              <a:rPr lang="ja-JP" altLang="en-US" sz="2500" b="0" dirty="0">
                <a:solidFill>
                  <a:srgbClr val="1F271D"/>
                </a:solidFill>
                <a:latin typeface="Meiryo"/>
                <a:ea typeface="Meiryo"/>
                <a:cs typeface="Meiryo"/>
              </a:rPr>
              <a:t>書いたものだそうだ。</a:t>
            </a:r>
            <a:endParaRPr lang="ja-JP" sz="2500"/>
          </a:p>
        </p:txBody>
      </p:sp>
      <p:sp>
        <p:nvSpPr>
          <p:cNvPr id="9" name="badge 9"/>
          <p:cNvSpPr txBox="1"/>
          <p:nvPr/>
        </p:nvSpPr>
        <p:spPr>
          <a:xfrm>
            <a:off x="685800" y="2318258"/>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②</a:t>
            </a:r>
            <a:endParaRPr lang="ja-JP" sz="1700"/>
          </a:p>
        </p:txBody>
      </p:sp>
      <p:sp>
        <p:nvSpPr>
          <p:cNvPr id="10" name="t 10"/>
          <p:cNvSpPr txBox="1"/>
          <p:nvPr/>
        </p:nvSpPr>
        <p:spPr>
          <a:xfrm>
            <a:off x="1417320" y="2333752"/>
            <a:ext cx="10088575" cy="88900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500" b="0" dirty="0">
                <a:solidFill>
                  <a:srgbClr val="1F271D"/>
                </a:solidFill>
                <a:latin typeface="Meiryo"/>
                <a:ea typeface="Meiryo"/>
                <a:cs typeface="Meiryo"/>
              </a:rPr>
              <a:t>このシャツのマーク、面白いでしょう。</a:t>
            </a:r>
            <a:endParaRPr lang="ja-JP" sz="2500"/>
          </a:p>
          <a:p>
            <a:pPr algn="l">
              <a:lnSpc>
                <a:spcPct val="118000"/>
              </a:lnSpc>
              <a:spcBef>
                <a:spcPts val="0"/>
              </a:spcBef>
              <a:spcAft>
                <a:spcPts val="200"/>
              </a:spcAft>
              <a:buNone/>
            </a:pPr>
            <a:r>
              <a:rPr lang="ja-JP" altLang="en-US" sz="2500" b="0" dirty="0">
                <a:solidFill>
                  <a:srgbClr val="1F271D"/>
                </a:solidFill>
                <a:latin typeface="Meiryo"/>
                <a:ea typeface="Meiryo"/>
                <a:cs typeface="Meiryo"/>
              </a:rPr>
              <a:t>「花」という漢字</a:t>
            </a:r>
            <a:r>
              <a:rPr lang="ja-JP" altLang="en-US" sz="2500" b="1" dirty="0">
                <a:solidFill>
                  <a:srgbClr val="A64B31"/>
                </a:solidFill>
                <a:highlight>
                  <a:srgbClr val="F9E2A0"/>
                </a:highlight>
                <a:latin typeface="Meiryo"/>
                <a:ea typeface="Meiryo"/>
                <a:cs typeface="Meiryo"/>
              </a:rPr>
              <a:t>をもとにして</a:t>
            </a:r>
            <a:r>
              <a:rPr lang="ja-JP" altLang="en-US" sz="2500" b="0" dirty="0">
                <a:solidFill>
                  <a:srgbClr val="1F271D"/>
                </a:solidFill>
                <a:latin typeface="Meiryo"/>
                <a:ea typeface="Meiryo"/>
                <a:cs typeface="Meiryo"/>
              </a:rPr>
              <a:t>作ったんだそうです。</a:t>
            </a:r>
            <a:endParaRPr lang="ja-JP" sz="2500"/>
          </a:p>
        </p:txBody>
      </p:sp>
      <p:sp>
        <p:nvSpPr>
          <p:cNvPr id="11" name="badge 11"/>
          <p:cNvSpPr txBox="1"/>
          <p:nvPr/>
        </p:nvSpPr>
        <p:spPr>
          <a:xfrm>
            <a:off x="685800" y="3463290"/>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③</a:t>
            </a:r>
            <a:endParaRPr lang="ja-JP" sz="1700"/>
          </a:p>
        </p:txBody>
      </p:sp>
      <p:sp>
        <p:nvSpPr>
          <p:cNvPr id="12" name="t 12"/>
          <p:cNvSpPr txBox="1"/>
          <p:nvPr/>
        </p:nvSpPr>
        <p:spPr>
          <a:xfrm>
            <a:off x="1417320" y="3478784"/>
            <a:ext cx="10088575" cy="88900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500" b="0" dirty="0">
                <a:solidFill>
                  <a:srgbClr val="1F271D"/>
                </a:solidFill>
                <a:latin typeface="Meiryo"/>
                <a:ea typeface="Meiryo"/>
                <a:cs typeface="Meiryo"/>
              </a:rPr>
              <a:t>あの飛行機事故</a:t>
            </a:r>
            <a:r>
              <a:rPr lang="ja-JP" altLang="en-US" sz="2500" b="1" dirty="0">
                <a:solidFill>
                  <a:srgbClr val="A64B31"/>
                </a:solidFill>
                <a:highlight>
                  <a:srgbClr val="F9E2A0"/>
                </a:highlight>
                <a:latin typeface="Meiryo"/>
                <a:ea typeface="Meiryo"/>
                <a:cs typeface="Meiryo"/>
              </a:rPr>
              <a:t>をもとにした</a:t>
            </a:r>
            <a:r>
              <a:rPr lang="ja-JP" altLang="en-US" sz="2500" b="0" dirty="0">
                <a:solidFill>
                  <a:srgbClr val="1F271D"/>
                </a:solidFill>
                <a:latin typeface="Meiryo"/>
                <a:ea typeface="Meiryo"/>
                <a:cs typeface="Meiryo"/>
              </a:rPr>
              <a:t>映画はこれだけじゃない。</a:t>
            </a:r>
            <a:endParaRPr lang="ja-JP" sz="2500"/>
          </a:p>
          <a:p>
            <a:pPr algn="l">
              <a:lnSpc>
                <a:spcPct val="118000"/>
              </a:lnSpc>
              <a:spcBef>
                <a:spcPts val="0"/>
              </a:spcBef>
              <a:spcAft>
                <a:spcPts val="200"/>
              </a:spcAft>
              <a:buNone/>
            </a:pPr>
            <a:r>
              <a:rPr lang="ja-JP" altLang="en-US" sz="2500" b="0" dirty="0">
                <a:solidFill>
                  <a:srgbClr val="1F271D"/>
                </a:solidFill>
                <a:latin typeface="Meiryo"/>
                <a:ea typeface="Meiryo"/>
                <a:cs typeface="Meiryo"/>
              </a:rPr>
              <a:t>ほかにもある。</a:t>
            </a:r>
            <a:endParaRPr lang="ja-JP" sz="25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up)">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up)">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0">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83792"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参考</a:t>
            </a:r>
            <a:endParaRPr lang="ja-JP" sz="1600"/>
          </a:p>
        </p:txBody>
      </p:sp>
      <p:sp>
        <p:nvSpPr>
          <p:cNvPr id="6" name="t 6"/>
          <p:cNvSpPr txBox="1"/>
          <p:nvPr/>
        </p:nvSpPr>
        <p:spPr>
          <a:xfrm>
            <a:off x="2252472"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～に基づいて</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～を基準と考えて、あることをする</a:t>
            </a:r>
            <a:endParaRPr lang="ja-JP" sz="1800"/>
          </a:p>
        </p:txBody>
      </p:sp>
      <p:sp>
        <p:nvSpPr>
          <p:cNvPr id="9" name="conn 9"/>
          <p:cNvSpPr/>
          <p:nvPr/>
        </p:nvSpPr>
        <p:spPr>
          <a:xfrm>
            <a:off x="685800" y="2148840"/>
            <a:ext cx="10820095" cy="13716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N ＋ </a:t>
            </a:r>
            <a:r>
              <a:rPr lang="ja-JP" altLang="en-US" sz="2200" b="1" dirty="0">
                <a:solidFill>
                  <a:srgbClr val="A64B31"/>
                </a:solidFill>
                <a:highlight>
                  <a:srgbClr val="F9E2A0"/>
                </a:highlight>
                <a:latin typeface="Meiryo"/>
                <a:ea typeface="Meiryo"/>
                <a:cs typeface="Meiryo"/>
              </a:rPr>
              <a:t>に基づいて</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データ</a:t>
            </a:r>
            <a:r>
              <a:rPr lang="ja-JP" altLang="en-US" sz="1700" b="1" dirty="0">
                <a:solidFill>
                  <a:srgbClr val="A64B31"/>
                </a:solidFill>
                <a:highlight>
                  <a:srgbClr val="F9E2A0"/>
                </a:highlight>
                <a:latin typeface="Meiryo"/>
                <a:ea typeface="Meiryo"/>
                <a:cs typeface="Meiryo"/>
              </a:rPr>
              <a:t>に基づいて</a:t>
            </a:r>
            <a:endParaRPr lang="ja-JP" sz="1700"/>
          </a:p>
        </p:txBody>
      </p:sp>
      <p:sp>
        <p:nvSpPr>
          <p:cNvPr id="13" name="form 13"/>
          <p:cNvSpPr txBox="1"/>
          <p:nvPr/>
        </p:nvSpPr>
        <p:spPr>
          <a:xfrm>
            <a:off x="2103120" y="28346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N ＋ </a:t>
            </a:r>
            <a:r>
              <a:rPr lang="ja-JP" altLang="en-US" sz="2200" b="1" dirty="0">
                <a:solidFill>
                  <a:srgbClr val="A64B31"/>
                </a:solidFill>
                <a:highlight>
                  <a:srgbClr val="F9E2A0"/>
                </a:highlight>
                <a:latin typeface="Meiryo"/>
                <a:ea typeface="Meiryo"/>
                <a:cs typeface="Meiryo"/>
              </a:rPr>
              <a:t>に基づく／に基づいた</a:t>
            </a:r>
            <a:r>
              <a:rPr lang="ja-JP" altLang="en-US" sz="2200" b="1" dirty="0">
                <a:solidFill>
                  <a:srgbClr val="1F271D"/>
                </a:solidFill>
                <a:latin typeface="Meiryo"/>
                <a:ea typeface="Meiryo"/>
                <a:cs typeface="Meiryo"/>
              </a:rPr>
              <a:t> ＋ N</a:t>
            </a:r>
            <a:endParaRPr lang="ja-JP" sz="2200"/>
          </a:p>
        </p:txBody>
      </p:sp>
      <p:sp>
        <p:nvSpPr>
          <p:cNvPr id="14" name="ex 14"/>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実験結果</a:t>
            </a:r>
            <a:r>
              <a:rPr lang="ja-JP" altLang="en-US" sz="1700" b="1" dirty="0">
                <a:solidFill>
                  <a:srgbClr val="A64B31"/>
                </a:solidFill>
                <a:highlight>
                  <a:srgbClr val="F9E2A0"/>
                </a:highlight>
                <a:latin typeface="Meiryo"/>
                <a:ea typeface="Meiryo"/>
                <a:cs typeface="Meiryo"/>
              </a:rPr>
              <a:t>に基づいた</a:t>
            </a:r>
            <a:r>
              <a:rPr lang="ja-JP" altLang="en-US" sz="1700" b="0" dirty="0">
                <a:solidFill>
                  <a:srgbClr val="7A6F62"/>
                </a:solidFill>
                <a:latin typeface="Meiryo"/>
                <a:ea typeface="Meiryo"/>
                <a:cs typeface="Meiryo"/>
              </a:rPr>
              <a:t>トレーニング</a:t>
            </a:r>
            <a:endParaRPr lang="ja-JP" sz="1700"/>
          </a:p>
        </p:txBody>
      </p:sp>
      <p:sp>
        <p:nvSpPr>
          <p:cNvPr id="15" name="pill 15"/>
          <p:cNvSpPr txBox="1"/>
          <p:nvPr/>
        </p:nvSpPr>
        <p:spPr>
          <a:xfrm>
            <a:off x="685800" y="3840480"/>
            <a:ext cx="8636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意味</a:t>
            </a:r>
            <a:endParaRPr lang="ja-JP" sz="1600"/>
          </a:p>
        </p:txBody>
      </p:sp>
      <p:sp>
        <p:nvSpPr>
          <p:cNvPr id="16" name="body 16"/>
          <p:cNvSpPr txBox="1"/>
          <p:nvPr/>
        </p:nvSpPr>
        <p:spPr>
          <a:xfrm>
            <a:off x="685800" y="4407408"/>
            <a:ext cx="520430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ルール・データ・事実などを基準にして、何かをする。</a:t>
            </a:r>
            <a:endParaRPr lang="ja-JP" sz="1600"/>
          </a:p>
        </p:txBody>
      </p:sp>
      <p:sp>
        <p:nvSpPr>
          <p:cNvPr id="17" name="rei 17"/>
          <p:cNvSpPr txBox="1"/>
          <p:nvPr/>
        </p:nvSpPr>
        <p:spPr>
          <a:xfrm>
            <a:off x="685800"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18" name="pex 18"/>
          <p:cNvSpPr txBox="1"/>
          <p:nvPr/>
        </p:nvSpPr>
        <p:spPr>
          <a:xfrm>
            <a:off x="1188720" y="5213096"/>
            <a:ext cx="4701388" cy="37871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900" b="0" dirty="0">
                <a:solidFill>
                  <a:srgbClr val="1F271D"/>
                </a:solidFill>
                <a:latin typeface="Meiryo"/>
                <a:ea typeface="Meiryo"/>
                <a:cs typeface="Meiryo"/>
              </a:rPr>
              <a:t>計画</a:t>
            </a:r>
            <a:r>
              <a:rPr lang="ja-JP" altLang="en-US" sz="1900" b="1" dirty="0">
                <a:solidFill>
                  <a:srgbClr val="A64B31"/>
                </a:solidFill>
                <a:highlight>
                  <a:srgbClr val="F9E2A0"/>
                </a:highlight>
                <a:latin typeface="Meiryo"/>
                <a:ea typeface="Meiryo"/>
                <a:cs typeface="Meiryo"/>
              </a:rPr>
              <a:t>に基づいて</a:t>
            </a:r>
            <a:r>
              <a:rPr lang="ja-JP" altLang="en-US" sz="1900" b="0" dirty="0">
                <a:solidFill>
                  <a:srgbClr val="1F271D"/>
                </a:solidFill>
                <a:latin typeface="Meiryo"/>
                <a:ea typeface="Meiryo"/>
                <a:cs typeface="Meiryo"/>
              </a:rPr>
              <a:t>進める。</a:t>
            </a:r>
            <a:endParaRPr lang="ja-JP" sz="1900"/>
          </a:p>
        </p:txBody>
      </p:sp>
      <p:sp>
        <p:nvSpPr>
          <p:cNvPr id="19" name="vrule 19"/>
          <p:cNvSpPr/>
          <p:nvPr/>
        </p:nvSpPr>
        <p:spPr>
          <a:xfrm>
            <a:off x="6095848" y="3886200"/>
            <a:ext cx="13716" cy="2560320"/>
          </a:xfrm>
          <a:prstGeom prst="rect">
            <a:avLst/>
          </a:prstGeom>
          <a:solidFill>
            <a:srgbClr val="DBCCBA"/>
          </a:solidFill>
          <a:ln>
            <a:noFill/>
          </a:ln>
        </p:spPr>
        <p:txBody>
          <a:bodyPr rtlCol="0" anchor="ctr"/>
          <a:lstStyle/>
          <a:p>
            <a:endParaRPr lang="ja-JP"/>
          </a:p>
        </p:txBody>
      </p:sp>
      <p:sp>
        <p:nvSpPr>
          <p:cNvPr id="20" name="pill 20"/>
          <p:cNvSpPr txBox="1"/>
          <p:nvPr/>
        </p:nvSpPr>
        <p:spPr>
          <a:xfrm>
            <a:off x="6301588" y="3840480"/>
            <a:ext cx="2489200"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「をもとに」との違い</a:t>
            </a:r>
            <a:endParaRPr lang="ja-JP" sz="1600"/>
          </a:p>
        </p:txBody>
      </p:sp>
      <p:sp>
        <p:nvSpPr>
          <p:cNvPr id="21" name="body 21"/>
          <p:cNvSpPr txBox="1"/>
          <p:nvPr/>
        </p:nvSpPr>
        <p:spPr>
          <a:xfrm>
            <a:off x="6301588" y="4407408"/>
            <a:ext cx="520430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をもとに：材料にして新しく作る</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に基づいて：基準として守る・従う</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500"/>
                                        <p:tgtEl>
                                          <p:spTgt spid="19"/>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500"/>
                                        <p:tgtEl>
                                          <p:spTgt spid="20"/>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63.xml><?xml version="1.0" encoding="utf-8"?>
<p:sld xmlns:a="http://schemas.openxmlformats.org/drawingml/2006/main" xmlns:r="http://schemas.openxmlformats.org/officeDocument/2006/relationships" xmlns:p="http://schemas.openxmlformats.org/presentationml/2006/main" show="0">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6764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～に基づいて</a:t>
            </a:r>
            <a:endParaRPr lang="ja-JP" sz="1600"/>
          </a:p>
        </p:txBody>
      </p:sp>
      <p:sp>
        <p:nvSpPr>
          <p:cNvPr id="6" name="t 6"/>
          <p:cNvSpPr txBox="1"/>
          <p:nvPr/>
        </p:nvSpPr>
        <p:spPr>
          <a:xfrm>
            <a:off x="25450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例文</a:t>
            </a:r>
            <a:endParaRPr lang="ja-JP" sz="1400"/>
          </a:p>
        </p:txBody>
      </p:sp>
      <p:sp>
        <p:nvSpPr>
          <p:cNvPr id="7" name="badge 7"/>
          <p:cNvSpPr txBox="1"/>
          <p:nvPr/>
        </p:nvSpPr>
        <p:spPr>
          <a:xfrm>
            <a:off x="685800" y="1155446"/>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①</a:t>
            </a:r>
            <a:endParaRPr lang="ja-JP" sz="1700"/>
          </a:p>
        </p:txBody>
      </p:sp>
      <p:sp>
        <p:nvSpPr>
          <p:cNvPr id="8" name="t 8"/>
          <p:cNvSpPr txBox="1"/>
          <p:nvPr/>
        </p:nvSpPr>
        <p:spPr>
          <a:xfrm>
            <a:off x="1417320" y="1188720"/>
            <a:ext cx="10088575" cy="4089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最新のデータ</a:t>
            </a:r>
            <a:r>
              <a:rPr lang="ja-JP" altLang="en-US" sz="2300" b="1" dirty="0">
                <a:solidFill>
                  <a:srgbClr val="A64B31"/>
                </a:solidFill>
                <a:highlight>
                  <a:srgbClr val="F9E2A0"/>
                </a:highlight>
                <a:latin typeface="Meiryo"/>
                <a:ea typeface="Meiryo"/>
                <a:cs typeface="Meiryo"/>
              </a:rPr>
              <a:t>に基づいて</a:t>
            </a:r>
            <a:r>
              <a:rPr lang="ja-JP" altLang="en-US" sz="2300" b="0" dirty="0">
                <a:solidFill>
                  <a:srgbClr val="1F271D"/>
                </a:solidFill>
                <a:latin typeface="Meiryo"/>
                <a:ea typeface="Meiryo"/>
                <a:cs typeface="Meiryo"/>
              </a:rPr>
              <a:t>売り上げ計画を立てたいと思います。</a:t>
            </a:r>
            <a:endParaRPr lang="ja-JP" sz="2300"/>
          </a:p>
        </p:txBody>
      </p:sp>
      <p:sp>
        <p:nvSpPr>
          <p:cNvPr id="9" name="badge 9"/>
          <p:cNvSpPr txBox="1"/>
          <p:nvPr/>
        </p:nvSpPr>
        <p:spPr>
          <a:xfrm>
            <a:off x="685800" y="1820418"/>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②</a:t>
            </a:r>
            <a:endParaRPr lang="ja-JP" sz="1700"/>
          </a:p>
        </p:txBody>
      </p:sp>
      <p:sp>
        <p:nvSpPr>
          <p:cNvPr id="10" name="t 10"/>
          <p:cNvSpPr txBox="1"/>
          <p:nvPr/>
        </p:nvSpPr>
        <p:spPr>
          <a:xfrm>
            <a:off x="1417320" y="1853692"/>
            <a:ext cx="10088575" cy="8178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国の道路計画</a:t>
            </a:r>
            <a:r>
              <a:rPr lang="ja-JP" altLang="en-US" sz="2300" b="1" dirty="0">
                <a:solidFill>
                  <a:srgbClr val="A64B31"/>
                </a:solidFill>
                <a:highlight>
                  <a:srgbClr val="F9E2A0"/>
                </a:highlight>
                <a:latin typeface="Meiryo"/>
                <a:ea typeface="Meiryo"/>
                <a:cs typeface="Meiryo"/>
              </a:rPr>
              <a:t>に基づいて</a:t>
            </a:r>
            <a:r>
              <a:rPr lang="ja-JP" altLang="en-US" sz="2300" b="0" dirty="0">
                <a:solidFill>
                  <a:srgbClr val="1F271D"/>
                </a:solidFill>
                <a:latin typeface="Meiryo"/>
                <a:ea typeface="Meiryo"/>
                <a:cs typeface="Meiryo"/>
              </a:rPr>
              <a:t>あちこちに新しい道路ができ上がっていく。</a:t>
            </a:r>
            <a:endParaRPr lang="ja-JP" sz="2300"/>
          </a:p>
        </p:txBody>
      </p:sp>
      <p:sp>
        <p:nvSpPr>
          <p:cNvPr id="11" name="badge 11"/>
          <p:cNvSpPr txBox="1"/>
          <p:nvPr/>
        </p:nvSpPr>
        <p:spPr>
          <a:xfrm>
            <a:off x="685800" y="2894330"/>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③</a:t>
            </a:r>
            <a:endParaRPr lang="ja-JP" sz="1700"/>
          </a:p>
        </p:txBody>
      </p:sp>
      <p:sp>
        <p:nvSpPr>
          <p:cNvPr id="12" name="t 12"/>
          <p:cNvSpPr txBox="1"/>
          <p:nvPr/>
        </p:nvSpPr>
        <p:spPr>
          <a:xfrm>
            <a:off x="1417320" y="2927604"/>
            <a:ext cx="10088575" cy="8178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このジムでは、科学的な実験結果</a:t>
            </a:r>
            <a:r>
              <a:rPr lang="ja-JP" altLang="en-US" sz="2300" b="1" dirty="0">
                <a:solidFill>
                  <a:srgbClr val="A64B31"/>
                </a:solidFill>
                <a:highlight>
                  <a:srgbClr val="F9E2A0"/>
                </a:highlight>
                <a:latin typeface="Meiryo"/>
                <a:ea typeface="Meiryo"/>
                <a:cs typeface="Meiryo"/>
              </a:rPr>
              <a:t>に基づいた</a:t>
            </a:r>
            <a:endParaRPr lang="ja-JP" sz="2300"/>
          </a:p>
          <a:p>
            <a:pPr algn="l">
              <a:lnSpc>
                <a:spcPct val="118000"/>
              </a:lnSpc>
              <a:spcBef>
                <a:spcPts val="0"/>
              </a:spcBef>
              <a:spcAft>
                <a:spcPts val="200"/>
              </a:spcAft>
              <a:buNone/>
            </a:pPr>
            <a:r>
              <a:rPr lang="ja-JP" altLang="en-US" sz="2300" b="0" dirty="0">
                <a:solidFill>
                  <a:srgbClr val="1F271D"/>
                </a:solidFill>
                <a:latin typeface="Meiryo"/>
                <a:ea typeface="Meiryo"/>
                <a:cs typeface="Meiryo"/>
              </a:rPr>
              <a:t>筋肉トレーニングを行っている。</a:t>
            </a:r>
            <a:endParaRPr lang="ja-JP" sz="2300"/>
          </a:p>
        </p:txBody>
      </p:sp>
      <p:sp>
        <p:nvSpPr>
          <p:cNvPr id="13" name="badge 13"/>
          <p:cNvSpPr txBox="1"/>
          <p:nvPr/>
        </p:nvSpPr>
        <p:spPr>
          <a:xfrm>
            <a:off x="685800" y="3968242"/>
            <a:ext cx="475488" cy="47548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④</a:t>
            </a:r>
            <a:endParaRPr lang="ja-JP" sz="1700"/>
          </a:p>
        </p:txBody>
      </p:sp>
      <p:sp>
        <p:nvSpPr>
          <p:cNvPr id="14" name="t 14"/>
          <p:cNvSpPr txBox="1"/>
          <p:nvPr/>
        </p:nvSpPr>
        <p:spPr>
          <a:xfrm>
            <a:off x="1417320" y="4001516"/>
            <a:ext cx="10088575" cy="8178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今日の留学説明会では、実際の経験</a:t>
            </a:r>
            <a:r>
              <a:rPr lang="ja-JP" altLang="en-US" sz="2300" b="1" dirty="0">
                <a:solidFill>
                  <a:srgbClr val="A64B31"/>
                </a:solidFill>
                <a:highlight>
                  <a:srgbClr val="F9E2A0"/>
                </a:highlight>
                <a:latin typeface="Meiryo"/>
                <a:ea typeface="Meiryo"/>
                <a:cs typeface="Meiryo"/>
              </a:rPr>
              <a:t>に基づく</a:t>
            </a:r>
            <a:r>
              <a:rPr lang="ja-JP" altLang="en-US" sz="2300" b="0" dirty="0">
                <a:solidFill>
                  <a:srgbClr val="1F271D"/>
                </a:solidFill>
                <a:latin typeface="Meiryo"/>
                <a:ea typeface="Meiryo"/>
                <a:cs typeface="Meiryo"/>
              </a:rPr>
              <a:t>いい話を聞くことができた。</a:t>
            </a:r>
            <a:endParaRPr lang="ja-JP" sz="23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up)">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up)">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up)">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64.xml><?xml version="1.0" encoding="utf-8"?>
<p:sld xmlns:a="http://schemas.openxmlformats.org/drawingml/2006/main" xmlns:r="http://schemas.openxmlformats.org/officeDocument/2006/relationships" xmlns:p="http://schemas.openxmlformats.org/presentationml/2006/main" show="0">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863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練習</a:t>
            </a:r>
            <a:endParaRPr lang="ja-JP" sz="1600"/>
          </a:p>
        </p:txBody>
      </p:sp>
      <p:sp>
        <p:nvSpPr>
          <p:cNvPr id="6" name="t 6"/>
          <p:cNvSpPr txBox="1"/>
          <p:nvPr/>
        </p:nvSpPr>
        <p:spPr>
          <a:xfrm>
            <a:off x="1732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～をもとに（して）</a:t>
            </a:r>
            <a:endParaRPr lang="ja-JP" sz="1400"/>
          </a:p>
        </p:txBody>
      </p:sp>
      <p:sp>
        <p:nvSpPr>
          <p:cNvPr id="7" name="badge 7"/>
          <p:cNvSpPr txBox="1"/>
          <p:nvPr/>
        </p:nvSpPr>
        <p:spPr>
          <a:xfrm>
            <a:off x="685800" y="1078992"/>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1</a:t>
            </a:r>
            <a:endParaRPr lang="ja-JP" sz="1500"/>
          </a:p>
        </p:txBody>
      </p:sp>
      <p:sp>
        <p:nvSpPr>
          <p:cNvPr id="8" name="t 8"/>
          <p:cNvSpPr txBox="1"/>
          <p:nvPr/>
        </p:nvSpPr>
        <p:spPr>
          <a:xfrm>
            <a:off x="1325880" y="1051560"/>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あのアメリカ映画は（　　　　）をもとにして作られたものだそうだ。</a:t>
            </a:r>
            <a:endParaRPr lang="ja-JP" sz="2000"/>
          </a:p>
        </p:txBody>
      </p:sp>
      <p:sp>
        <p:nvSpPr>
          <p:cNvPr id="9" name="t 9"/>
          <p:cNvSpPr txBox="1"/>
          <p:nvPr/>
        </p:nvSpPr>
        <p:spPr>
          <a:xfrm>
            <a:off x="1417320"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日本の実話</a:t>
            </a:r>
            <a:endParaRPr lang="ja-JP" sz="1900"/>
          </a:p>
        </p:txBody>
      </p:sp>
      <p:sp>
        <p:nvSpPr>
          <p:cNvPr id="10" name="maru 10"/>
          <p:cNvSpPr/>
          <p:nvPr/>
        </p:nvSpPr>
        <p:spPr>
          <a:xfrm>
            <a:off x="1216152" y="1490472"/>
            <a:ext cx="2223008" cy="566928"/>
          </a:xfrm>
          <a:prstGeom prst="ellipse">
            <a:avLst/>
          </a:prstGeom>
          <a:noFill/>
          <a:ln w="34925">
            <a:solidFill>
              <a:srgbClr val="A64B31"/>
            </a:solidFill>
          </a:ln>
        </p:spPr>
        <p:txBody>
          <a:bodyPr rtlCol="0" anchor="ctr"/>
          <a:lstStyle/>
          <a:p>
            <a:endParaRPr lang="ja-JP"/>
          </a:p>
        </p:txBody>
      </p:sp>
      <p:sp>
        <p:nvSpPr>
          <p:cNvPr id="11" name="t 11"/>
          <p:cNvSpPr txBox="1"/>
          <p:nvPr/>
        </p:nvSpPr>
        <p:spPr>
          <a:xfrm>
            <a:off x="4780178"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コンピューター技術</a:t>
            </a:r>
            <a:endParaRPr lang="ja-JP" sz="1900"/>
          </a:p>
        </p:txBody>
      </p:sp>
      <p:sp>
        <p:nvSpPr>
          <p:cNvPr id="12" name="t 12"/>
          <p:cNvSpPr txBox="1"/>
          <p:nvPr/>
        </p:nvSpPr>
        <p:spPr>
          <a:xfrm>
            <a:off x="8143037"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有名な監督</a:t>
            </a:r>
            <a:endParaRPr lang="ja-JP" sz="1900"/>
          </a:p>
        </p:txBody>
      </p:sp>
      <p:sp>
        <p:nvSpPr>
          <p:cNvPr id="13" name="badge 13"/>
          <p:cNvSpPr txBox="1"/>
          <p:nvPr/>
        </p:nvSpPr>
        <p:spPr>
          <a:xfrm>
            <a:off x="685800" y="2157984"/>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2</a:t>
            </a:r>
            <a:endParaRPr lang="ja-JP" sz="1500"/>
          </a:p>
        </p:txBody>
      </p:sp>
      <p:sp>
        <p:nvSpPr>
          <p:cNvPr id="14" name="t 14"/>
          <p:cNvSpPr txBox="1"/>
          <p:nvPr/>
        </p:nvSpPr>
        <p:spPr>
          <a:xfrm>
            <a:off x="1325880" y="2130552"/>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　　　　）をもとにして（　　　　）ができた。</a:t>
            </a:r>
            <a:endParaRPr lang="ja-JP" sz="2000"/>
          </a:p>
        </p:txBody>
      </p:sp>
      <p:sp>
        <p:nvSpPr>
          <p:cNvPr id="15" name="t 15"/>
          <p:cNvSpPr txBox="1"/>
          <p:nvPr/>
        </p:nvSpPr>
        <p:spPr>
          <a:xfrm>
            <a:off x="1417320" y="2642616"/>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牛肉／ハンバーグ</a:t>
            </a:r>
            <a:endParaRPr lang="ja-JP" sz="1900"/>
          </a:p>
        </p:txBody>
      </p:sp>
      <p:sp>
        <p:nvSpPr>
          <p:cNvPr id="16" name="t 16"/>
          <p:cNvSpPr txBox="1"/>
          <p:nvPr/>
        </p:nvSpPr>
        <p:spPr>
          <a:xfrm>
            <a:off x="6461608" y="2642616"/>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毛糸／セーター</a:t>
            </a:r>
            <a:endParaRPr lang="ja-JP" sz="1900"/>
          </a:p>
        </p:txBody>
      </p:sp>
      <p:sp>
        <p:nvSpPr>
          <p:cNvPr id="17" name="t 17"/>
          <p:cNvSpPr txBox="1"/>
          <p:nvPr/>
        </p:nvSpPr>
        <p:spPr>
          <a:xfrm>
            <a:off x="1417320" y="3063240"/>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漢字／ひらがなとカタカナ</a:t>
            </a:r>
            <a:endParaRPr lang="ja-JP" sz="1900"/>
          </a:p>
        </p:txBody>
      </p:sp>
      <p:sp>
        <p:nvSpPr>
          <p:cNvPr id="18" name="maru 18"/>
          <p:cNvSpPr/>
          <p:nvPr/>
        </p:nvSpPr>
        <p:spPr>
          <a:xfrm>
            <a:off x="1216152" y="2990088"/>
            <a:ext cx="3912108" cy="566928"/>
          </a:xfrm>
          <a:prstGeom prst="ellipse">
            <a:avLst/>
          </a:prstGeom>
          <a:noFill/>
          <a:ln w="34925">
            <a:solidFill>
              <a:srgbClr val="A64B31"/>
            </a:solidFill>
          </a:ln>
        </p:spPr>
        <p:txBody>
          <a:bodyPr rtlCol="0" anchor="ctr"/>
          <a:lstStyle/>
          <a:p>
            <a:endParaRPr lang="ja-JP"/>
          </a:p>
        </p:txBody>
      </p:sp>
      <p:sp>
        <p:nvSpPr>
          <p:cNvPr id="19" name="badge 19"/>
          <p:cNvSpPr txBox="1"/>
          <p:nvPr/>
        </p:nvSpPr>
        <p:spPr>
          <a:xfrm>
            <a:off x="685800" y="3657600"/>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3</a:t>
            </a:r>
            <a:endParaRPr lang="ja-JP" sz="1500"/>
          </a:p>
        </p:txBody>
      </p:sp>
      <p:sp>
        <p:nvSpPr>
          <p:cNvPr id="20" name="t 20"/>
          <p:cNvSpPr txBox="1"/>
          <p:nvPr/>
        </p:nvSpPr>
        <p:spPr>
          <a:xfrm>
            <a:off x="1325880" y="3630168"/>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　　　　）をもとにロボットを作る計画を立てた。</a:t>
            </a:r>
            <a:endParaRPr lang="ja-JP" sz="2000"/>
          </a:p>
        </p:txBody>
      </p:sp>
      <p:sp>
        <p:nvSpPr>
          <p:cNvPr id="21" name="t 21"/>
          <p:cNvSpPr txBox="1"/>
          <p:nvPr/>
        </p:nvSpPr>
        <p:spPr>
          <a:xfrm>
            <a:off x="1417320" y="4142232"/>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実験</a:t>
            </a:r>
            <a:endParaRPr lang="ja-JP" sz="1900"/>
          </a:p>
        </p:txBody>
      </p:sp>
      <p:sp>
        <p:nvSpPr>
          <p:cNvPr id="22" name="t 22"/>
          <p:cNvSpPr txBox="1"/>
          <p:nvPr/>
        </p:nvSpPr>
        <p:spPr>
          <a:xfrm>
            <a:off x="4780178" y="4142232"/>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山中先生の指導</a:t>
            </a:r>
            <a:endParaRPr lang="ja-JP" sz="1900"/>
          </a:p>
        </p:txBody>
      </p:sp>
      <p:sp>
        <p:nvSpPr>
          <p:cNvPr id="23" name="t 23"/>
          <p:cNvSpPr txBox="1"/>
          <p:nvPr/>
        </p:nvSpPr>
        <p:spPr>
          <a:xfrm>
            <a:off x="8143037" y="4142232"/>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頭の中にあるイメージ</a:t>
            </a:r>
            <a:endParaRPr lang="ja-JP" sz="1900"/>
          </a:p>
        </p:txBody>
      </p:sp>
      <p:sp>
        <p:nvSpPr>
          <p:cNvPr id="24" name="maru 24"/>
          <p:cNvSpPr/>
          <p:nvPr/>
        </p:nvSpPr>
        <p:spPr>
          <a:xfrm>
            <a:off x="7941869" y="4069080"/>
            <a:ext cx="3429508" cy="566928"/>
          </a:xfrm>
          <a:prstGeom prst="ellipse">
            <a:avLst/>
          </a:prstGeom>
          <a:noFill/>
          <a:ln w="34925">
            <a:solidFill>
              <a:srgbClr val="A64B31"/>
            </a:solidFill>
          </a:ln>
        </p:spPr>
        <p:txBody>
          <a:bodyPr rtlCol="0" anchor="ctr"/>
          <a:lstStyle/>
          <a:p>
            <a:endParaRPr lang="ja-JP"/>
          </a:p>
        </p:txBody>
      </p:sp>
      <p:sp>
        <p:nvSpPr>
          <p:cNvPr id="25" name="badge 25"/>
          <p:cNvSpPr txBox="1"/>
          <p:nvPr/>
        </p:nvSpPr>
        <p:spPr>
          <a:xfrm>
            <a:off x="685800" y="4736592"/>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4</a:t>
            </a:r>
            <a:endParaRPr lang="ja-JP" sz="1500"/>
          </a:p>
        </p:txBody>
      </p:sp>
      <p:sp>
        <p:nvSpPr>
          <p:cNvPr id="26" name="t 26"/>
          <p:cNvSpPr txBox="1"/>
          <p:nvPr/>
        </p:nvSpPr>
        <p:spPr>
          <a:xfrm>
            <a:off x="1325880" y="4709160"/>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この町の中学生が出したアイディアをもとに（　　　　）。</a:t>
            </a:r>
            <a:endParaRPr lang="ja-JP" sz="2000"/>
          </a:p>
        </p:txBody>
      </p:sp>
      <p:sp>
        <p:nvSpPr>
          <p:cNvPr id="27" name="t 27"/>
          <p:cNvSpPr txBox="1"/>
          <p:nvPr/>
        </p:nvSpPr>
        <p:spPr>
          <a:xfrm>
            <a:off x="1417320" y="5221224"/>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駅前広場のデザインを変えた</a:t>
            </a:r>
            <a:endParaRPr lang="ja-JP" sz="1900"/>
          </a:p>
        </p:txBody>
      </p:sp>
      <p:sp>
        <p:nvSpPr>
          <p:cNvPr id="28" name="maru 28"/>
          <p:cNvSpPr/>
          <p:nvPr/>
        </p:nvSpPr>
        <p:spPr>
          <a:xfrm>
            <a:off x="1216152" y="5148072"/>
            <a:ext cx="4153408" cy="566928"/>
          </a:xfrm>
          <a:prstGeom prst="ellipse">
            <a:avLst/>
          </a:prstGeom>
          <a:noFill/>
          <a:ln w="34925">
            <a:solidFill>
              <a:srgbClr val="A64B31"/>
            </a:solidFill>
          </a:ln>
        </p:spPr>
        <p:txBody>
          <a:bodyPr rtlCol="0" anchor="ctr"/>
          <a:lstStyle/>
          <a:p>
            <a:endParaRPr lang="ja-JP"/>
          </a:p>
        </p:txBody>
      </p:sp>
      <p:sp>
        <p:nvSpPr>
          <p:cNvPr id="29" name="t 29"/>
          <p:cNvSpPr txBox="1"/>
          <p:nvPr/>
        </p:nvSpPr>
        <p:spPr>
          <a:xfrm>
            <a:off x="6461608" y="5221224"/>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駅前広場がきれいになった</a:t>
            </a:r>
            <a:endParaRPr lang="ja-JP" sz="1900"/>
          </a:p>
        </p:txBody>
      </p:sp>
      <p:sp>
        <p:nvSpPr>
          <p:cNvPr id="30" name="t 30"/>
          <p:cNvSpPr txBox="1"/>
          <p:nvPr/>
        </p:nvSpPr>
        <p:spPr>
          <a:xfrm>
            <a:off x="1417320" y="5641848"/>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駅前からのバスの本数が多くなった</a:t>
            </a:r>
            <a:endParaRPr lang="ja-JP" sz="19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7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heel(1)">
                                      <p:cBhvr>
                                        <p:cTn id="12" dur="7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heel(1)">
                                      <p:cBhvr>
                                        <p:cTn id="17" dur="7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heel(1)">
                                      <p:cBhvr>
                                        <p:cTn id="22" dur="7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P spid="24" grpId="0" animBg="1"/>
      <p:bldP spid="28"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0">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863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練習</a:t>
            </a:r>
            <a:endParaRPr lang="ja-JP" sz="1600"/>
          </a:p>
        </p:txBody>
      </p:sp>
      <p:sp>
        <p:nvSpPr>
          <p:cNvPr id="6" name="t 6"/>
          <p:cNvSpPr txBox="1"/>
          <p:nvPr/>
        </p:nvSpPr>
        <p:spPr>
          <a:xfrm>
            <a:off x="1732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～に基づいて</a:t>
            </a:r>
            <a:endParaRPr lang="ja-JP" sz="1400"/>
          </a:p>
        </p:txBody>
      </p:sp>
      <p:sp>
        <p:nvSpPr>
          <p:cNvPr id="7" name="badge 7"/>
          <p:cNvSpPr txBox="1"/>
          <p:nvPr/>
        </p:nvSpPr>
        <p:spPr>
          <a:xfrm>
            <a:off x="685800" y="1078992"/>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1</a:t>
            </a:r>
            <a:endParaRPr lang="ja-JP" sz="1500"/>
          </a:p>
        </p:txBody>
      </p:sp>
      <p:sp>
        <p:nvSpPr>
          <p:cNvPr id="8" name="t 8"/>
          <p:cNvSpPr txBox="1"/>
          <p:nvPr/>
        </p:nvSpPr>
        <p:spPr>
          <a:xfrm>
            <a:off x="1325880" y="1051560"/>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　　　　）に基づいて市役所を建て直す計画が立てられた。</a:t>
            </a:r>
            <a:endParaRPr lang="ja-JP" sz="2000"/>
          </a:p>
        </p:txBody>
      </p:sp>
      <p:sp>
        <p:nvSpPr>
          <p:cNvPr id="9" name="t 9"/>
          <p:cNvSpPr txBox="1"/>
          <p:nvPr/>
        </p:nvSpPr>
        <p:spPr>
          <a:xfrm>
            <a:off x="1417320"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アンケート結果</a:t>
            </a:r>
            <a:endParaRPr lang="ja-JP" sz="1900"/>
          </a:p>
        </p:txBody>
      </p:sp>
      <p:sp>
        <p:nvSpPr>
          <p:cNvPr id="10" name="maru 10"/>
          <p:cNvSpPr/>
          <p:nvPr/>
        </p:nvSpPr>
        <p:spPr>
          <a:xfrm>
            <a:off x="1216152" y="1490472"/>
            <a:ext cx="2705608" cy="566928"/>
          </a:xfrm>
          <a:prstGeom prst="ellipse">
            <a:avLst/>
          </a:prstGeom>
          <a:noFill/>
          <a:ln w="34925">
            <a:solidFill>
              <a:srgbClr val="A64B31"/>
            </a:solidFill>
          </a:ln>
        </p:spPr>
        <p:txBody>
          <a:bodyPr rtlCol="0" anchor="ctr"/>
          <a:lstStyle/>
          <a:p>
            <a:endParaRPr lang="ja-JP"/>
          </a:p>
        </p:txBody>
      </p:sp>
      <p:sp>
        <p:nvSpPr>
          <p:cNvPr id="11" name="t 11"/>
          <p:cNvSpPr txBox="1"/>
          <p:nvPr/>
        </p:nvSpPr>
        <p:spPr>
          <a:xfrm>
            <a:off x="4780178"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市民たち</a:t>
            </a:r>
            <a:endParaRPr lang="ja-JP" sz="1900"/>
          </a:p>
        </p:txBody>
      </p:sp>
      <p:sp>
        <p:nvSpPr>
          <p:cNvPr id="12" name="t 12"/>
          <p:cNvSpPr txBox="1"/>
          <p:nvPr/>
        </p:nvSpPr>
        <p:spPr>
          <a:xfrm>
            <a:off x="8143037"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税金</a:t>
            </a:r>
            <a:endParaRPr lang="ja-JP" sz="1900"/>
          </a:p>
        </p:txBody>
      </p:sp>
      <p:sp>
        <p:nvSpPr>
          <p:cNvPr id="13" name="badge 13"/>
          <p:cNvSpPr txBox="1"/>
          <p:nvPr/>
        </p:nvSpPr>
        <p:spPr>
          <a:xfrm>
            <a:off x="685800" y="2157984"/>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2</a:t>
            </a:r>
            <a:endParaRPr lang="ja-JP" sz="1500"/>
          </a:p>
        </p:txBody>
      </p:sp>
      <p:sp>
        <p:nvSpPr>
          <p:cNvPr id="14" name="t 14"/>
          <p:cNvSpPr txBox="1"/>
          <p:nvPr/>
        </p:nvSpPr>
        <p:spPr>
          <a:xfrm>
            <a:off x="1325880" y="2130552"/>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わたしはこの会社の（　　　　）に基づいたやり方を守っていきたいと思っている。</a:t>
            </a:r>
            <a:endParaRPr lang="ja-JP" sz="2000"/>
          </a:p>
        </p:txBody>
      </p:sp>
      <p:sp>
        <p:nvSpPr>
          <p:cNvPr id="15" name="t 15"/>
          <p:cNvSpPr txBox="1"/>
          <p:nvPr/>
        </p:nvSpPr>
        <p:spPr>
          <a:xfrm>
            <a:off x="1417320"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企業精神</a:t>
            </a:r>
            <a:endParaRPr lang="ja-JP" sz="1900"/>
          </a:p>
        </p:txBody>
      </p:sp>
      <p:sp>
        <p:nvSpPr>
          <p:cNvPr id="16" name="maru 16"/>
          <p:cNvSpPr/>
          <p:nvPr/>
        </p:nvSpPr>
        <p:spPr>
          <a:xfrm>
            <a:off x="1216152" y="2569464"/>
            <a:ext cx="1981708" cy="566928"/>
          </a:xfrm>
          <a:prstGeom prst="ellipse">
            <a:avLst/>
          </a:prstGeom>
          <a:noFill/>
          <a:ln w="34925">
            <a:solidFill>
              <a:srgbClr val="A64B31"/>
            </a:solidFill>
          </a:ln>
        </p:spPr>
        <p:txBody>
          <a:bodyPr rtlCol="0" anchor="ctr"/>
          <a:lstStyle/>
          <a:p>
            <a:endParaRPr lang="ja-JP"/>
          </a:p>
        </p:txBody>
      </p:sp>
      <p:sp>
        <p:nvSpPr>
          <p:cNvPr id="17" name="t 17"/>
          <p:cNvSpPr txBox="1"/>
          <p:nvPr/>
        </p:nvSpPr>
        <p:spPr>
          <a:xfrm>
            <a:off x="4780178"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社長</a:t>
            </a:r>
            <a:endParaRPr lang="ja-JP" sz="1900"/>
          </a:p>
        </p:txBody>
      </p:sp>
      <p:sp>
        <p:nvSpPr>
          <p:cNvPr id="18" name="t 18"/>
          <p:cNvSpPr txBox="1"/>
          <p:nvPr/>
        </p:nvSpPr>
        <p:spPr>
          <a:xfrm>
            <a:off x="8143037"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資金</a:t>
            </a:r>
            <a:endParaRPr lang="ja-JP" sz="1900"/>
          </a:p>
        </p:txBody>
      </p:sp>
      <p:sp>
        <p:nvSpPr>
          <p:cNvPr id="19" name="badge 19"/>
          <p:cNvSpPr txBox="1"/>
          <p:nvPr/>
        </p:nvSpPr>
        <p:spPr>
          <a:xfrm>
            <a:off x="685800" y="3236976"/>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3</a:t>
            </a:r>
            <a:endParaRPr lang="ja-JP" sz="1500"/>
          </a:p>
        </p:txBody>
      </p:sp>
      <p:sp>
        <p:nvSpPr>
          <p:cNvPr id="20" name="t 20"/>
          <p:cNvSpPr txBox="1"/>
          <p:nvPr/>
        </p:nvSpPr>
        <p:spPr>
          <a:xfrm>
            <a:off x="1325880" y="3209544"/>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試験の成績と面接の結果に基づいて（　　　　）。</a:t>
            </a:r>
            <a:endParaRPr lang="ja-JP" sz="2000"/>
          </a:p>
        </p:txBody>
      </p:sp>
      <p:sp>
        <p:nvSpPr>
          <p:cNvPr id="21" name="t 21"/>
          <p:cNvSpPr txBox="1"/>
          <p:nvPr/>
        </p:nvSpPr>
        <p:spPr>
          <a:xfrm>
            <a:off x="1417320" y="3721608"/>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合格でした</a:t>
            </a:r>
            <a:endParaRPr lang="ja-JP" sz="1900"/>
          </a:p>
        </p:txBody>
      </p:sp>
      <p:sp>
        <p:nvSpPr>
          <p:cNvPr id="22" name="t 22"/>
          <p:cNvSpPr txBox="1"/>
          <p:nvPr/>
        </p:nvSpPr>
        <p:spPr>
          <a:xfrm>
            <a:off x="6461608" y="3721608"/>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合格は難しいです</a:t>
            </a:r>
            <a:endParaRPr lang="ja-JP" sz="1900"/>
          </a:p>
        </p:txBody>
      </p:sp>
      <p:sp>
        <p:nvSpPr>
          <p:cNvPr id="23" name="t 23"/>
          <p:cNvSpPr txBox="1"/>
          <p:nvPr/>
        </p:nvSpPr>
        <p:spPr>
          <a:xfrm>
            <a:off x="1417320" y="4142232"/>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合格か不合格かを決めます</a:t>
            </a:r>
            <a:endParaRPr lang="ja-JP" sz="1900"/>
          </a:p>
        </p:txBody>
      </p:sp>
      <p:sp>
        <p:nvSpPr>
          <p:cNvPr id="24" name="maru 24"/>
          <p:cNvSpPr/>
          <p:nvPr/>
        </p:nvSpPr>
        <p:spPr>
          <a:xfrm>
            <a:off x="1216152" y="4069080"/>
            <a:ext cx="3912108" cy="566928"/>
          </a:xfrm>
          <a:prstGeom prst="ellipse">
            <a:avLst/>
          </a:prstGeom>
          <a:noFill/>
          <a:ln w="34925">
            <a:solidFill>
              <a:srgbClr val="A64B31"/>
            </a:solidFill>
          </a:ln>
        </p:spPr>
        <p:txBody>
          <a:bodyPr rtlCol="0" anchor="ctr"/>
          <a:lstStyle/>
          <a:p>
            <a:endParaRPr lang="ja-JP"/>
          </a:p>
        </p:txBody>
      </p:sp>
      <p:sp>
        <p:nvSpPr>
          <p:cNvPr id="25" name="t 25"/>
          <p:cNvSpPr txBox="1"/>
          <p:nvPr/>
        </p:nvSpPr>
        <p:spPr>
          <a:xfrm>
            <a:off x="685800" y="6291072"/>
            <a:ext cx="1082009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300" b="0" dirty="0">
                <a:solidFill>
                  <a:srgbClr val="7A6F62"/>
                </a:solidFill>
                <a:latin typeface="Meiryo"/>
                <a:ea typeface="Meiryo"/>
                <a:cs typeface="Meiryo"/>
              </a:rPr>
              <a:t>読み方：市役所（しやくしょ）　建て直す（たてなおす）　税金（ぜいきん）　企業精神（きぎょうせいしん）　資金（しきん）　面接（めんせつ）</a:t>
            </a:r>
            <a:endParaRPr lang="ja-JP" sz="13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7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heel(1)">
                                      <p:cBhvr>
                                        <p:cTn id="12" dur="7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heel(1)">
                                      <p:cBhvr>
                                        <p:cTn id="17" dur="7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24"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0">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863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練習</a:t>
            </a:r>
            <a:endParaRPr lang="ja-JP" sz="1600"/>
          </a:p>
        </p:txBody>
      </p:sp>
      <p:sp>
        <p:nvSpPr>
          <p:cNvPr id="6" name="t 6"/>
          <p:cNvSpPr txBox="1"/>
          <p:nvPr/>
        </p:nvSpPr>
        <p:spPr>
          <a:xfrm>
            <a:off x="1732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～に沿って</a:t>
            </a:r>
            <a:endParaRPr lang="ja-JP" sz="1400"/>
          </a:p>
        </p:txBody>
      </p:sp>
      <p:sp>
        <p:nvSpPr>
          <p:cNvPr id="7" name="badge 7"/>
          <p:cNvSpPr txBox="1"/>
          <p:nvPr/>
        </p:nvSpPr>
        <p:spPr>
          <a:xfrm>
            <a:off x="685800" y="1078992"/>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1</a:t>
            </a:r>
            <a:endParaRPr lang="ja-JP" sz="1500"/>
          </a:p>
        </p:txBody>
      </p:sp>
      <p:sp>
        <p:nvSpPr>
          <p:cNvPr id="8" name="t 8"/>
          <p:cNvSpPr txBox="1"/>
          <p:nvPr/>
        </p:nvSpPr>
        <p:spPr>
          <a:xfrm>
            <a:off x="1325880" y="1051560"/>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本日の運動会は（　　　　）に沿って順番に進めていきます。</a:t>
            </a:r>
            <a:endParaRPr lang="ja-JP" sz="2000"/>
          </a:p>
        </p:txBody>
      </p:sp>
      <p:sp>
        <p:nvSpPr>
          <p:cNvPr id="9" name="t 9"/>
          <p:cNvSpPr txBox="1"/>
          <p:nvPr/>
        </p:nvSpPr>
        <p:spPr>
          <a:xfrm>
            <a:off x="1417320"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プログラム</a:t>
            </a:r>
            <a:endParaRPr lang="ja-JP" sz="1900"/>
          </a:p>
        </p:txBody>
      </p:sp>
      <p:sp>
        <p:nvSpPr>
          <p:cNvPr id="10" name="maru 10"/>
          <p:cNvSpPr/>
          <p:nvPr/>
        </p:nvSpPr>
        <p:spPr>
          <a:xfrm>
            <a:off x="1216152" y="1490472"/>
            <a:ext cx="2223008" cy="566928"/>
          </a:xfrm>
          <a:prstGeom prst="ellipse">
            <a:avLst/>
          </a:prstGeom>
          <a:noFill/>
          <a:ln w="34925">
            <a:solidFill>
              <a:srgbClr val="A64B31"/>
            </a:solidFill>
          </a:ln>
        </p:spPr>
        <p:txBody>
          <a:bodyPr rtlCol="0" anchor="ctr"/>
          <a:lstStyle/>
          <a:p>
            <a:endParaRPr lang="ja-JP"/>
          </a:p>
        </p:txBody>
      </p:sp>
      <p:sp>
        <p:nvSpPr>
          <p:cNvPr id="11" name="t 11"/>
          <p:cNvSpPr txBox="1"/>
          <p:nvPr/>
        </p:nvSpPr>
        <p:spPr>
          <a:xfrm>
            <a:off x="4780178"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いつもの年</a:t>
            </a:r>
            <a:endParaRPr lang="ja-JP" sz="1900"/>
          </a:p>
        </p:txBody>
      </p:sp>
      <p:sp>
        <p:nvSpPr>
          <p:cNvPr id="12" name="t 12"/>
          <p:cNvSpPr txBox="1"/>
          <p:nvPr/>
        </p:nvSpPr>
        <p:spPr>
          <a:xfrm>
            <a:off x="8143037" y="156362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学年</a:t>
            </a:r>
            <a:endParaRPr lang="ja-JP" sz="1900"/>
          </a:p>
        </p:txBody>
      </p:sp>
      <p:sp>
        <p:nvSpPr>
          <p:cNvPr id="13" name="badge 13"/>
          <p:cNvSpPr txBox="1"/>
          <p:nvPr/>
        </p:nvSpPr>
        <p:spPr>
          <a:xfrm>
            <a:off x="685800" y="2157984"/>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2</a:t>
            </a:r>
            <a:endParaRPr lang="ja-JP" sz="1500"/>
          </a:p>
        </p:txBody>
      </p:sp>
      <p:sp>
        <p:nvSpPr>
          <p:cNvPr id="14" name="t 14"/>
          <p:cNvSpPr txBox="1"/>
          <p:nvPr/>
        </p:nvSpPr>
        <p:spPr>
          <a:xfrm>
            <a:off x="1325880" y="2130552"/>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新人の店員たちはマニュアルに（　　　　）やり方でお客様に応対している。</a:t>
            </a:r>
            <a:endParaRPr lang="ja-JP" sz="2000"/>
          </a:p>
        </p:txBody>
      </p:sp>
      <p:sp>
        <p:nvSpPr>
          <p:cNvPr id="15" name="t 15"/>
          <p:cNvSpPr txBox="1"/>
          <p:nvPr/>
        </p:nvSpPr>
        <p:spPr>
          <a:xfrm>
            <a:off x="1417320"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沿って</a:t>
            </a:r>
            <a:endParaRPr lang="ja-JP" sz="1900"/>
          </a:p>
        </p:txBody>
      </p:sp>
      <p:sp>
        <p:nvSpPr>
          <p:cNvPr id="16" name="t 16"/>
          <p:cNvSpPr txBox="1"/>
          <p:nvPr/>
        </p:nvSpPr>
        <p:spPr>
          <a:xfrm>
            <a:off x="4780178"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沿った</a:t>
            </a:r>
            <a:endParaRPr lang="ja-JP" sz="1900"/>
          </a:p>
        </p:txBody>
      </p:sp>
      <p:sp>
        <p:nvSpPr>
          <p:cNvPr id="17" name="maru 17"/>
          <p:cNvSpPr/>
          <p:nvPr/>
        </p:nvSpPr>
        <p:spPr>
          <a:xfrm>
            <a:off x="4579010" y="2569464"/>
            <a:ext cx="1740408" cy="566928"/>
          </a:xfrm>
          <a:prstGeom prst="ellipse">
            <a:avLst/>
          </a:prstGeom>
          <a:noFill/>
          <a:ln w="34925">
            <a:solidFill>
              <a:srgbClr val="A64B31"/>
            </a:solidFill>
          </a:ln>
        </p:spPr>
        <p:txBody>
          <a:bodyPr rtlCol="0" anchor="ctr"/>
          <a:lstStyle/>
          <a:p>
            <a:endParaRPr lang="ja-JP"/>
          </a:p>
        </p:txBody>
      </p:sp>
      <p:sp>
        <p:nvSpPr>
          <p:cNvPr id="18" name="t 18"/>
          <p:cNvSpPr txBox="1"/>
          <p:nvPr/>
        </p:nvSpPr>
        <p:spPr>
          <a:xfrm>
            <a:off x="8143037"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沿っての</a:t>
            </a:r>
            <a:endParaRPr lang="ja-JP" sz="1900"/>
          </a:p>
        </p:txBody>
      </p:sp>
      <p:sp>
        <p:nvSpPr>
          <p:cNvPr id="19" name="badge 19"/>
          <p:cNvSpPr txBox="1"/>
          <p:nvPr/>
        </p:nvSpPr>
        <p:spPr>
          <a:xfrm>
            <a:off x="685800" y="3236976"/>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3</a:t>
            </a:r>
            <a:endParaRPr lang="ja-JP" sz="1500"/>
          </a:p>
        </p:txBody>
      </p:sp>
      <p:sp>
        <p:nvSpPr>
          <p:cNvPr id="20" name="t 20"/>
          <p:cNvSpPr txBox="1"/>
          <p:nvPr/>
        </p:nvSpPr>
        <p:spPr>
          <a:xfrm>
            <a:off x="1325880" y="3209544"/>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この幼稚園では親たちの希望に沿って（　　　　）。</a:t>
            </a:r>
            <a:endParaRPr lang="ja-JP" sz="2000"/>
          </a:p>
        </p:txBody>
      </p:sp>
      <p:sp>
        <p:nvSpPr>
          <p:cNvPr id="21" name="t 21"/>
          <p:cNvSpPr txBox="1"/>
          <p:nvPr/>
        </p:nvSpPr>
        <p:spPr>
          <a:xfrm>
            <a:off x="1417320" y="3721608"/>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自分のおもちゃを持っていってもいい</a:t>
            </a:r>
            <a:endParaRPr lang="ja-JP" sz="1900"/>
          </a:p>
        </p:txBody>
      </p:sp>
      <p:sp>
        <p:nvSpPr>
          <p:cNvPr id="22" name="t 22"/>
          <p:cNvSpPr txBox="1"/>
          <p:nvPr/>
        </p:nvSpPr>
        <p:spPr>
          <a:xfrm>
            <a:off x="6461608" y="3721608"/>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年間の行事を決めている</a:t>
            </a:r>
            <a:endParaRPr lang="ja-JP" sz="1900"/>
          </a:p>
        </p:txBody>
      </p:sp>
      <p:sp>
        <p:nvSpPr>
          <p:cNvPr id="23" name="maru 23"/>
          <p:cNvSpPr/>
          <p:nvPr/>
        </p:nvSpPr>
        <p:spPr>
          <a:xfrm>
            <a:off x="6260440" y="3648456"/>
            <a:ext cx="3670808" cy="566928"/>
          </a:xfrm>
          <a:prstGeom prst="ellipse">
            <a:avLst/>
          </a:prstGeom>
          <a:noFill/>
          <a:ln w="34925">
            <a:solidFill>
              <a:srgbClr val="A64B31"/>
            </a:solidFill>
          </a:ln>
        </p:spPr>
        <p:txBody>
          <a:bodyPr rtlCol="0" anchor="ctr"/>
          <a:lstStyle/>
          <a:p>
            <a:endParaRPr lang="ja-JP"/>
          </a:p>
        </p:txBody>
      </p:sp>
      <p:sp>
        <p:nvSpPr>
          <p:cNvPr id="24" name="t 24"/>
          <p:cNvSpPr txBox="1"/>
          <p:nvPr/>
        </p:nvSpPr>
        <p:spPr>
          <a:xfrm>
            <a:off x="1417320" y="4142232"/>
            <a:ext cx="504428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今朝は8時に門を開けた</a:t>
            </a:r>
            <a:endParaRPr lang="ja-JP" sz="1900"/>
          </a:p>
        </p:txBody>
      </p:sp>
      <p:sp>
        <p:nvSpPr>
          <p:cNvPr id="25" name="t 25"/>
          <p:cNvSpPr txBox="1"/>
          <p:nvPr/>
        </p:nvSpPr>
        <p:spPr>
          <a:xfrm>
            <a:off x="685800" y="6291072"/>
            <a:ext cx="1082009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300" b="0" dirty="0">
                <a:solidFill>
                  <a:srgbClr val="7A6F62"/>
                </a:solidFill>
                <a:latin typeface="Meiryo"/>
                <a:ea typeface="Meiryo"/>
                <a:cs typeface="Meiryo"/>
              </a:rPr>
              <a:t>読み方：運動会（うんどうかい）　順番（じゅんばん）　新人（しんじん）　応対（おうたい）　幼稚園（ようちえん）　希望（きぼう）　行事（ぎょうじ）</a:t>
            </a:r>
            <a:endParaRPr lang="ja-JP" sz="13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7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heel(1)">
                                      <p:cBhvr>
                                        <p:cTn id="12" dur="7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heel(1)">
                                      <p:cBhvr>
                                        <p:cTn id="17" dur="7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P spid="2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863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表現</a:t>
            </a:r>
            <a:endParaRPr lang="ja-JP" sz="1600"/>
          </a:p>
        </p:txBody>
      </p:sp>
      <p:sp>
        <p:nvSpPr>
          <p:cNvPr id="6" name="t 6"/>
          <p:cNvSpPr txBox="1"/>
          <p:nvPr/>
        </p:nvSpPr>
        <p:spPr>
          <a:xfrm>
            <a:off x="1732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1　感想の表現</a:t>
            </a:r>
            <a:endParaRPr lang="ja-JP" sz="1400"/>
          </a:p>
        </p:txBody>
      </p:sp>
      <p:sp>
        <p:nvSpPr>
          <p:cNvPr id="7" name="t 7"/>
          <p:cNvSpPr txBox="1"/>
          <p:nvPr/>
        </p:nvSpPr>
        <p:spPr>
          <a:xfrm>
            <a:off x="685800" y="914400"/>
            <a:ext cx="9418320" cy="6400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3000" b="1" dirty="0">
                <a:solidFill>
                  <a:srgbClr val="1F271D"/>
                </a:solidFill>
                <a:latin typeface="Meiryo"/>
                <a:ea typeface="Meiryo"/>
                <a:cs typeface="Meiryo"/>
              </a:rPr>
              <a:t>作品の感想を述べるときの表現</a:t>
            </a:r>
            <a:endParaRPr lang="ja-JP" sz="3000"/>
          </a:p>
        </p:txBody>
      </p:sp>
      <p:sp>
        <p:nvSpPr>
          <p:cNvPr id="8" name="col 8"/>
          <p:cNvSpPr/>
          <p:nvPr/>
        </p:nvSpPr>
        <p:spPr>
          <a:xfrm>
            <a:off x="685800" y="1828800"/>
            <a:ext cx="3393338" cy="4617720"/>
          </a:xfrm>
          <a:prstGeom prst="roundRect">
            <a:avLst>
              <a:gd name="adj" fmla="val 5000"/>
            </a:avLst>
          </a:prstGeom>
          <a:solidFill>
            <a:srgbClr val="FFFFFF"/>
          </a:solidFill>
          <a:ln>
            <a:noFill/>
          </a:ln>
          <a:effectLst>
            <a:outerShdw blurRad="76200" dist="25400" dir="5400000" algn="bl" rotWithShape="0">
              <a:srgbClr val="000000">
                <a:alpha val="12000"/>
              </a:srgbClr>
            </a:outerShdw>
          </a:effectLst>
        </p:spPr>
        <p:txBody>
          <a:bodyPr rtlCol="0" anchor="ctr"/>
          <a:lstStyle/>
          <a:p>
            <a:endParaRPr lang="ja-JP"/>
          </a:p>
        </p:txBody>
      </p:sp>
      <p:sp>
        <p:nvSpPr>
          <p:cNvPr id="9" name="head 9"/>
          <p:cNvSpPr txBox="1"/>
          <p:nvPr/>
        </p:nvSpPr>
        <p:spPr>
          <a:xfrm>
            <a:off x="685800" y="1828800"/>
            <a:ext cx="3393338" cy="548640"/>
          </a:xfrm>
          <a:prstGeom prst="rect">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800" b="1" dirty="0">
                <a:solidFill>
                  <a:srgbClr val="FFFFFF"/>
                </a:solidFill>
                <a:latin typeface="Meiryo"/>
                <a:ea typeface="Meiryo"/>
                <a:cs typeface="Meiryo"/>
              </a:rPr>
              <a:t>印象</a:t>
            </a:r>
            <a:endParaRPr lang="ja-JP" sz="1800"/>
          </a:p>
        </p:txBody>
      </p:sp>
      <p:sp>
        <p:nvSpPr>
          <p:cNvPr id="10" name="t 10"/>
          <p:cNvSpPr txBox="1"/>
          <p:nvPr/>
        </p:nvSpPr>
        <p:spPr>
          <a:xfrm>
            <a:off x="914400" y="2514600"/>
            <a:ext cx="2936138" cy="640080"/>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400" b="0" dirty="0">
                <a:solidFill>
                  <a:srgbClr val="7A6F62"/>
                </a:solidFill>
                <a:latin typeface="Meiryo"/>
                <a:ea typeface="Meiryo"/>
                <a:cs typeface="Meiryo"/>
              </a:rPr>
              <a:t>心に残ったことを言う。</a:t>
            </a:r>
            <a:endParaRPr lang="ja-JP" sz="1400"/>
          </a:p>
        </p:txBody>
      </p:sp>
      <p:sp>
        <p:nvSpPr>
          <p:cNvPr id="11" name="t 11"/>
          <p:cNvSpPr txBox="1"/>
          <p:nvPr/>
        </p:nvSpPr>
        <p:spPr>
          <a:xfrm>
            <a:off x="960120" y="3246120"/>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～が印象に残っています</a:t>
            </a:r>
            <a:endParaRPr lang="ja-JP" sz="1900"/>
          </a:p>
        </p:txBody>
      </p:sp>
      <p:sp>
        <p:nvSpPr>
          <p:cNvPr id="12" name="t 12"/>
          <p:cNvSpPr txBox="1"/>
          <p:nvPr/>
        </p:nvSpPr>
        <p:spPr>
          <a:xfrm>
            <a:off x="960120" y="3904488"/>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～が印象的でした</a:t>
            </a:r>
            <a:endParaRPr lang="ja-JP" sz="1900"/>
          </a:p>
        </p:txBody>
      </p:sp>
      <p:sp>
        <p:nvSpPr>
          <p:cNvPr id="13" name="t 13"/>
          <p:cNvSpPr txBox="1"/>
          <p:nvPr/>
        </p:nvSpPr>
        <p:spPr>
          <a:xfrm>
            <a:off x="960120" y="4562856"/>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～が心に残っています</a:t>
            </a:r>
            <a:endParaRPr lang="ja-JP" sz="1900"/>
          </a:p>
        </p:txBody>
      </p:sp>
      <p:sp>
        <p:nvSpPr>
          <p:cNvPr id="14" name="col 14"/>
          <p:cNvSpPr/>
          <p:nvPr/>
        </p:nvSpPr>
        <p:spPr>
          <a:xfrm>
            <a:off x="4399178" y="1828800"/>
            <a:ext cx="3393338" cy="4617720"/>
          </a:xfrm>
          <a:prstGeom prst="roundRect">
            <a:avLst>
              <a:gd name="adj" fmla="val 5000"/>
            </a:avLst>
          </a:prstGeom>
          <a:solidFill>
            <a:srgbClr val="FFFFFF"/>
          </a:solidFill>
          <a:ln>
            <a:noFill/>
          </a:ln>
          <a:effectLst>
            <a:outerShdw blurRad="76200" dist="25400" dir="5400000" algn="bl" rotWithShape="0">
              <a:srgbClr val="000000">
                <a:alpha val="12000"/>
              </a:srgbClr>
            </a:outerShdw>
          </a:effectLst>
        </p:spPr>
        <p:txBody>
          <a:bodyPr rtlCol="0" anchor="ctr"/>
          <a:lstStyle/>
          <a:p>
            <a:endParaRPr lang="ja-JP"/>
          </a:p>
        </p:txBody>
      </p:sp>
      <p:sp>
        <p:nvSpPr>
          <p:cNvPr id="15" name="head 15"/>
          <p:cNvSpPr txBox="1"/>
          <p:nvPr/>
        </p:nvSpPr>
        <p:spPr>
          <a:xfrm>
            <a:off x="4399178" y="1828800"/>
            <a:ext cx="3393338" cy="548640"/>
          </a:xfrm>
          <a:prstGeom prst="rect">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800" b="1" dirty="0">
                <a:solidFill>
                  <a:srgbClr val="FFFFFF"/>
                </a:solidFill>
                <a:latin typeface="Meiryo"/>
                <a:ea typeface="Meiryo"/>
                <a:cs typeface="Meiryo"/>
              </a:rPr>
              <a:t>気持ち</a:t>
            </a:r>
            <a:endParaRPr lang="ja-JP" sz="1800"/>
          </a:p>
        </p:txBody>
      </p:sp>
      <p:sp>
        <p:nvSpPr>
          <p:cNvPr id="16" name="t 16"/>
          <p:cNvSpPr txBox="1"/>
          <p:nvPr/>
        </p:nvSpPr>
        <p:spPr>
          <a:xfrm>
            <a:off x="4627778" y="2514600"/>
            <a:ext cx="2936138" cy="640080"/>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400" b="0" dirty="0">
                <a:solidFill>
                  <a:srgbClr val="7A6F62"/>
                </a:solidFill>
                <a:latin typeface="Meiryo"/>
                <a:ea typeface="Meiryo"/>
                <a:cs typeface="Meiryo"/>
              </a:rPr>
              <a:t>作品から受けた気持ちを言う。</a:t>
            </a:r>
            <a:endParaRPr lang="ja-JP" sz="1400"/>
          </a:p>
        </p:txBody>
      </p:sp>
      <p:sp>
        <p:nvSpPr>
          <p:cNvPr id="17" name="t 17"/>
          <p:cNvSpPr txBox="1"/>
          <p:nvPr/>
        </p:nvSpPr>
        <p:spPr>
          <a:xfrm>
            <a:off x="4673498" y="3246120"/>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～に感動しました</a:t>
            </a:r>
            <a:endParaRPr lang="ja-JP" sz="1900"/>
          </a:p>
        </p:txBody>
      </p:sp>
      <p:sp>
        <p:nvSpPr>
          <p:cNvPr id="18" name="t 18"/>
          <p:cNvSpPr txBox="1"/>
          <p:nvPr/>
        </p:nvSpPr>
        <p:spPr>
          <a:xfrm>
            <a:off x="4673498" y="3904488"/>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～に励まされました</a:t>
            </a:r>
            <a:endParaRPr lang="ja-JP" sz="1900"/>
          </a:p>
        </p:txBody>
      </p:sp>
      <p:sp>
        <p:nvSpPr>
          <p:cNvPr id="19" name="t 19"/>
          <p:cNvSpPr txBox="1"/>
          <p:nvPr/>
        </p:nvSpPr>
        <p:spPr>
          <a:xfrm>
            <a:off x="4673498" y="4562856"/>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～に驚きました</a:t>
            </a:r>
            <a:endParaRPr lang="ja-JP" sz="1900"/>
          </a:p>
        </p:txBody>
      </p:sp>
      <p:sp>
        <p:nvSpPr>
          <p:cNvPr id="20" name="t 20"/>
          <p:cNvSpPr txBox="1"/>
          <p:nvPr/>
        </p:nvSpPr>
        <p:spPr>
          <a:xfrm>
            <a:off x="4673498" y="5221224"/>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～にショックを受けました</a:t>
            </a:r>
            <a:endParaRPr lang="ja-JP" sz="1900"/>
          </a:p>
        </p:txBody>
      </p:sp>
      <p:sp>
        <p:nvSpPr>
          <p:cNvPr id="21" name="col 21"/>
          <p:cNvSpPr/>
          <p:nvPr/>
        </p:nvSpPr>
        <p:spPr>
          <a:xfrm>
            <a:off x="8112557" y="1828800"/>
            <a:ext cx="3393338" cy="4617720"/>
          </a:xfrm>
          <a:prstGeom prst="roundRect">
            <a:avLst>
              <a:gd name="adj" fmla="val 5000"/>
            </a:avLst>
          </a:prstGeom>
          <a:solidFill>
            <a:srgbClr val="FFFFFF"/>
          </a:solidFill>
          <a:ln>
            <a:noFill/>
          </a:ln>
          <a:effectLst>
            <a:outerShdw blurRad="76200" dist="25400" dir="5400000" algn="bl" rotWithShape="0">
              <a:srgbClr val="000000">
                <a:alpha val="12000"/>
              </a:srgbClr>
            </a:outerShdw>
          </a:effectLst>
        </p:spPr>
        <p:txBody>
          <a:bodyPr rtlCol="0" anchor="ctr"/>
          <a:lstStyle/>
          <a:p>
            <a:endParaRPr lang="ja-JP"/>
          </a:p>
        </p:txBody>
      </p:sp>
      <p:sp>
        <p:nvSpPr>
          <p:cNvPr id="22" name="head 22"/>
          <p:cNvSpPr txBox="1"/>
          <p:nvPr/>
        </p:nvSpPr>
        <p:spPr>
          <a:xfrm>
            <a:off x="8112557" y="1828800"/>
            <a:ext cx="3393338" cy="548640"/>
          </a:xfrm>
          <a:prstGeom prst="rect">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800" b="1" dirty="0">
                <a:solidFill>
                  <a:srgbClr val="FFFFFF"/>
                </a:solidFill>
                <a:latin typeface="Meiryo"/>
                <a:ea typeface="Meiryo"/>
                <a:cs typeface="Meiryo"/>
              </a:rPr>
              <a:t>まとめ</a:t>
            </a:r>
            <a:endParaRPr lang="ja-JP" sz="1800"/>
          </a:p>
        </p:txBody>
      </p:sp>
      <p:sp>
        <p:nvSpPr>
          <p:cNvPr id="23" name="t 23"/>
          <p:cNvSpPr txBox="1"/>
          <p:nvPr/>
        </p:nvSpPr>
        <p:spPr>
          <a:xfrm>
            <a:off x="8341157" y="2514600"/>
            <a:ext cx="2936138" cy="640080"/>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400" b="0" dirty="0">
                <a:solidFill>
                  <a:srgbClr val="7A6F62"/>
                </a:solidFill>
                <a:latin typeface="Meiryo"/>
                <a:ea typeface="Meiryo"/>
                <a:cs typeface="Meiryo"/>
              </a:rPr>
              <a:t>感想をまとめる。</a:t>
            </a:r>
            <a:endParaRPr lang="ja-JP" sz="1400"/>
          </a:p>
        </p:txBody>
      </p:sp>
      <p:sp>
        <p:nvSpPr>
          <p:cNvPr id="24" name="t 24"/>
          <p:cNvSpPr txBox="1"/>
          <p:nvPr/>
        </p:nvSpPr>
        <p:spPr>
          <a:xfrm>
            <a:off x="8386877" y="3246120"/>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～は今でも忘れられません</a:t>
            </a:r>
            <a:endParaRPr lang="ja-JP" sz="1900"/>
          </a:p>
        </p:txBody>
      </p:sp>
      <p:sp>
        <p:nvSpPr>
          <p:cNvPr id="25" name="t 25"/>
          <p:cNvSpPr txBox="1"/>
          <p:nvPr/>
        </p:nvSpPr>
        <p:spPr>
          <a:xfrm>
            <a:off x="8386877" y="3904488"/>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～は忘れ</a:t>
            </a:r>
            <a:r>
              <a:rPr lang="ja-JP" altLang="en-US" sz="1900" b="1" dirty="0">
                <a:solidFill>
                  <a:srgbClr val="A64B31"/>
                </a:solidFill>
                <a:highlight>
                  <a:srgbClr val="F9E2A0"/>
                </a:highlight>
                <a:latin typeface="Meiryo"/>
                <a:ea typeface="Meiryo"/>
                <a:cs typeface="Meiryo"/>
              </a:rPr>
              <a:t>がたい</a:t>
            </a:r>
            <a:r>
              <a:rPr lang="ja-JP" altLang="en-US" sz="1900" b="1" dirty="0">
                <a:solidFill>
                  <a:srgbClr val="1F271D"/>
                </a:solidFill>
                <a:latin typeface="Meiryo"/>
                <a:ea typeface="Meiryo"/>
                <a:cs typeface="Meiryo"/>
              </a:rPr>
              <a:t>ものです</a:t>
            </a:r>
            <a:endParaRPr lang="ja-JP" sz="1900"/>
          </a:p>
        </p:txBody>
      </p:sp>
      <p:sp>
        <p:nvSpPr>
          <p:cNvPr id="26" name="t 26"/>
          <p:cNvSpPr txBox="1"/>
          <p:nvPr/>
        </p:nvSpPr>
        <p:spPr>
          <a:xfrm>
            <a:off x="8386877" y="4562856"/>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a:t>
            </a:r>
            <a:r>
              <a:rPr lang="ja-JP" altLang="en-US" sz="1900" b="1" dirty="0">
                <a:solidFill>
                  <a:srgbClr val="A64B31"/>
                </a:solidFill>
                <a:highlight>
                  <a:srgbClr val="F9E2A0"/>
                </a:highlight>
                <a:latin typeface="Meiryo"/>
                <a:ea typeface="Meiryo"/>
                <a:cs typeface="Meiryo"/>
              </a:rPr>
              <a:t>ように</a:t>
            </a:r>
            <a:r>
              <a:rPr lang="ja-JP" altLang="en-US" sz="1900" b="1" dirty="0">
                <a:solidFill>
                  <a:srgbClr val="1F271D"/>
                </a:solidFill>
                <a:latin typeface="Meiryo"/>
                <a:ea typeface="Meiryo"/>
                <a:cs typeface="Meiryo"/>
              </a:rPr>
              <a:t>感じました</a:t>
            </a:r>
            <a:endParaRPr lang="ja-JP" sz="19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up)">
                                      <p:cBhvr>
                                        <p:cTn id="13" dur="500"/>
                                        <p:tgtEl>
                                          <p:spTgt spid="10"/>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up)">
                                      <p:cBhvr>
                                        <p:cTn id="16" dur="500"/>
                                        <p:tgtEl>
                                          <p:spTgt spid="11"/>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up)">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up)">
                                      <p:cBhvr>
                                        <p:cTn id="30" dur="500"/>
                                        <p:tgtEl>
                                          <p:spTgt spid="15"/>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up)">
                                      <p:cBhvr>
                                        <p:cTn id="33" dur="500"/>
                                        <p:tgtEl>
                                          <p:spTgt spid="16"/>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up)">
                                      <p:cBhvr>
                                        <p:cTn id="36" dur="500"/>
                                        <p:tgtEl>
                                          <p:spTgt spid="1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500"/>
                                        <p:tgtEl>
                                          <p:spTgt spid="18"/>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up)">
                                      <p:cBhvr>
                                        <p:cTn id="42" dur="500"/>
                                        <p:tgtEl>
                                          <p:spTgt spid="19"/>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up)">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up)">
                                      <p:cBhvr>
                                        <p:cTn id="50" dur="500"/>
                                        <p:tgtEl>
                                          <p:spTgt spid="21"/>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up)">
                                      <p:cBhvr>
                                        <p:cTn id="53" dur="500"/>
                                        <p:tgtEl>
                                          <p:spTgt spid="22"/>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up)">
                                      <p:cBhvr>
                                        <p:cTn id="56" dur="500"/>
                                        <p:tgtEl>
                                          <p:spTgt spid="23"/>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up)">
                                      <p:cBhvr>
                                        <p:cTn id="59" dur="500"/>
                                        <p:tgtEl>
                                          <p:spTgt spid="24"/>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wipe(up)">
                                      <p:cBhvr>
                                        <p:cTn id="62" dur="500"/>
                                        <p:tgtEl>
                                          <p:spTgt spid="25"/>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wipe(up)">
                                      <p:cBhvr>
                                        <p:cTn id="6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88E425F9-FCF6-BE23-8C8E-ACC15A319C11}"/>
              </a:ext>
            </a:extLst>
          </p:cNvPr>
          <p:cNvSpPr/>
          <p:nvPr/>
        </p:nvSpPr>
        <p:spPr>
          <a:xfrm>
            <a:off x="245774" y="664296"/>
            <a:ext cx="11700452" cy="4245647"/>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600" b="1" i="0" u="none" strike="noStrike" kern="0" cap="none" spc="0" normalizeH="0" baseline="0" noProof="0" dirty="0">
                <a:ln w="22225">
                  <a:solidFill>
                    <a:srgbClr val="ED7D31"/>
                  </a:solidFill>
                  <a:prstDash val="solid"/>
                </a:ln>
                <a:solidFill>
                  <a:srgbClr val="A64B31">
                    <a:lumMod val="75000"/>
                  </a:srgbClr>
                </a:solidFill>
                <a:effectLst/>
                <a:uLnTx/>
                <a:uFillTx/>
                <a:latin typeface="HGPSoeiKakupoptai" panose="040B0A00000000000000" pitchFamily="82" charset="-128"/>
                <a:ea typeface="HGPSoeiKakupoptai" panose="040B0A00000000000000" pitchFamily="82" charset="-128"/>
                <a:cs typeface="Arial"/>
                <a:sym typeface="Arial"/>
              </a:rPr>
              <a:t>Part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0" cap="none" spc="0" normalizeH="0" baseline="0" noProof="0" dirty="0">
                <a:ln w="22225">
                  <a:solidFill>
                    <a:srgbClr val="ED7D31"/>
                  </a:solidFill>
                  <a:prstDash val="solid"/>
                </a:ln>
                <a:solidFill>
                  <a:srgbClr val="313752">
                    <a:lumMod val="50000"/>
                  </a:srgbClr>
                </a:solidFill>
                <a:effectLst/>
                <a:uLnTx/>
                <a:uFillTx/>
                <a:latin typeface="UD Digi Kyokasho N-B" panose="02020700000000000000" pitchFamily="17" charset="-128"/>
                <a:ea typeface="UD Digi Kyokasho N-B" panose="02020700000000000000" pitchFamily="17" charset="-128"/>
                <a:cs typeface="Arial"/>
                <a:sym typeface="Arial"/>
              </a:rPr>
              <a:t> </a:t>
            </a:r>
            <a:endParaRPr kumimoji="0" lang="en-US" sz="9600" b="1" i="0" u="none" strike="noStrike" kern="0" cap="none" spc="0" normalizeH="0" baseline="0" noProof="0" dirty="0">
              <a:ln w="22225">
                <a:solidFill>
                  <a:srgbClr val="ED7D31"/>
                </a:solidFill>
                <a:prstDash val="solid"/>
              </a:ln>
              <a:solidFill>
                <a:srgbClr val="1F271D">
                  <a:lumMod val="90000"/>
                  <a:lumOff val="10000"/>
                </a:srgbClr>
              </a:solidFill>
              <a:effectLst/>
              <a:uLnTx/>
              <a:uFillTx/>
              <a:latin typeface="UD Digi Kyokasho N-B" panose="02020700000000000000" pitchFamily="17" charset="-128"/>
              <a:ea typeface="UD Digi Kyokasho N-B" panose="02020700000000000000" pitchFamily="17" charset="-128"/>
              <a:cs typeface="Arial"/>
              <a:sym typeface="Arial"/>
            </a:endParaRPr>
          </a:p>
        </p:txBody>
      </p:sp>
      <p:pic>
        <p:nvPicPr>
          <p:cNvPr id="2" name="Google Shape;368;p40">
            <a:extLst>
              <a:ext uri="{FF2B5EF4-FFF2-40B4-BE49-F238E27FC236}">
                <a16:creationId xmlns:a16="http://schemas.microsoft.com/office/drawing/2014/main" id="{D86EED46-F645-F758-804D-C983D8CE15B4}"/>
              </a:ext>
            </a:extLst>
          </p:cNvPr>
          <p:cNvPicPr preferRelativeResize="0"/>
          <p:nvPr/>
        </p:nvPicPr>
        <p:blipFill>
          <a:blip r:embed="rId3">
            <a:alphaModFix/>
          </a:blip>
          <a:stretch>
            <a:fillRect/>
          </a:stretch>
        </p:blipFill>
        <p:spPr>
          <a:xfrm>
            <a:off x="9033328" y="2787120"/>
            <a:ext cx="3955573" cy="5143501"/>
          </a:xfrm>
          <a:prstGeom prst="rect">
            <a:avLst/>
          </a:prstGeom>
          <a:noFill/>
          <a:ln>
            <a:noFill/>
          </a:ln>
        </p:spPr>
      </p:pic>
    </p:spTree>
    <p:extLst>
      <p:ext uri="{BB962C8B-B14F-4D97-AF65-F5344CB8AC3E}">
        <p14:creationId xmlns:p14="http://schemas.microsoft.com/office/powerpoint/2010/main" val="40645597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9640" y="1016676"/>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革製　</a:t>
            </a:r>
            <a:endParaRPr lang="en-US" sz="3200" dirty="0">
              <a:latin typeface="UD Digi Kyokasho N-B" panose="02020700000000000000" pitchFamily="17" charset="-128"/>
              <a:ea typeface="UD Digi Kyokasho N-B" panose="02020700000000000000" pitchFamily="17" charset="-128"/>
            </a:endParaRPr>
          </a:p>
        </p:txBody>
      </p:sp>
      <p:sp>
        <p:nvSpPr>
          <p:cNvPr id="6" name="TextBox 5"/>
          <p:cNvSpPr txBox="1"/>
          <p:nvPr/>
        </p:nvSpPr>
        <p:spPr>
          <a:xfrm>
            <a:off x="2883173" y="1036773"/>
            <a:ext cx="3197324"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フリーダイヤル</a:t>
            </a:r>
          </a:p>
        </p:txBody>
      </p:sp>
      <p:sp>
        <p:nvSpPr>
          <p:cNvPr id="7" name="TextBox 6"/>
          <p:cNvSpPr txBox="1"/>
          <p:nvPr/>
        </p:nvSpPr>
        <p:spPr>
          <a:xfrm>
            <a:off x="339640" y="5631554"/>
            <a:ext cx="2285229"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いったい</a:t>
            </a:r>
          </a:p>
        </p:txBody>
      </p:sp>
      <p:sp>
        <p:nvSpPr>
          <p:cNvPr id="8" name="TextBox 7"/>
          <p:cNvSpPr txBox="1"/>
          <p:nvPr/>
        </p:nvSpPr>
        <p:spPr>
          <a:xfrm>
            <a:off x="339005" y="4946509"/>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かけ間違い</a:t>
            </a:r>
          </a:p>
        </p:txBody>
      </p:sp>
      <p:sp>
        <p:nvSpPr>
          <p:cNvPr id="9" name="TextBox 8"/>
          <p:cNvSpPr txBox="1"/>
          <p:nvPr/>
        </p:nvSpPr>
        <p:spPr>
          <a:xfrm>
            <a:off x="339640" y="1677160"/>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製品</a:t>
            </a:r>
            <a:endParaRPr lang="en-US" altLang="ja-JP" sz="3200" dirty="0">
              <a:latin typeface="UD Digi Kyokasho N-B" panose="02020700000000000000" pitchFamily="17" charset="-128"/>
              <a:ea typeface="UD Digi Kyokasho N-B" panose="02020700000000000000" pitchFamily="17" charset="-128"/>
            </a:endParaRPr>
          </a:p>
        </p:txBody>
      </p:sp>
      <p:sp>
        <p:nvSpPr>
          <p:cNvPr id="10" name="TextBox 9"/>
          <p:cNvSpPr txBox="1"/>
          <p:nvPr/>
        </p:nvSpPr>
        <p:spPr>
          <a:xfrm>
            <a:off x="339004" y="2969389"/>
            <a:ext cx="2285865"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数える</a:t>
            </a:r>
          </a:p>
        </p:txBody>
      </p:sp>
      <p:sp>
        <p:nvSpPr>
          <p:cNvPr id="11" name="TextBox 10"/>
          <p:cNvSpPr txBox="1"/>
          <p:nvPr/>
        </p:nvSpPr>
        <p:spPr>
          <a:xfrm>
            <a:off x="339004" y="3610709"/>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遠足</a:t>
            </a:r>
          </a:p>
        </p:txBody>
      </p:sp>
      <p:sp>
        <p:nvSpPr>
          <p:cNvPr id="12" name="TextBox 11"/>
          <p:cNvSpPr txBox="1"/>
          <p:nvPr/>
        </p:nvSpPr>
        <p:spPr>
          <a:xfrm>
            <a:off x="339005" y="4246224"/>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作家</a:t>
            </a:r>
          </a:p>
        </p:txBody>
      </p:sp>
      <p:sp>
        <p:nvSpPr>
          <p:cNvPr id="13" name="Flowchart: Punched Tape 12"/>
          <p:cNvSpPr/>
          <p:nvPr/>
        </p:nvSpPr>
        <p:spPr>
          <a:xfrm>
            <a:off x="4880885" y="64510"/>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dirty="0">
                <a:solidFill>
                  <a:srgbClr val="F6F3EA"/>
                </a:solidFill>
                <a:latin typeface="UD Digi Kyokasho N-B" panose="02020700000000000000" pitchFamily="17" charset="-128"/>
                <a:ea typeface="UD Digi Kyokasho N-B" panose="02020700000000000000" pitchFamily="17" charset="-128"/>
              </a:rPr>
              <a:t>言葉</a:t>
            </a:r>
            <a:endParaRPr lang="en-US" sz="3600" dirty="0">
              <a:solidFill>
                <a:srgbClr val="F6F3EA"/>
              </a:solidFill>
              <a:latin typeface="UD Digi Kyokasho N-B" panose="02020700000000000000" pitchFamily="17" charset="-128"/>
              <a:ea typeface="UD Digi Kyokasho N-B" panose="02020700000000000000" pitchFamily="17" charset="-128"/>
            </a:endParaRPr>
          </a:p>
        </p:txBody>
      </p:sp>
      <p:sp>
        <p:nvSpPr>
          <p:cNvPr id="22" name="TextBox 21"/>
          <p:cNvSpPr txBox="1"/>
          <p:nvPr/>
        </p:nvSpPr>
        <p:spPr>
          <a:xfrm>
            <a:off x="2883173" y="1696145"/>
            <a:ext cx="3197324"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コマーシャル</a:t>
            </a:r>
          </a:p>
        </p:txBody>
      </p:sp>
      <p:sp>
        <p:nvSpPr>
          <p:cNvPr id="23" name="TextBox 22"/>
          <p:cNvSpPr txBox="1"/>
          <p:nvPr/>
        </p:nvSpPr>
        <p:spPr>
          <a:xfrm>
            <a:off x="2883174" y="5705789"/>
            <a:ext cx="3161350" cy="583565"/>
          </a:xfrm>
          <a:prstGeom prst="rect">
            <a:avLst/>
          </a:prstGeom>
          <a:solidFill>
            <a:schemeClr val="accent3">
              <a:lumMod val="40000"/>
              <a:lumOff val="60000"/>
            </a:schemeClr>
          </a:solidFill>
        </p:spPr>
        <p:txBody>
          <a:bodyPr wrap="square" rtlCol="0">
            <a:spAutoFit/>
          </a:bodyPr>
          <a:lstStyle/>
          <a:p>
            <a:r>
              <a:rPr lang="ja-JP" altLang="en-US" sz="3200">
                <a:solidFill>
                  <a:srgbClr val="0033CC"/>
                </a:solidFill>
                <a:latin typeface="UD Digi Kyokasho N-B" panose="02020700000000000000" pitchFamily="17" charset="-128"/>
                <a:ea typeface="UD Digi Kyokasho N-B" panose="02020700000000000000" pitchFamily="17" charset="-128"/>
              </a:rPr>
              <a:t>個性</a:t>
            </a:r>
            <a:endParaRPr lang="ja-JP" alt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24" name="TextBox 23"/>
          <p:cNvSpPr txBox="1"/>
          <p:nvPr/>
        </p:nvSpPr>
        <p:spPr>
          <a:xfrm>
            <a:off x="2883174" y="5020744"/>
            <a:ext cx="3161350"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暮らす</a:t>
            </a:r>
          </a:p>
        </p:txBody>
      </p:sp>
      <p:sp>
        <p:nvSpPr>
          <p:cNvPr id="25" name="TextBox 24"/>
          <p:cNvSpPr txBox="1"/>
          <p:nvPr/>
        </p:nvSpPr>
        <p:spPr>
          <a:xfrm>
            <a:off x="2883174" y="4335699"/>
            <a:ext cx="3161350" cy="58356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時代</a:t>
            </a:r>
          </a:p>
        </p:txBody>
      </p:sp>
      <p:sp>
        <p:nvSpPr>
          <p:cNvPr id="26" name="TextBox 25"/>
          <p:cNvSpPr txBox="1"/>
          <p:nvPr/>
        </p:nvSpPr>
        <p:spPr>
          <a:xfrm>
            <a:off x="2883174" y="2356728"/>
            <a:ext cx="319732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イメージする</a:t>
            </a:r>
          </a:p>
        </p:txBody>
      </p:sp>
      <p:sp>
        <p:nvSpPr>
          <p:cNvPr id="28" name="TextBox 27"/>
          <p:cNvSpPr txBox="1"/>
          <p:nvPr/>
        </p:nvSpPr>
        <p:spPr>
          <a:xfrm>
            <a:off x="2883174" y="2982962"/>
            <a:ext cx="3161350"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製造する</a:t>
            </a:r>
          </a:p>
        </p:txBody>
      </p:sp>
      <p:sp>
        <p:nvSpPr>
          <p:cNvPr id="29" name="TextBox 28"/>
          <p:cNvSpPr txBox="1"/>
          <p:nvPr/>
        </p:nvSpPr>
        <p:spPr>
          <a:xfrm>
            <a:off x="2883174" y="3650654"/>
            <a:ext cx="3161350" cy="58356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励ます</a:t>
            </a:r>
          </a:p>
        </p:txBody>
      </p:sp>
      <p:sp>
        <p:nvSpPr>
          <p:cNvPr id="38" name="TextBox 37"/>
          <p:cNvSpPr txBox="1"/>
          <p:nvPr/>
        </p:nvSpPr>
        <p:spPr>
          <a:xfrm>
            <a:off x="6147479" y="1007125"/>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認める</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39" name="TextBox 38"/>
          <p:cNvSpPr txBox="1"/>
          <p:nvPr/>
        </p:nvSpPr>
        <p:spPr>
          <a:xfrm>
            <a:off x="6147479" y="5647697"/>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消費する</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40" name="TextBox 39"/>
          <p:cNvSpPr txBox="1"/>
          <p:nvPr/>
        </p:nvSpPr>
        <p:spPr>
          <a:xfrm>
            <a:off x="6147478" y="4962651"/>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許可</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41" name="TextBox 40"/>
          <p:cNvSpPr txBox="1"/>
          <p:nvPr/>
        </p:nvSpPr>
        <p:spPr>
          <a:xfrm>
            <a:off x="6147479" y="4277607"/>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許す</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42" name="TextBox 41"/>
          <p:cNvSpPr txBox="1"/>
          <p:nvPr/>
        </p:nvSpPr>
        <p:spPr>
          <a:xfrm>
            <a:off x="6147479" y="1667345"/>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込める</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43" name="TextBox 42"/>
          <p:cNvSpPr txBox="1"/>
          <p:nvPr/>
        </p:nvSpPr>
        <p:spPr>
          <a:xfrm>
            <a:off x="6147479" y="2302975"/>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込む</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44" name="TextBox 43"/>
          <p:cNvSpPr txBox="1"/>
          <p:nvPr/>
        </p:nvSpPr>
        <p:spPr>
          <a:xfrm>
            <a:off x="6147477" y="2924870"/>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振り込む</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45" name="TextBox 44"/>
          <p:cNvSpPr txBox="1"/>
          <p:nvPr/>
        </p:nvSpPr>
        <p:spPr>
          <a:xfrm>
            <a:off x="6147479" y="3592562"/>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飛び込む</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30" name="TextBox 29"/>
          <p:cNvSpPr txBox="1"/>
          <p:nvPr/>
        </p:nvSpPr>
        <p:spPr>
          <a:xfrm>
            <a:off x="8983596" y="1007125"/>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消費者</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31" name="TextBox 30"/>
          <p:cNvSpPr txBox="1"/>
          <p:nvPr/>
        </p:nvSpPr>
        <p:spPr>
          <a:xfrm>
            <a:off x="8983596" y="5647697"/>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柿</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32" name="TextBox 31"/>
          <p:cNvSpPr txBox="1"/>
          <p:nvPr/>
        </p:nvSpPr>
        <p:spPr>
          <a:xfrm>
            <a:off x="8983596" y="4962652"/>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ちっとも</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33" name="TextBox 32"/>
          <p:cNvSpPr txBox="1"/>
          <p:nvPr/>
        </p:nvSpPr>
        <p:spPr>
          <a:xfrm>
            <a:off x="8983596" y="4277607"/>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印象</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34" name="TextBox 33"/>
          <p:cNvSpPr txBox="1"/>
          <p:nvPr/>
        </p:nvSpPr>
        <p:spPr>
          <a:xfrm>
            <a:off x="8983596" y="1647512"/>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開発する</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35" name="TextBox 34"/>
          <p:cNvSpPr txBox="1"/>
          <p:nvPr/>
        </p:nvSpPr>
        <p:spPr>
          <a:xfrm>
            <a:off x="8983596" y="2302975"/>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実話</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36" name="TextBox 35"/>
          <p:cNvSpPr txBox="1"/>
          <p:nvPr/>
        </p:nvSpPr>
        <p:spPr>
          <a:xfrm>
            <a:off x="8983596" y="2924870"/>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感想</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37" name="TextBox 36"/>
          <p:cNvSpPr txBox="1"/>
          <p:nvPr/>
        </p:nvSpPr>
        <p:spPr>
          <a:xfrm>
            <a:off x="8983596" y="3592562"/>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rgbClr val="0033CC"/>
                </a:solidFill>
                <a:latin typeface="UD Digi Kyokasho N-B" panose="02020700000000000000" pitchFamily="17" charset="-128"/>
                <a:ea typeface="UD Digi Kyokasho N-B" panose="02020700000000000000" pitchFamily="17" charset="-128"/>
              </a:rPr>
              <a:t>述べる</a:t>
            </a:r>
            <a:endParaRPr lang="en-US" sz="3200" dirty="0">
              <a:solidFill>
                <a:srgbClr val="0033CC"/>
              </a:solidFill>
              <a:latin typeface="UD Digi Kyokasho N-B" panose="02020700000000000000" pitchFamily="17" charset="-128"/>
              <a:ea typeface="UD Digi Kyokasho N-B" panose="02020700000000000000" pitchFamily="17" charset="-128"/>
            </a:endParaRPr>
          </a:p>
        </p:txBody>
      </p:sp>
      <p:sp>
        <p:nvSpPr>
          <p:cNvPr id="46" name="TextBox 45"/>
          <p:cNvSpPr txBox="1"/>
          <p:nvPr/>
        </p:nvSpPr>
        <p:spPr>
          <a:xfrm>
            <a:off x="339005" y="2327499"/>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文字</a:t>
            </a:r>
            <a:endParaRPr lang="en-US" altLang="ja-JP" sz="3200" dirty="0">
              <a:latin typeface="UD Digi Kyokasho N-B" panose="02020700000000000000" pitchFamily="17" charset="-128"/>
              <a:ea typeface="UD Digi Kyokasho N-B" panose="02020700000000000000" pitchFamily="17" charset="-128"/>
            </a:endParaRPr>
          </a:p>
        </p:txBody>
      </p:sp>
    </p:spTree>
    <p:extLst>
      <p:ext uri="{BB962C8B-B14F-4D97-AF65-F5344CB8AC3E}">
        <p14:creationId xmlns:p14="http://schemas.microsoft.com/office/powerpoint/2010/main" val="121388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1000"/>
                                        <p:tgtEl>
                                          <p:spTgt spid="46"/>
                                        </p:tgtEl>
                                      </p:cBhvr>
                                    </p:animEffect>
                                    <p:anim calcmode="lin" valueType="num">
                                      <p:cBhvr>
                                        <p:cTn id="29" dur="1000" fill="hold"/>
                                        <p:tgtEl>
                                          <p:spTgt spid="46"/>
                                        </p:tgtEl>
                                        <p:attrNameLst>
                                          <p:attrName>ppt_x</p:attrName>
                                        </p:attrNameLst>
                                      </p:cBhvr>
                                      <p:tavLst>
                                        <p:tav tm="0">
                                          <p:val>
                                            <p:strVal val="#ppt_x"/>
                                          </p:val>
                                        </p:tav>
                                        <p:tav tm="100000">
                                          <p:val>
                                            <p:strVal val="#ppt_x"/>
                                          </p:val>
                                        </p:tav>
                                      </p:tavLst>
                                    </p:anim>
                                    <p:anim calcmode="lin" valueType="num">
                                      <p:cBhvr>
                                        <p:cTn id="3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1000"/>
                                        <p:tgtEl>
                                          <p:spTgt spid="7"/>
                                        </p:tgtEl>
                                      </p:cBhvr>
                                    </p:animEffect>
                                    <p:anim calcmode="lin" valueType="num">
                                      <p:cBhvr>
                                        <p:cTn id="64" dur="1000" fill="hold"/>
                                        <p:tgtEl>
                                          <p:spTgt spid="7"/>
                                        </p:tgtEl>
                                        <p:attrNameLst>
                                          <p:attrName>ppt_x</p:attrName>
                                        </p:attrNameLst>
                                      </p:cBhvr>
                                      <p:tavLst>
                                        <p:tav tm="0">
                                          <p:val>
                                            <p:strVal val="#ppt_x"/>
                                          </p:val>
                                        </p:tav>
                                        <p:tav tm="100000">
                                          <p:val>
                                            <p:strVal val="#ppt_x"/>
                                          </p:val>
                                        </p:tav>
                                      </p:tavLst>
                                    </p:anim>
                                    <p:anim calcmode="lin" valueType="num">
                                      <p:cBhvr>
                                        <p:cTn id="6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1000"/>
                                        <p:tgtEl>
                                          <p:spTgt spid="6"/>
                                        </p:tgtEl>
                                      </p:cBhvr>
                                    </p:animEffect>
                                    <p:anim calcmode="lin" valueType="num">
                                      <p:cBhvr>
                                        <p:cTn id="71" dur="1000" fill="hold"/>
                                        <p:tgtEl>
                                          <p:spTgt spid="6"/>
                                        </p:tgtEl>
                                        <p:attrNameLst>
                                          <p:attrName>ppt_x</p:attrName>
                                        </p:attrNameLst>
                                      </p:cBhvr>
                                      <p:tavLst>
                                        <p:tav tm="0">
                                          <p:val>
                                            <p:strVal val="#ppt_x"/>
                                          </p:val>
                                        </p:tav>
                                        <p:tav tm="100000">
                                          <p:val>
                                            <p:strVal val="#ppt_x"/>
                                          </p:val>
                                        </p:tav>
                                      </p:tavLst>
                                    </p:anim>
                                    <p:anim calcmode="lin" valueType="num">
                                      <p:cBhvr>
                                        <p:cTn id="7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1000"/>
                                        <p:tgtEl>
                                          <p:spTgt spid="22"/>
                                        </p:tgtEl>
                                      </p:cBhvr>
                                    </p:animEffect>
                                    <p:anim calcmode="lin" valueType="num">
                                      <p:cBhvr>
                                        <p:cTn id="78" dur="1000" fill="hold"/>
                                        <p:tgtEl>
                                          <p:spTgt spid="22"/>
                                        </p:tgtEl>
                                        <p:attrNameLst>
                                          <p:attrName>ppt_x</p:attrName>
                                        </p:attrNameLst>
                                      </p:cBhvr>
                                      <p:tavLst>
                                        <p:tav tm="0">
                                          <p:val>
                                            <p:strVal val="#ppt_x"/>
                                          </p:val>
                                        </p:tav>
                                        <p:tav tm="100000">
                                          <p:val>
                                            <p:strVal val="#ppt_x"/>
                                          </p:val>
                                        </p:tav>
                                      </p:tavLst>
                                    </p:anim>
                                    <p:anim calcmode="lin" valueType="num">
                                      <p:cBhvr>
                                        <p:cTn id="7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1000"/>
                                        <p:tgtEl>
                                          <p:spTgt spid="26"/>
                                        </p:tgtEl>
                                      </p:cBhvr>
                                    </p:animEffect>
                                    <p:anim calcmode="lin" valueType="num">
                                      <p:cBhvr>
                                        <p:cTn id="85" dur="1000" fill="hold"/>
                                        <p:tgtEl>
                                          <p:spTgt spid="26"/>
                                        </p:tgtEl>
                                        <p:attrNameLst>
                                          <p:attrName>ppt_x</p:attrName>
                                        </p:attrNameLst>
                                      </p:cBhvr>
                                      <p:tavLst>
                                        <p:tav tm="0">
                                          <p:val>
                                            <p:strVal val="#ppt_x"/>
                                          </p:val>
                                        </p:tav>
                                        <p:tav tm="100000">
                                          <p:val>
                                            <p:strVal val="#ppt_x"/>
                                          </p:val>
                                        </p:tav>
                                      </p:tavLst>
                                    </p:anim>
                                    <p:anim calcmode="lin" valueType="num">
                                      <p:cBhvr>
                                        <p:cTn id="8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fade">
                                      <p:cBhvr>
                                        <p:cTn id="91" dur="1000"/>
                                        <p:tgtEl>
                                          <p:spTgt spid="28"/>
                                        </p:tgtEl>
                                      </p:cBhvr>
                                    </p:animEffect>
                                    <p:anim calcmode="lin" valueType="num">
                                      <p:cBhvr>
                                        <p:cTn id="92" dur="1000" fill="hold"/>
                                        <p:tgtEl>
                                          <p:spTgt spid="28"/>
                                        </p:tgtEl>
                                        <p:attrNameLst>
                                          <p:attrName>ppt_x</p:attrName>
                                        </p:attrNameLst>
                                      </p:cBhvr>
                                      <p:tavLst>
                                        <p:tav tm="0">
                                          <p:val>
                                            <p:strVal val="#ppt_x"/>
                                          </p:val>
                                        </p:tav>
                                        <p:tav tm="100000">
                                          <p:val>
                                            <p:strVal val="#ppt_x"/>
                                          </p:val>
                                        </p:tav>
                                      </p:tavLst>
                                    </p:anim>
                                    <p:anim calcmode="lin" valueType="num">
                                      <p:cBhvr>
                                        <p:cTn id="9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1000"/>
                                        <p:tgtEl>
                                          <p:spTgt spid="29"/>
                                        </p:tgtEl>
                                      </p:cBhvr>
                                    </p:animEffect>
                                    <p:anim calcmode="lin" valueType="num">
                                      <p:cBhvr>
                                        <p:cTn id="99" dur="1000" fill="hold"/>
                                        <p:tgtEl>
                                          <p:spTgt spid="29"/>
                                        </p:tgtEl>
                                        <p:attrNameLst>
                                          <p:attrName>ppt_x</p:attrName>
                                        </p:attrNameLst>
                                      </p:cBhvr>
                                      <p:tavLst>
                                        <p:tav tm="0">
                                          <p:val>
                                            <p:strVal val="#ppt_x"/>
                                          </p:val>
                                        </p:tav>
                                        <p:tav tm="100000">
                                          <p:val>
                                            <p:strVal val="#ppt_x"/>
                                          </p:val>
                                        </p:tav>
                                      </p:tavLst>
                                    </p:anim>
                                    <p:anim calcmode="lin" valueType="num">
                                      <p:cBhvr>
                                        <p:cTn id="10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1000"/>
                                        <p:tgtEl>
                                          <p:spTgt spid="25"/>
                                        </p:tgtEl>
                                      </p:cBhvr>
                                    </p:animEffect>
                                    <p:anim calcmode="lin" valueType="num">
                                      <p:cBhvr>
                                        <p:cTn id="106" dur="1000" fill="hold"/>
                                        <p:tgtEl>
                                          <p:spTgt spid="25"/>
                                        </p:tgtEl>
                                        <p:attrNameLst>
                                          <p:attrName>ppt_x</p:attrName>
                                        </p:attrNameLst>
                                      </p:cBhvr>
                                      <p:tavLst>
                                        <p:tav tm="0">
                                          <p:val>
                                            <p:strVal val="#ppt_x"/>
                                          </p:val>
                                        </p:tav>
                                        <p:tav tm="100000">
                                          <p:val>
                                            <p:strVal val="#ppt_x"/>
                                          </p:val>
                                        </p:tav>
                                      </p:tavLst>
                                    </p:anim>
                                    <p:anim calcmode="lin" valueType="num">
                                      <p:cBhvr>
                                        <p:cTn id="10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4"/>
                                        </p:tgtEl>
                                        <p:attrNameLst>
                                          <p:attrName>style.visibility</p:attrName>
                                        </p:attrNameLst>
                                      </p:cBhvr>
                                      <p:to>
                                        <p:strVal val="visible"/>
                                      </p:to>
                                    </p:set>
                                    <p:animEffect transition="in" filter="fade">
                                      <p:cBhvr>
                                        <p:cTn id="112" dur="1000"/>
                                        <p:tgtEl>
                                          <p:spTgt spid="24"/>
                                        </p:tgtEl>
                                      </p:cBhvr>
                                    </p:animEffect>
                                    <p:anim calcmode="lin" valueType="num">
                                      <p:cBhvr>
                                        <p:cTn id="113" dur="1000" fill="hold"/>
                                        <p:tgtEl>
                                          <p:spTgt spid="24"/>
                                        </p:tgtEl>
                                        <p:attrNameLst>
                                          <p:attrName>ppt_x</p:attrName>
                                        </p:attrNameLst>
                                      </p:cBhvr>
                                      <p:tavLst>
                                        <p:tav tm="0">
                                          <p:val>
                                            <p:strVal val="#ppt_x"/>
                                          </p:val>
                                        </p:tav>
                                        <p:tav tm="100000">
                                          <p:val>
                                            <p:strVal val="#ppt_x"/>
                                          </p:val>
                                        </p:tav>
                                      </p:tavLst>
                                    </p:anim>
                                    <p:anim calcmode="lin" valueType="num">
                                      <p:cBhvr>
                                        <p:cTn id="11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23"/>
                                        </p:tgtEl>
                                        <p:attrNameLst>
                                          <p:attrName>style.visibility</p:attrName>
                                        </p:attrNameLst>
                                      </p:cBhvr>
                                      <p:to>
                                        <p:strVal val="visible"/>
                                      </p:to>
                                    </p:set>
                                    <p:animEffect transition="in" filter="fade">
                                      <p:cBhvr>
                                        <p:cTn id="119" dur="1000"/>
                                        <p:tgtEl>
                                          <p:spTgt spid="23"/>
                                        </p:tgtEl>
                                      </p:cBhvr>
                                    </p:animEffect>
                                    <p:anim calcmode="lin" valueType="num">
                                      <p:cBhvr>
                                        <p:cTn id="120" dur="1000" fill="hold"/>
                                        <p:tgtEl>
                                          <p:spTgt spid="23"/>
                                        </p:tgtEl>
                                        <p:attrNameLst>
                                          <p:attrName>ppt_x</p:attrName>
                                        </p:attrNameLst>
                                      </p:cBhvr>
                                      <p:tavLst>
                                        <p:tav tm="0">
                                          <p:val>
                                            <p:strVal val="#ppt_x"/>
                                          </p:val>
                                        </p:tav>
                                        <p:tav tm="100000">
                                          <p:val>
                                            <p:strVal val="#ppt_x"/>
                                          </p:val>
                                        </p:tav>
                                      </p:tavLst>
                                    </p:anim>
                                    <p:anim calcmode="lin" valueType="num">
                                      <p:cBhvr>
                                        <p:cTn id="12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38"/>
                                        </p:tgtEl>
                                        <p:attrNameLst>
                                          <p:attrName>style.visibility</p:attrName>
                                        </p:attrNameLst>
                                      </p:cBhvr>
                                      <p:to>
                                        <p:strVal val="visible"/>
                                      </p:to>
                                    </p:set>
                                    <p:animEffect transition="in" filter="fade">
                                      <p:cBhvr>
                                        <p:cTn id="126" dur="1000"/>
                                        <p:tgtEl>
                                          <p:spTgt spid="38"/>
                                        </p:tgtEl>
                                      </p:cBhvr>
                                    </p:animEffect>
                                    <p:anim calcmode="lin" valueType="num">
                                      <p:cBhvr>
                                        <p:cTn id="127" dur="1000" fill="hold"/>
                                        <p:tgtEl>
                                          <p:spTgt spid="38"/>
                                        </p:tgtEl>
                                        <p:attrNameLst>
                                          <p:attrName>ppt_x</p:attrName>
                                        </p:attrNameLst>
                                      </p:cBhvr>
                                      <p:tavLst>
                                        <p:tav tm="0">
                                          <p:val>
                                            <p:strVal val="#ppt_x"/>
                                          </p:val>
                                        </p:tav>
                                        <p:tav tm="100000">
                                          <p:val>
                                            <p:strVal val="#ppt_x"/>
                                          </p:val>
                                        </p:tav>
                                      </p:tavLst>
                                    </p:anim>
                                    <p:anim calcmode="lin" valueType="num">
                                      <p:cBhvr>
                                        <p:cTn id="128"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42"/>
                                        </p:tgtEl>
                                        <p:attrNameLst>
                                          <p:attrName>style.visibility</p:attrName>
                                        </p:attrNameLst>
                                      </p:cBhvr>
                                      <p:to>
                                        <p:strVal val="visible"/>
                                      </p:to>
                                    </p:set>
                                    <p:animEffect transition="in" filter="fade">
                                      <p:cBhvr>
                                        <p:cTn id="133" dur="1000"/>
                                        <p:tgtEl>
                                          <p:spTgt spid="42"/>
                                        </p:tgtEl>
                                      </p:cBhvr>
                                    </p:animEffect>
                                    <p:anim calcmode="lin" valueType="num">
                                      <p:cBhvr>
                                        <p:cTn id="134" dur="1000" fill="hold"/>
                                        <p:tgtEl>
                                          <p:spTgt spid="42"/>
                                        </p:tgtEl>
                                        <p:attrNameLst>
                                          <p:attrName>ppt_x</p:attrName>
                                        </p:attrNameLst>
                                      </p:cBhvr>
                                      <p:tavLst>
                                        <p:tav tm="0">
                                          <p:val>
                                            <p:strVal val="#ppt_x"/>
                                          </p:val>
                                        </p:tav>
                                        <p:tav tm="100000">
                                          <p:val>
                                            <p:strVal val="#ppt_x"/>
                                          </p:val>
                                        </p:tav>
                                      </p:tavLst>
                                    </p:anim>
                                    <p:anim calcmode="lin" valueType="num">
                                      <p:cBhvr>
                                        <p:cTn id="135"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43"/>
                                        </p:tgtEl>
                                        <p:attrNameLst>
                                          <p:attrName>style.visibility</p:attrName>
                                        </p:attrNameLst>
                                      </p:cBhvr>
                                      <p:to>
                                        <p:strVal val="visible"/>
                                      </p:to>
                                    </p:set>
                                    <p:animEffect transition="in" filter="fade">
                                      <p:cBhvr>
                                        <p:cTn id="140" dur="1000"/>
                                        <p:tgtEl>
                                          <p:spTgt spid="43"/>
                                        </p:tgtEl>
                                      </p:cBhvr>
                                    </p:animEffect>
                                    <p:anim calcmode="lin" valueType="num">
                                      <p:cBhvr>
                                        <p:cTn id="141" dur="1000" fill="hold"/>
                                        <p:tgtEl>
                                          <p:spTgt spid="43"/>
                                        </p:tgtEl>
                                        <p:attrNameLst>
                                          <p:attrName>ppt_x</p:attrName>
                                        </p:attrNameLst>
                                      </p:cBhvr>
                                      <p:tavLst>
                                        <p:tav tm="0">
                                          <p:val>
                                            <p:strVal val="#ppt_x"/>
                                          </p:val>
                                        </p:tav>
                                        <p:tav tm="100000">
                                          <p:val>
                                            <p:strVal val="#ppt_x"/>
                                          </p:val>
                                        </p:tav>
                                      </p:tavLst>
                                    </p:anim>
                                    <p:anim calcmode="lin" valueType="num">
                                      <p:cBhvr>
                                        <p:cTn id="142"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grpId="0" nodeType="clickEffect">
                                  <p:stCondLst>
                                    <p:cond delay="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7" dur="1000"/>
                                        <p:tgtEl>
                                          <p:spTgt spid="44"/>
                                        </p:tgtEl>
                                      </p:cBhvr>
                                    </p:animEffect>
                                    <p:anim calcmode="lin" valueType="num">
                                      <p:cBhvr>
                                        <p:cTn id="148" dur="1000" fill="hold"/>
                                        <p:tgtEl>
                                          <p:spTgt spid="44"/>
                                        </p:tgtEl>
                                        <p:attrNameLst>
                                          <p:attrName>ppt_x</p:attrName>
                                        </p:attrNameLst>
                                      </p:cBhvr>
                                      <p:tavLst>
                                        <p:tav tm="0">
                                          <p:val>
                                            <p:strVal val="#ppt_x"/>
                                          </p:val>
                                        </p:tav>
                                        <p:tav tm="100000">
                                          <p:val>
                                            <p:strVal val="#ppt_x"/>
                                          </p:val>
                                        </p:tav>
                                      </p:tavLst>
                                    </p:anim>
                                    <p:anim calcmode="lin" valueType="num">
                                      <p:cBhvr>
                                        <p:cTn id="149"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45"/>
                                        </p:tgtEl>
                                        <p:attrNameLst>
                                          <p:attrName>style.visibility</p:attrName>
                                        </p:attrNameLst>
                                      </p:cBhvr>
                                      <p:to>
                                        <p:strVal val="visible"/>
                                      </p:to>
                                    </p:set>
                                    <p:animEffect transition="in" filter="fade">
                                      <p:cBhvr>
                                        <p:cTn id="154" dur="1000"/>
                                        <p:tgtEl>
                                          <p:spTgt spid="45"/>
                                        </p:tgtEl>
                                      </p:cBhvr>
                                    </p:animEffect>
                                    <p:anim calcmode="lin" valueType="num">
                                      <p:cBhvr>
                                        <p:cTn id="155" dur="1000" fill="hold"/>
                                        <p:tgtEl>
                                          <p:spTgt spid="45"/>
                                        </p:tgtEl>
                                        <p:attrNameLst>
                                          <p:attrName>ppt_x</p:attrName>
                                        </p:attrNameLst>
                                      </p:cBhvr>
                                      <p:tavLst>
                                        <p:tav tm="0">
                                          <p:val>
                                            <p:strVal val="#ppt_x"/>
                                          </p:val>
                                        </p:tav>
                                        <p:tav tm="100000">
                                          <p:val>
                                            <p:strVal val="#ppt_x"/>
                                          </p:val>
                                        </p:tav>
                                      </p:tavLst>
                                    </p:anim>
                                    <p:anim calcmode="lin" valueType="num">
                                      <p:cBhvr>
                                        <p:cTn id="156"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42" presetClass="entr" presetSubtype="0" fill="hold" grpId="0" nodeType="clickEffect">
                                  <p:stCondLst>
                                    <p:cond delay="0"/>
                                  </p:stCondLst>
                                  <p:childTnLst>
                                    <p:set>
                                      <p:cBhvr>
                                        <p:cTn id="160" dur="1" fill="hold">
                                          <p:stCondLst>
                                            <p:cond delay="0"/>
                                          </p:stCondLst>
                                        </p:cTn>
                                        <p:tgtEl>
                                          <p:spTgt spid="41"/>
                                        </p:tgtEl>
                                        <p:attrNameLst>
                                          <p:attrName>style.visibility</p:attrName>
                                        </p:attrNameLst>
                                      </p:cBhvr>
                                      <p:to>
                                        <p:strVal val="visible"/>
                                      </p:to>
                                    </p:set>
                                    <p:animEffect transition="in" filter="fade">
                                      <p:cBhvr>
                                        <p:cTn id="161" dur="1000"/>
                                        <p:tgtEl>
                                          <p:spTgt spid="41"/>
                                        </p:tgtEl>
                                      </p:cBhvr>
                                    </p:animEffect>
                                    <p:anim calcmode="lin" valueType="num">
                                      <p:cBhvr>
                                        <p:cTn id="162" dur="1000" fill="hold"/>
                                        <p:tgtEl>
                                          <p:spTgt spid="41"/>
                                        </p:tgtEl>
                                        <p:attrNameLst>
                                          <p:attrName>ppt_x</p:attrName>
                                        </p:attrNameLst>
                                      </p:cBhvr>
                                      <p:tavLst>
                                        <p:tav tm="0">
                                          <p:val>
                                            <p:strVal val="#ppt_x"/>
                                          </p:val>
                                        </p:tav>
                                        <p:tav tm="100000">
                                          <p:val>
                                            <p:strVal val="#ppt_x"/>
                                          </p:val>
                                        </p:tav>
                                      </p:tavLst>
                                    </p:anim>
                                    <p:anim calcmode="lin" valueType="num">
                                      <p:cBhvr>
                                        <p:cTn id="163"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42" presetClass="entr" presetSubtype="0" fill="hold" grpId="0" nodeType="clickEffect">
                                  <p:stCondLst>
                                    <p:cond delay="0"/>
                                  </p:stCondLst>
                                  <p:childTnLst>
                                    <p:set>
                                      <p:cBhvr>
                                        <p:cTn id="167" dur="1" fill="hold">
                                          <p:stCondLst>
                                            <p:cond delay="0"/>
                                          </p:stCondLst>
                                        </p:cTn>
                                        <p:tgtEl>
                                          <p:spTgt spid="40"/>
                                        </p:tgtEl>
                                        <p:attrNameLst>
                                          <p:attrName>style.visibility</p:attrName>
                                        </p:attrNameLst>
                                      </p:cBhvr>
                                      <p:to>
                                        <p:strVal val="visible"/>
                                      </p:to>
                                    </p:set>
                                    <p:animEffect transition="in" filter="fade">
                                      <p:cBhvr>
                                        <p:cTn id="168" dur="1000"/>
                                        <p:tgtEl>
                                          <p:spTgt spid="40"/>
                                        </p:tgtEl>
                                      </p:cBhvr>
                                    </p:animEffect>
                                    <p:anim calcmode="lin" valueType="num">
                                      <p:cBhvr>
                                        <p:cTn id="169" dur="1000" fill="hold"/>
                                        <p:tgtEl>
                                          <p:spTgt spid="40"/>
                                        </p:tgtEl>
                                        <p:attrNameLst>
                                          <p:attrName>ppt_x</p:attrName>
                                        </p:attrNameLst>
                                      </p:cBhvr>
                                      <p:tavLst>
                                        <p:tav tm="0">
                                          <p:val>
                                            <p:strVal val="#ppt_x"/>
                                          </p:val>
                                        </p:tav>
                                        <p:tav tm="100000">
                                          <p:val>
                                            <p:strVal val="#ppt_x"/>
                                          </p:val>
                                        </p:tav>
                                      </p:tavLst>
                                    </p:anim>
                                    <p:anim calcmode="lin" valueType="num">
                                      <p:cBhvr>
                                        <p:cTn id="170"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42" presetClass="entr" presetSubtype="0" fill="hold" grpId="0" nodeType="clickEffect">
                                  <p:stCondLst>
                                    <p:cond delay="0"/>
                                  </p:stCondLst>
                                  <p:childTnLst>
                                    <p:set>
                                      <p:cBhvr>
                                        <p:cTn id="174" dur="1" fill="hold">
                                          <p:stCondLst>
                                            <p:cond delay="0"/>
                                          </p:stCondLst>
                                        </p:cTn>
                                        <p:tgtEl>
                                          <p:spTgt spid="39"/>
                                        </p:tgtEl>
                                        <p:attrNameLst>
                                          <p:attrName>style.visibility</p:attrName>
                                        </p:attrNameLst>
                                      </p:cBhvr>
                                      <p:to>
                                        <p:strVal val="visible"/>
                                      </p:to>
                                    </p:set>
                                    <p:animEffect transition="in" filter="fade">
                                      <p:cBhvr>
                                        <p:cTn id="175" dur="1000"/>
                                        <p:tgtEl>
                                          <p:spTgt spid="39"/>
                                        </p:tgtEl>
                                      </p:cBhvr>
                                    </p:animEffect>
                                    <p:anim calcmode="lin" valueType="num">
                                      <p:cBhvr>
                                        <p:cTn id="176" dur="1000" fill="hold"/>
                                        <p:tgtEl>
                                          <p:spTgt spid="39"/>
                                        </p:tgtEl>
                                        <p:attrNameLst>
                                          <p:attrName>ppt_x</p:attrName>
                                        </p:attrNameLst>
                                      </p:cBhvr>
                                      <p:tavLst>
                                        <p:tav tm="0">
                                          <p:val>
                                            <p:strVal val="#ppt_x"/>
                                          </p:val>
                                        </p:tav>
                                        <p:tav tm="100000">
                                          <p:val>
                                            <p:strVal val="#ppt_x"/>
                                          </p:val>
                                        </p:tav>
                                      </p:tavLst>
                                    </p:anim>
                                    <p:anim calcmode="lin" valueType="num">
                                      <p:cBhvr>
                                        <p:cTn id="177"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42" presetClass="entr" presetSubtype="0" fill="hold" grpId="0" nodeType="clickEffect">
                                  <p:stCondLst>
                                    <p:cond delay="0"/>
                                  </p:stCondLst>
                                  <p:childTnLst>
                                    <p:set>
                                      <p:cBhvr>
                                        <p:cTn id="181" dur="1" fill="hold">
                                          <p:stCondLst>
                                            <p:cond delay="0"/>
                                          </p:stCondLst>
                                        </p:cTn>
                                        <p:tgtEl>
                                          <p:spTgt spid="30"/>
                                        </p:tgtEl>
                                        <p:attrNameLst>
                                          <p:attrName>style.visibility</p:attrName>
                                        </p:attrNameLst>
                                      </p:cBhvr>
                                      <p:to>
                                        <p:strVal val="visible"/>
                                      </p:to>
                                    </p:set>
                                    <p:animEffect transition="in" filter="fade">
                                      <p:cBhvr>
                                        <p:cTn id="182" dur="1000"/>
                                        <p:tgtEl>
                                          <p:spTgt spid="30"/>
                                        </p:tgtEl>
                                      </p:cBhvr>
                                    </p:animEffect>
                                    <p:anim calcmode="lin" valueType="num">
                                      <p:cBhvr>
                                        <p:cTn id="183" dur="1000" fill="hold"/>
                                        <p:tgtEl>
                                          <p:spTgt spid="30"/>
                                        </p:tgtEl>
                                        <p:attrNameLst>
                                          <p:attrName>ppt_x</p:attrName>
                                        </p:attrNameLst>
                                      </p:cBhvr>
                                      <p:tavLst>
                                        <p:tav tm="0">
                                          <p:val>
                                            <p:strVal val="#ppt_x"/>
                                          </p:val>
                                        </p:tav>
                                        <p:tav tm="100000">
                                          <p:val>
                                            <p:strVal val="#ppt_x"/>
                                          </p:val>
                                        </p:tav>
                                      </p:tavLst>
                                    </p:anim>
                                    <p:anim calcmode="lin" valueType="num">
                                      <p:cBhvr>
                                        <p:cTn id="18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42" presetClass="entr" presetSubtype="0" fill="hold" grpId="0" nodeType="clickEffect">
                                  <p:stCondLst>
                                    <p:cond delay="0"/>
                                  </p:stCondLst>
                                  <p:childTnLst>
                                    <p:set>
                                      <p:cBhvr>
                                        <p:cTn id="188" dur="1" fill="hold">
                                          <p:stCondLst>
                                            <p:cond delay="0"/>
                                          </p:stCondLst>
                                        </p:cTn>
                                        <p:tgtEl>
                                          <p:spTgt spid="34"/>
                                        </p:tgtEl>
                                        <p:attrNameLst>
                                          <p:attrName>style.visibility</p:attrName>
                                        </p:attrNameLst>
                                      </p:cBhvr>
                                      <p:to>
                                        <p:strVal val="visible"/>
                                      </p:to>
                                    </p:set>
                                    <p:animEffect transition="in" filter="fade">
                                      <p:cBhvr>
                                        <p:cTn id="189" dur="1000"/>
                                        <p:tgtEl>
                                          <p:spTgt spid="34"/>
                                        </p:tgtEl>
                                      </p:cBhvr>
                                    </p:animEffect>
                                    <p:anim calcmode="lin" valueType="num">
                                      <p:cBhvr>
                                        <p:cTn id="190" dur="1000" fill="hold"/>
                                        <p:tgtEl>
                                          <p:spTgt spid="34"/>
                                        </p:tgtEl>
                                        <p:attrNameLst>
                                          <p:attrName>ppt_x</p:attrName>
                                        </p:attrNameLst>
                                      </p:cBhvr>
                                      <p:tavLst>
                                        <p:tav tm="0">
                                          <p:val>
                                            <p:strVal val="#ppt_x"/>
                                          </p:val>
                                        </p:tav>
                                        <p:tav tm="100000">
                                          <p:val>
                                            <p:strVal val="#ppt_x"/>
                                          </p:val>
                                        </p:tav>
                                      </p:tavLst>
                                    </p:anim>
                                    <p:anim calcmode="lin" valueType="num">
                                      <p:cBhvr>
                                        <p:cTn id="191"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92" fill="hold">
                      <p:stCondLst>
                        <p:cond delay="indefinite"/>
                      </p:stCondLst>
                      <p:childTnLst>
                        <p:par>
                          <p:cTn id="193" fill="hold">
                            <p:stCondLst>
                              <p:cond delay="0"/>
                            </p:stCondLst>
                            <p:childTnLst>
                              <p:par>
                                <p:cTn id="194" presetID="42" presetClass="entr" presetSubtype="0" fill="hold" grpId="0" nodeType="clickEffect">
                                  <p:stCondLst>
                                    <p:cond delay="0"/>
                                  </p:stCondLst>
                                  <p:childTnLst>
                                    <p:set>
                                      <p:cBhvr>
                                        <p:cTn id="195" dur="1" fill="hold">
                                          <p:stCondLst>
                                            <p:cond delay="0"/>
                                          </p:stCondLst>
                                        </p:cTn>
                                        <p:tgtEl>
                                          <p:spTgt spid="35"/>
                                        </p:tgtEl>
                                        <p:attrNameLst>
                                          <p:attrName>style.visibility</p:attrName>
                                        </p:attrNameLst>
                                      </p:cBhvr>
                                      <p:to>
                                        <p:strVal val="visible"/>
                                      </p:to>
                                    </p:set>
                                    <p:animEffect transition="in" filter="fade">
                                      <p:cBhvr>
                                        <p:cTn id="196" dur="1000"/>
                                        <p:tgtEl>
                                          <p:spTgt spid="35"/>
                                        </p:tgtEl>
                                      </p:cBhvr>
                                    </p:animEffect>
                                    <p:anim calcmode="lin" valueType="num">
                                      <p:cBhvr>
                                        <p:cTn id="197" dur="1000" fill="hold"/>
                                        <p:tgtEl>
                                          <p:spTgt spid="35"/>
                                        </p:tgtEl>
                                        <p:attrNameLst>
                                          <p:attrName>ppt_x</p:attrName>
                                        </p:attrNameLst>
                                      </p:cBhvr>
                                      <p:tavLst>
                                        <p:tav tm="0">
                                          <p:val>
                                            <p:strVal val="#ppt_x"/>
                                          </p:val>
                                        </p:tav>
                                        <p:tav tm="100000">
                                          <p:val>
                                            <p:strVal val="#ppt_x"/>
                                          </p:val>
                                        </p:tav>
                                      </p:tavLst>
                                    </p:anim>
                                    <p:anim calcmode="lin" valueType="num">
                                      <p:cBhvr>
                                        <p:cTn id="198"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ID="42" presetClass="entr" presetSubtype="0" fill="hold" grpId="0" nodeType="clickEffect">
                                  <p:stCondLst>
                                    <p:cond delay="0"/>
                                  </p:stCondLst>
                                  <p:childTnLst>
                                    <p:set>
                                      <p:cBhvr>
                                        <p:cTn id="202" dur="1" fill="hold">
                                          <p:stCondLst>
                                            <p:cond delay="0"/>
                                          </p:stCondLst>
                                        </p:cTn>
                                        <p:tgtEl>
                                          <p:spTgt spid="36"/>
                                        </p:tgtEl>
                                        <p:attrNameLst>
                                          <p:attrName>style.visibility</p:attrName>
                                        </p:attrNameLst>
                                      </p:cBhvr>
                                      <p:to>
                                        <p:strVal val="visible"/>
                                      </p:to>
                                    </p:set>
                                    <p:animEffect transition="in" filter="fade">
                                      <p:cBhvr>
                                        <p:cTn id="203" dur="1000"/>
                                        <p:tgtEl>
                                          <p:spTgt spid="36"/>
                                        </p:tgtEl>
                                      </p:cBhvr>
                                    </p:animEffect>
                                    <p:anim calcmode="lin" valueType="num">
                                      <p:cBhvr>
                                        <p:cTn id="204" dur="1000" fill="hold"/>
                                        <p:tgtEl>
                                          <p:spTgt spid="36"/>
                                        </p:tgtEl>
                                        <p:attrNameLst>
                                          <p:attrName>ppt_x</p:attrName>
                                        </p:attrNameLst>
                                      </p:cBhvr>
                                      <p:tavLst>
                                        <p:tav tm="0">
                                          <p:val>
                                            <p:strVal val="#ppt_x"/>
                                          </p:val>
                                        </p:tav>
                                        <p:tav tm="100000">
                                          <p:val>
                                            <p:strVal val="#ppt_x"/>
                                          </p:val>
                                        </p:tav>
                                      </p:tavLst>
                                    </p:anim>
                                    <p:anim calcmode="lin" valueType="num">
                                      <p:cBhvr>
                                        <p:cTn id="205"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206" fill="hold">
                      <p:stCondLst>
                        <p:cond delay="indefinite"/>
                      </p:stCondLst>
                      <p:childTnLst>
                        <p:par>
                          <p:cTn id="207" fill="hold">
                            <p:stCondLst>
                              <p:cond delay="0"/>
                            </p:stCondLst>
                            <p:childTnLst>
                              <p:par>
                                <p:cTn id="208" presetID="42" presetClass="entr" presetSubtype="0" fill="hold" grpId="0" nodeType="clickEffect">
                                  <p:stCondLst>
                                    <p:cond delay="0"/>
                                  </p:stCondLst>
                                  <p:childTnLst>
                                    <p:set>
                                      <p:cBhvr>
                                        <p:cTn id="209" dur="1" fill="hold">
                                          <p:stCondLst>
                                            <p:cond delay="0"/>
                                          </p:stCondLst>
                                        </p:cTn>
                                        <p:tgtEl>
                                          <p:spTgt spid="37"/>
                                        </p:tgtEl>
                                        <p:attrNameLst>
                                          <p:attrName>style.visibility</p:attrName>
                                        </p:attrNameLst>
                                      </p:cBhvr>
                                      <p:to>
                                        <p:strVal val="visible"/>
                                      </p:to>
                                    </p:set>
                                    <p:animEffect transition="in" filter="fade">
                                      <p:cBhvr>
                                        <p:cTn id="210" dur="1000"/>
                                        <p:tgtEl>
                                          <p:spTgt spid="37"/>
                                        </p:tgtEl>
                                      </p:cBhvr>
                                    </p:animEffect>
                                    <p:anim calcmode="lin" valueType="num">
                                      <p:cBhvr>
                                        <p:cTn id="211" dur="1000" fill="hold"/>
                                        <p:tgtEl>
                                          <p:spTgt spid="37"/>
                                        </p:tgtEl>
                                        <p:attrNameLst>
                                          <p:attrName>ppt_x</p:attrName>
                                        </p:attrNameLst>
                                      </p:cBhvr>
                                      <p:tavLst>
                                        <p:tav tm="0">
                                          <p:val>
                                            <p:strVal val="#ppt_x"/>
                                          </p:val>
                                        </p:tav>
                                        <p:tav tm="100000">
                                          <p:val>
                                            <p:strVal val="#ppt_x"/>
                                          </p:val>
                                        </p:tav>
                                      </p:tavLst>
                                    </p:anim>
                                    <p:anim calcmode="lin" valueType="num">
                                      <p:cBhvr>
                                        <p:cTn id="212"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42" presetClass="entr" presetSubtype="0" fill="hold" grpId="0" nodeType="clickEffect">
                                  <p:stCondLst>
                                    <p:cond delay="0"/>
                                  </p:stCondLst>
                                  <p:childTnLst>
                                    <p:set>
                                      <p:cBhvr>
                                        <p:cTn id="216" dur="1" fill="hold">
                                          <p:stCondLst>
                                            <p:cond delay="0"/>
                                          </p:stCondLst>
                                        </p:cTn>
                                        <p:tgtEl>
                                          <p:spTgt spid="33"/>
                                        </p:tgtEl>
                                        <p:attrNameLst>
                                          <p:attrName>style.visibility</p:attrName>
                                        </p:attrNameLst>
                                      </p:cBhvr>
                                      <p:to>
                                        <p:strVal val="visible"/>
                                      </p:to>
                                    </p:set>
                                    <p:animEffect transition="in" filter="fade">
                                      <p:cBhvr>
                                        <p:cTn id="217" dur="1000"/>
                                        <p:tgtEl>
                                          <p:spTgt spid="33"/>
                                        </p:tgtEl>
                                      </p:cBhvr>
                                    </p:animEffect>
                                    <p:anim calcmode="lin" valueType="num">
                                      <p:cBhvr>
                                        <p:cTn id="218" dur="1000" fill="hold"/>
                                        <p:tgtEl>
                                          <p:spTgt spid="33"/>
                                        </p:tgtEl>
                                        <p:attrNameLst>
                                          <p:attrName>ppt_x</p:attrName>
                                        </p:attrNameLst>
                                      </p:cBhvr>
                                      <p:tavLst>
                                        <p:tav tm="0">
                                          <p:val>
                                            <p:strVal val="#ppt_x"/>
                                          </p:val>
                                        </p:tav>
                                        <p:tav tm="100000">
                                          <p:val>
                                            <p:strVal val="#ppt_x"/>
                                          </p:val>
                                        </p:tav>
                                      </p:tavLst>
                                    </p:anim>
                                    <p:anim calcmode="lin" valueType="num">
                                      <p:cBhvr>
                                        <p:cTn id="21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20" fill="hold">
                      <p:stCondLst>
                        <p:cond delay="indefinite"/>
                      </p:stCondLst>
                      <p:childTnLst>
                        <p:par>
                          <p:cTn id="221" fill="hold">
                            <p:stCondLst>
                              <p:cond delay="0"/>
                            </p:stCondLst>
                            <p:childTnLst>
                              <p:par>
                                <p:cTn id="222" presetID="42" presetClass="entr" presetSubtype="0" fill="hold" grpId="0" nodeType="clickEffect">
                                  <p:stCondLst>
                                    <p:cond delay="0"/>
                                  </p:stCondLst>
                                  <p:childTnLst>
                                    <p:set>
                                      <p:cBhvr>
                                        <p:cTn id="223" dur="1" fill="hold">
                                          <p:stCondLst>
                                            <p:cond delay="0"/>
                                          </p:stCondLst>
                                        </p:cTn>
                                        <p:tgtEl>
                                          <p:spTgt spid="32"/>
                                        </p:tgtEl>
                                        <p:attrNameLst>
                                          <p:attrName>style.visibility</p:attrName>
                                        </p:attrNameLst>
                                      </p:cBhvr>
                                      <p:to>
                                        <p:strVal val="visible"/>
                                      </p:to>
                                    </p:set>
                                    <p:animEffect transition="in" filter="fade">
                                      <p:cBhvr>
                                        <p:cTn id="224" dur="1000"/>
                                        <p:tgtEl>
                                          <p:spTgt spid="32"/>
                                        </p:tgtEl>
                                      </p:cBhvr>
                                    </p:animEffect>
                                    <p:anim calcmode="lin" valueType="num">
                                      <p:cBhvr>
                                        <p:cTn id="225" dur="1000" fill="hold"/>
                                        <p:tgtEl>
                                          <p:spTgt spid="32"/>
                                        </p:tgtEl>
                                        <p:attrNameLst>
                                          <p:attrName>ppt_x</p:attrName>
                                        </p:attrNameLst>
                                      </p:cBhvr>
                                      <p:tavLst>
                                        <p:tav tm="0">
                                          <p:val>
                                            <p:strVal val="#ppt_x"/>
                                          </p:val>
                                        </p:tav>
                                        <p:tav tm="100000">
                                          <p:val>
                                            <p:strVal val="#ppt_x"/>
                                          </p:val>
                                        </p:tav>
                                      </p:tavLst>
                                    </p:anim>
                                    <p:anim calcmode="lin" valueType="num">
                                      <p:cBhvr>
                                        <p:cTn id="22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27" fill="hold">
                      <p:stCondLst>
                        <p:cond delay="indefinite"/>
                      </p:stCondLst>
                      <p:childTnLst>
                        <p:par>
                          <p:cTn id="228" fill="hold">
                            <p:stCondLst>
                              <p:cond delay="0"/>
                            </p:stCondLst>
                            <p:childTnLst>
                              <p:par>
                                <p:cTn id="229" presetID="42" presetClass="entr" presetSubtype="0" fill="hold" grpId="0" nodeType="clickEffect">
                                  <p:stCondLst>
                                    <p:cond delay="0"/>
                                  </p:stCondLst>
                                  <p:childTnLst>
                                    <p:set>
                                      <p:cBhvr>
                                        <p:cTn id="230" dur="1" fill="hold">
                                          <p:stCondLst>
                                            <p:cond delay="0"/>
                                          </p:stCondLst>
                                        </p:cTn>
                                        <p:tgtEl>
                                          <p:spTgt spid="31"/>
                                        </p:tgtEl>
                                        <p:attrNameLst>
                                          <p:attrName>style.visibility</p:attrName>
                                        </p:attrNameLst>
                                      </p:cBhvr>
                                      <p:to>
                                        <p:strVal val="visible"/>
                                      </p:to>
                                    </p:set>
                                    <p:animEffect transition="in" filter="fade">
                                      <p:cBhvr>
                                        <p:cTn id="231" dur="1000"/>
                                        <p:tgtEl>
                                          <p:spTgt spid="31"/>
                                        </p:tgtEl>
                                      </p:cBhvr>
                                    </p:animEffect>
                                    <p:anim calcmode="lin" valueType="num">
                                      <p:cBhvr>
                                        <p:cTn id="232" dur="1000" fill="hold"/>
                                        <p:tgtEl>
                                          <p:spTgt spid="31"/>
                                        </p:tgtEl>
                                        <p:attrNameLst>
                                          <p:attrName>ppt_x</p:attrName>
                                        </p:attrNameLst>
                                      </p:cBhvr>
                                      <p:tavLst>
                                        <p:tav tm="0">
                                          <p:val>
                                            <p:strVal val="#ppt_x"/>
                                          </p:val>
                                        </p:tav>
                                        <p:tav tm="100000">
                                          <p:val>
                                            <p:strVal val="#ppt_x"/>
                                          </p:val>
                                        </p:tav>
                                      </p:tavLst>
                                    </p:anim>
                                    <p:anim calcmode="lin" valueType="num">
                                      <p:cBhvr>
                                        <p:cTn id="23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0" grpId="0" bldLvl="0" animBg="1"/>
      <p:bldP spid="11" grpId="0" animBg="1"/>
      <p:bldP spid="12" grpId="0" bldLvl="0" animBg="1"/>
      <p:bldP spid="13" grpId="0" bldLvl="0" animBg="1"/>
      <p:bldP spid="22" grpId="0" bldLvl="0" animBg="1"/>
      <p:bldP spid="23" grpId="0" bldLvl="0" animBg="1"/>
      <p:bldP spid="24" grpId="0" bldLvl="0" animBg="1"/>
      <p:bldP spid="25" grpId="0" bldLvl="0" animBg="1"/>
      <p:bldP spid="26" grpId="0" bldLvl="0" animBg="1"/>
      <p:bldP spid="28" grpId="0" bldLvl="0" animBg="1"/>
      <p:bldP spid="29" grpId="0" bldLvl="0" animBg="1"/>
      <p:bldP spid="38" grpId="0" bldLvl="0" animBg="1"/>
      <p:bldP spid="39" grpId="0" bldLvl="0" animBg="1"/>
      <p:bldP spid="40" grpId="0" bldLvl="0" animBg="1"/>
      <p:bldP spid="41" grpId="0" bldLvl="0" animBg="1"/>
      <p:bldP spid="42" grpId="0" bldLvl="0" animBg="1"/>
      <p:bldP spid="43" grpId="0" bldLvl="0" animBg="1"/>
      <p:bldP spid="44" grpId="0" bldLvl="0" animBg="1"/>
      <p:bldP spid="45" grpId="0" bldLvl="0" animBg="1"/>
      <p:bldP spid="30" grpId="0" bldLvl="0" animBg="1"/>
      <p:bldP spid="31" grpId="0" bldLvl="0" animBg="1"/>
      <p:bldP spid="32" grpId="0" bldLvl="0" animBg="1"/>
      <p:bldP spid="33" grpId="0" bldLvl="0" animBg="1"/>
      <p:bldP spid="34" grpId="0" bldLvl="0" animBg="1"/>
      <p:bldP spid="35" grpId="0" bldLvl="0" animBg="1"/>
      <p:bldP spid="36" grpId="0" bldLvl="0" animBg="1"/>
      <p:bldP spid="37" grpId="0" bldLvl="0" animBg="1"/>
      <p:bldP spid="46"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2.1</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～でしょう？／～でしょう・だろう</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確認：相手も知っていると思うことを確かめる（↗）　推量：話し手の推測（↘）</a:t>
            </a:r>
            <a:endParaRPr lang="ja-JP" sz="1800"/>
          </a:p>
        </p:txBody>
      </p:sp>
      <p:sp>
        <p:nvSpPr>
          <p:cNvPr id="9" name="conn 9"/>
          <p:cNvSpPr/>
          <p:nvPr/>
        </p:nvSpPr>
        <p:spPr>
          <a:xfrm>
            <a:off x="685800" y="2148840"/>
            <a:ext cx="10820095" cy="13716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V・Aい（普通形）＋ </a:t>
            </a:r>
            <a:r>
              <a:rPr lang="ja-JP" altLang="en-US" sz="2200" b="1" dirty="0">
                <a:solidFill>
                  <a:srgbClr val="A64B31"/>
                </a:solidFill>
                <a:highlight>
                  <a:srgbClr val="F9E2A0"/>
                </a:highlight>
                <a:latin typeface="Meiryo"/>
                <a:ea typeface="Meiryo"/>
                <a:cs typeface="Meiryo"/>
              </a:rPr>
              <a:t>でしょう／だろう</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行く</a:t>
            </a:r>
            <a:r>
              <a:rPr lang="ja-JP" altLang="en-US" sz="1700" b="1" dirty="0">
                <a:solidFill>
                  <a:srgbClr val="A64B31"/>
                </a:solidFill>
                <a:highlight>
                  <a:srgbClr val="F9E2A0"/>
                </a:highlight>
                <a:latin typeface="Meiryo"/>
                <a:ea typeface="Meiryo"/>
                <a:cs typeface="Meiryo"/>
              </a:rPr>
              <a:t>でしょう</a:t>
            </a:r>
            <a:r>
              <a:rPr lang="ja-JP" altLang="en-US" sz="1700" b="0" dirty="0">
                <a:solidFill>
                  <a:srgbClr val="7A6F62"/>
                </a:solidFill>
                <a:latin typeface="Meiryo"/>
                <a:ea typeface="Meiryo"/>
                <a:cs typeface="Meiryo"/>
              </a:rPr>
              <a:t>　高い</a:t>
            </a:r>
            <a:r>
              <a:rPr lang="ja-JP" altLang="en-US" sz="1700" b="1" dirty="0">
                <a:solidFill>
                  <a:srgbClr val="A64B31"/>
                </a:solidFill>
                <a:highlight>
                  <a:srgbClr val="F9E2A0"/>
                </a:highlight>
                <a:latin typeface="Meiryo"/>
                <a:ea typeface="Meiryo"/>
                <a:cs typeface="Meiryo"/>
              </a:rPr>
              <a:t>でしょう</a:t>
            </a:r>
            <a:endParaRPr lang="ja-JP" sz="1700"/>
          </a:p>
        </p:txBody>
      </p:sp>
      <p:sp>
        <p:nvSpPr>
          <p:cNvPr id="13" name="form 13"/>
          <p:cNvSpPr txBox="1"/>
          <p:nvPr/>
        </p:nvSpPr>
        <p:spPr>
          <a:xfrm>
            <a:off x="2103120" y="28346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Aな・N ＋ </a:t>
            </a:r>
            <a:r>
              <a:rPr lang="ja-JP" altLang="en-US" sz="2200" b="1" dirty="0">
                <a:solidFill>
                  <a:srgbClr val="A64B31"/>
                </a:solidFill>
                <a:highlight>
                  <a:srgbClr val="F9E2A0"/>
                </a:highlight>
                <a:latin typeface="Meiryo"/>
                <a:ea typeface="Meiryo"/>
                <a:cs typeface="Meiryo"/>
              </a:rPr>
              <a:t>でしょう／だろう</a:t>
            </a:r>
            <a:r>
              <a:rPr lang="ja-JP" altLang="en-US" sz="2200" b="1" dirty="0">
                <a:solidFill>
                  <a:srgbClr val="1F271D"/>
                </a:solidFill>
                <a:latin typeface="Meiryo"/>
                <a:ea typeface="Meiryo"/>
                <a:cs typeface="Meiryo"/>
              </a:rPr>
              <a:t>　（×だ）</a:t>
            </a:r>
            <a:endParaRPr lang="ja-JP" sz="2200"/>
          </a:p>
        </p:txBody>
      </p:sp>
      <p:sp>
        <p:nvSpPr>
          <p:cNvPr id="14" name="ex 14"/>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静か</a:t>
            </a:r>
            <a:r>
              <a:rPr lang="ja-JP" altLang="en-US" sz="1700" b="1" dirty="0">
                <a:solidFill>
                  <a:srgbClr val="A64B31"/>
                </a:solidFill>
                <a:highlight>
                  <a:srgbClr val="F9E2A0"/>
                </a:highlight>
                <a:latin typeface="Meiryo"/>
                <a:ea typeface="Meiryo"/>
                <a:cs typeface="Meiryo"/>
              </a:rPr>
              <a:t>でしょう</a:t>
            </a:r>
            <a:r>
              <a:rPr lang="ja-JP" altLang="en-US" sz="1700" b="0" dirty="0">
                <a:solidFill>
                  <a:srgbClr val="7A6F62"/>
                </a:solidFill>
                <a:latin typeface="Meiryo"/>
                <a:ea typeface="Meiryo"/>
                <a:cs typeface="Meiryo"/>
              </a:rPr>
              <a:t>　学生</a:t>
            </a:r>
            <a:r>
              <a:rPr lang="ja-JP" altLang="en-US" sz="1700" b="1" dirty="0">
                <a:solidFill>
                  <a:srgbClr val="A64B31"/>
                </a:solidFill>
                <a:highlight>
                  <a:srgbClr val="F9E2A0"/>
                </a:highlight>
                <a:latin typeface="Meiryo"/>
                <a:ea typeface="Meiryo"/>
                <a:cs typeface="Meiryo"/>
              </a:rPr>
              <a:t>でしょう</a:t>
            </a:r>
            <a:endParaRPr lang="ja-JP" sz="1700"/>
          </a:p>
        </p:txBody>
      </p:sp>
      <p:sp>
        <p:nvSpPr>
          <p:cNvPr id="15" name="pill 15"/>
          <p:cNvSpPr txBox="1"/>
          <p:nvPr/>
        </p:nvSpPr>
        <p:spPr>
          <a:xfrm>
            <a:off x="685800" y="3840480"/>
            <a:ext cx="1993392"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用法①　確認 ↗</a:t>
            </a:r>
            <a:endParaRPr lang="ja-JP" sz="1600"/>
          </a:p>
        </p:txBody>
      </p:sp>
      <p:sp>
        <p:nvSpPr>
          <p:cNvPr id="16" name="body 16"/>
          <p:cNvSpPr txBox="1"/>
          <p:nvPr/>
        </p:nvSpPr>
        <p:spPr>
          <a:xfrm>
            <a:off x="685800" y="4407408"/>
            <a:ext cx="520430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相手も知っていることを確かめて、話を進める。</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くだけた形：でしょ？／だろ？（男性）</a:t>
            </a:r>
            <a:endParaRPr lang="ja-JP" sz="1600"/>
          </a:p>
        </p:txBody>
      </p:sp>
      <p:sp>
        <p:nvSpPr>
          <p:cNvPr id="17" name="rei 17"/>
          <p:cNvSpPr txBox="1"/>
          <p:nvPr/>
        </p:nvSpPr>
        <p:spPr>
          <a:xfrm>
            <a:off x="685800"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18" name="pex 18"/>
          <p:cNvSpPr txBox="1"/>
          <p:nvPr/>
        </p:nvSpPr>
        <p:spPr>
          <a:xfrm>
            <a:off x="1188720" y="5213096"/>
            <a:ext cx="4701388" cy="711708"/>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900" b="0" dirty="0">
                <a:solidFill>
                  <a:srgbClr val="1F271D"/>
                </a:solidFill>
                <a:latin typeface="Meiryo"/>
                <a:ea typeface="Meiryo"/>
                <a:cs typeface="Meiryo"/>
              </a:rPr>
              <a:t>「みっつ」って言う</a:t>
            </a:r>
            <a:r>
              <a:rPr lang="ja-JP" altLang="en-US" sz="1900" b="1" dirty="0">
                <a:solidFill>
                  <a:srgbClr val="A64B31"/>
                </a:solidFill>
                <a:highlight>
                  <a:srgbClr val="F9E2A0"/>
                </a:highlight>
                <a:latin typeface="Meiryo"/>
                <a:ea typeface="Meiryo"/>
                <a:cs typeface="Meiryo"/>
              </a:rPr>
              <a:t>でしょう？↗</a:t>
            </a:r>
            <a:endParaRPr lang="ja-JP" sz="1900"/>
          </a:p>
          <a:p>
            <a:pPr algn="l">
              <a:lnSpc>
                <a:spcPct val="120000"/>
              </a:lnSpc>
              <a:spcBef>
                <a:spcPts val="0"/>
              </a:spcBef>
              <a:spcAft>
                <a:spcPts val="200"/>
              </a:spcAft>
              <a:buNone/>
            </a:pPr>
            <a:r>
              <a:rPr lang="ja-JP" altLang="en-US" sz="1900" b="0" dirty="0">
                <a:solidFill>
                  <a:srgbClr val="1F271D"/>
                </a:solidFill>
                <a:latin typeface="Meiryo"/>
                <a:ea typeface="Meiryo"/>
                <a:cs typeface="Meiryo"/>
              </a:rPr>
              <a:t>―うん。</a:t>
            </a:r>
            <a:endParaRPr lang="ja-JP" sz="1900"/>
          </a:p>
        </p:txBody>
      </p:sp>
      <p:sp>
        <p:nvSpPr>
          <p:cNvPr id="19" name="vrule 19"/>
          <p:cNvSpPr/>
          <p:nvPr/>
        </p:nvSpPr>
        <p:spPr>
          <a:xfrm>
            <a:off x="6095848" y="3886200"/>
            <a:ext cx="13716" cy="2560320"/>
          </a:xfrm>
          <a:prstGeom prst="rect">
            <a:avLst/>
          </a:prstGeom>
          <a:solidFill>
            <a:srgbClr val="DBCCBA"/>
          </a:solidFill>
          <a:ln>
            <a:noFill/>
          </a:ln>
        </p:spPr>
        <p:txBody>
          <a:bodyPr rtlCol="0" anchor="ctr"/>
          <a:lstStyle/>
          <a:p>
            <a:endParaRPr lang="ja-JP"/>
          </a:p>
        </p:txBody>
      </p:sp>
      <p:sp>
        <p:nvSpPr>
          <p:cNvPr id="20" name="pill 20"/>
          <p:cNvSpPr txBox="1"/>
          <p:nvPr/>
        </p:nvSpPr>
        <p:spPr>
          <a:xfrm>
            <a:off x="6301588" y="3840480"/>
            <a:ext cx="1993392"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用法②　推量 ↘</a:t>
            </a:r>
            <a:endParaRPr lang="ja-JP" sz="1600"/>
          </a:p>
        </p:txBody>
      </p:sp>
      <p:sp>
        <p:nvSpPr>
          <p:cNvPr id="21" name="body 21"/>
          <p:cNvSpPr txBox="1"/>
          <p:nvPr/>
        </p:nvSpPr>
        <p:spPr>
          <a:xfrm>
            <a:off x="6301588" y="4407408"/>
            <a:ext cx="5204308" cy="911352"/>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話し手の推測を表す。「たぶん・きっと」とよく使う。</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「だろう」は普通体（書き言葉・男性の話し言葉）。</a:t>
            </a:r>
            <a:endParaRPr lang="ja-JP" sz="1600"/>
          </a:p>
        </p:txBody>
      </p:sp>
      <p:sp>
        <p:nvSpPr>
          <p:cNvPr id="22" name="rei 22"/>
          <p:cNvSpPr txBox="1"/>
          <p:nvPr/>
        </p:nvSpPr>
        <p:spPr>
          <a:xfrm>
            <a:off x="6301588" y="5519928"/>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3" name="pex 23"/>
          <p:cNvSpPr txBox="1"/>
          <p:nvPr/>
        </p:nvSpPr>
        <p:spPr>
          <a:xfrm>
            <a:off x="6804508" y="5501640"/>
            <a:ext cx="4701388" cy="711708"/>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900" b="0" dirty="0">
                <a:solidFill>
                  <a:srgbClr val="1F271D"/>
                </a:solidFill>
                <a:latin typeface="Meiryo"/>
                <a:ea typeface="Meiryo"/>
                <a:cs typeface="Meiryo"/>
              </a:rPr>
              <a:t>明日は雨が降る</a:t>
            </a:r>
            <a:r>
              <a:rPr lang="ja-JP" altLang="en-US" sz="1900" b="1" dirty="0">
                <a:solidFill>
                  <a:srgbClr val="7A5F2E"/>
                </a:solidFill>
                <a:latin typeface="Meiryo"/>
                <a:ea typeface="Meiryo"/>
                <a:cs typeface="Meiryo"/>
              </a:rPr>
              <a:t>でしょう。↘</a:t>
            </a:r>
            <a:endParaRPr lang="ja-JP" sz="1900"/>
          </a:p>
          <a:p>
            <a:pPr algn="l">
              <a:lnSpc>
                <a:spcPct val="120000"/>
              </a:lnSpc>
              <a:spcBef>
                <a:spcPts val="0"/>
              </a:spcBef>
              <a:spcAft>
                <a:spcPts val="200"/>
              </a:spcAft>
              <a:buNone/>
            </a:pPr>
            <a:r>
              <a:rPr lang="ja-JP" altLang="en-US" sz="1900" b="0" dirty="0">
                <a:solidFill>
                  <a:srgbClr val="1F271D"/>
                </a:solidFill>
                <a:latin typeface="Meiryo"/>
                <a:ea typeface="Meiryo"/>
                <a:cs typeface="Meiryo"/>
              </a:rPr>
              <a:t>たぶん間に合う</a:t>
            </a:r>
            <a:r>
              <a:rPr lang="ja-JP" altLang="en-US" sz="1900" b="1" dirty="0">
                <a:solidFill>
                  <a:srgbClr val="7A5F2E"/>
                </a:solidFill>
                <a:latin typeface="Meiryo"/>
                <a:ea typeface="Meiryo"/>
                <a:cs typeface="Meiryo"/>
              </a:rPr>
              <a:t>だろう。↘</a:t>
            </a:r>
            <a:endParaRPr lang="ja-JP" sz="19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500"/>
                                        <p:tgtEl>
                                          <p:spTgt spid="19"/>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500"/>
                                        <p:tgtEl>
                                          <p:spTgt spid="20"/>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up)">
                                      <p:cBhvr>
                                        <p:cTn id="5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～でしょう？↗</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a:t>
            </a:r>
            <a:endParaRPr lang="ja-JP" sz="1400"/>
          </a:p>
        </p:txBody>
      </p:sp>
      <p:sp>
        <p:nvSpPr>
          <p:cNvPr id="7" name="badge 7"/>
          <p:cNvSpPr txBox="1"/>
          <p:nvPr/>
        </p:nvSpPr>
        <p:spPr>
          <a:xfrm>
            <a:off x="685800" y="12913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badge 8"/>
          <p:cNvSpPr txBox="1"/>
          <p:nvPr/>
        </p:nvSpPr>
        <p:spPr>
          <a:xfrm>
            <a:off x="1490472" y="132334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9" name="line 9"/>
          <p:cNvSpPr txBox="1"/>
          <p:nvPr/>
        </p:nvSpPr>
        <p:spPr>
          <a:xfrm>
            <a:off x="2148840" y="1325880"/>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3月3日は耳の日って聞いたんだけど、どうして？</a:t>
            </a:r>
            <a:endParaRPr lang="ja-JP" sz="2800"/>
          </a:p>
        </p:txBody>
      </p:sp>
      <p:sp>
        <p:nvSpPr>
          <p:cNvPr id="10" name="badge 10"/>
          <p:cNvSpPr txBox="1"/>
          <p:nvPr/>
        </p:nvSpPr>
        <p:spPr>
          <a:xfrm>
            <a:off x="1490472" y="1967484"/>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1" name="line 11"/>
          <p:cNvSpPr txBox="1"/>
          <p:nvPr/>
        </p:nvSpPr>
        <p:spPr>
          <a:xfrm>
            <a:off x="2148840" y="1970024"/>
            <a:ext cx="9357055" cy="9956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ああ、3は数えるとき「みっつ」って言う</a:t>
            </a:r>
            <a:r>
              <a:rPr lang="ja-JP" altLang="en-US" sz="2800" b="1" dirty="0">
                <a:solidFill>
                  <a:srgbClr val="A64B31"/>
                </a:solidFill>
                <a:highlight>
                  <a:srgbClr val="F9E2A0"/>
                </a:highlight>
                <a:latin typeface="Meiryo"/>
                <a:ea typeface="Meiryo"/>
                <a:cs typeface="Meiryo"/>
              </a:rPr>
              <a:t>でしょう？↗</a:t>
            </a:r>
            <a:endParaRPr lang="ja-JP" sz="2800"/>
          </a:p>
        </p:txBody>
      </p:sp>
      <p:sp>
        <p:nvSpPr>
          <p:cNvPr id="12" name="line 12"/>
          <p:cNvSpPr txBox="1"/>
          <p:nvPr/>
        </p:nvSpPr>
        <p:spPr>
          <a:xfrm>
            <a:off x="2148840" y="3112008"/>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3月3日は3が二つあるから、「みみ」になるんだよ。</a:t>
            </a:r>
            <a:endParaRPr lang="ja-JP" sz="2800"/>
          </a:p>
        </p:txBody>
      </p:sp>
      <p:sp>
        <p:nvSpPr>
          <p:cNvPr id="13" name="note 13"/>
          <p:cNvSpPr txBox="1"/>
          <p:nvPr/>
        </p:nvSpPr>
        <p:spPr>
          <a:xfrm rot="-72000">
            <a:off x="777240" y="5623560"/>
            <a:ext cx="8732520" cy="68580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相手も知っていること（数え方）を確認してから、説明を続ける。</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～でしょう？↗</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例②③</a:t>
            </a:r>
            <a:endParaRPr lang="ja-JP" sz="1400"/>
          </a:p>
        </p:txBody>
      </p:sp>
      <p:sp>
        <p:nvSpPr>
          <p:cNvPr id="7" name="badge 7"/>
          <p:cNvSpPr txBox="1"/>
          <p:nvPr/>
        </p:nvSpPr>
        <p:spPr>
          <a:xfrm>
            <a:off x="685800" y="12913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8" name="badge 8"/>
          <p:cNvSpPr txBox="1"/>
          <p:nvPr/>
        </p:nvSpPr>
        <p:spPr>
          <a:xfrm>
            <a:off x="1490472" y="132334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9" name="line 9"/>
          <p:cNvSpPr txBox="1"/>
          <p:nvPr/>
        </p:nvSpPr>
        <p:spPr>
          <a:xfrm>
            <a:off x="2148840" y="1325880"/>
            <a:ext cx="9357055" cy="9956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来週の水曜日、遠足だね。Bさんも行く</a:t>
            </a:r>
            <a:r>
              <a:rPr lang="ja-JP" altLang="en-US" sz="2800" b="1" dirty="0">
                <a:solidFill>
                  <a:srgbClr val="A64B31"/>
                </a:solidFill>
                <a:highlight>
                  <a:srgbClr val="F9E2A0"/>
                </a:highlight>
                <a:latin typeface="Meiryo"/>
                <a:ea typeface="Meiryo"/>
                <a:cs typeface="Meiryo"/>
              </a:rPr>
              <a:t>でしょう？↗</a:t>
            </a:r>
            <a:endParaRPr lang="ja-JP" sz="2800"/>
          </a:p>
        </p:txBody>
      </p:sp>
      <p:sp>
        <p:nvSpPr>
          <p:cNvPr id="10" name="badge 10"/>
          <p:cNvSpPr txBox="1"/>
          <p:nvPr/>
        </p:nvSpPr>
        <p:spPr>
          <a:xfrm>
            <a:off x="1490472" y="2465324"/>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1" name="line 11"/>
          <p:cNvSpPr txBox="1"/>
          <p:nvPr/>
        </p:nvSpPr>
        <p:spPr>
          <a:xfrm>
            <a:off x="2148840" y="2467864"/>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うん。楽しみだね。</a:t>
            </a:r>
            <a:endParaRPr lang="ja-JP" sz="2800"/>
          </a:p>
        </p:txBody>
      </p:sp>
      <p:sp>
        <p:nvSpPr>
          <p:cNvPr id="12" name="rule 12"/>
          <p:cNvSpPr/>
          <p:nvPr/>
        </p:nvSpPr>
        <p:spPr>
          <a:xfrm>
            <a:off x="685800" y="3240024"/>
            <a:ext cx="9174175" cy="18288"/>
          </a:xfrm>
          <a:prstGeom prst="rect">
            <a:avLst/>
          </a:prstGeom>
          <a:solidFill>
            <a:srgbClr val="DBCCBA"/>
          </a:solidFill>
          <a:ln>
            <a:noFill/>
          </a:ln>
        </p:spPr>
        <p:txBody>
          <a:bodyPr rtlCol="0" anchor="ctr"/>
          <a:lstStyle/>
          <a:p>
            <a:endParaRPr lang="ja-JP"/>
          </a:p>
        </p:txBody>
      </p:sp>
      <p:sp>
        <p:nvSpPr>
          <p:cNvPr id="13" name="badge 13"/>
          <p:cNvSpPr txBox="1"/>
          <p:nvPr/>
        </p:nvSpPr>
        <p:spPr>
          <a:xfrm>
            <a:off x="685800" y="3525520"/>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③</a:t>
            </a:r>
            <a:endParaRPr lang="ja-JP" sz="2000"/>
          </a:p>
        </p:txBody>
      </p:sp>
      <p:sp>
        <p:nvSpPr>
          <p:cNvPr id="14" name="badge 14"/>
          <p:cNvSpPr txBox="1"/>
          <p:nvPr/>
        </p:nvSpPr>
        <p:spPr>
          <a:xfrm>
            <a:off x="1490472" y="3557524"/>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15" name="line 15"/>
          <p:cNvSpPr txBox="1"/>
          <p:nvPr/>
        </p:nvSpPr>
        <p:spPr>
          <a:xfrm>
            <a:off x="2148840" y="3560064"/>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明日の飲み会、7時から</a:t>
            </a:r>
            <a:r>
              <a:rPr lang="ja-JP" altLang="en-US" sz="2800" b="1" dirty="0">
                <a:solidFill>
                  <a:srgbClr val="A64B31"/>
                </a:solidFill>
                <a:highlight>
                  <a:srgbClr val="F9E2A0"/>
                </a:highlight>
                <a:latin typeface="Meiryo"/>
                <a:ea typeface="Meiryo"/>
                <a:cs typeface="Meiryo"/>
              </a:rPr>
              <a:t>でしょう？↗</a:t>
            </a:r>
            <a:endParaRPr lang="ja-JP" sz="2800"/>
          </a:p>
        </p:txBody>
      </p:sp>
      <p:sp>
        <p:nvSpPr>
          <p:cNvPr id="16" name="badge 16"/>
          <p:cNvSpPr txBox="1"/>
          <p:nvPr/>
        </p:nvSpPr>
        <p:spPr>
          <a:xfrm>
            <a:off x="1490472" y="4201668"/>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7" name="line 17"/>
          <p:cNvSpPr txBox="1"/>
          <p:nvPr/>
        </p:nvSpPr>
        <p:spPr>
          <a:xfrm>
            <a:off x="2148840" y="4204208"/>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あ、7時から</a:t>
            </a:r>
            <a:r>
              <a:rPr lang="ja-JP" altLang="en-US" sz="2800" b="1" dirty="0">
                <a:solidFill>
                  <a:srgbClr val="7A5F2E"/>
                </a:solidFill>
                <a:latin typeface="Meiryo"/>
                <a:ea typeface="Meiryo"/>
                <a:cs typeface="Meiryo"/>
              </a:rPr>
              <a:t>じゃなくて</a:t>
            </a:r>
            <a:r>
              <a:rPr lang="ja-JP" altLang="en-US" sz="2800" b="0" dirty="0">
                <a:solidFill>
                  <a:srgbClr val="1F271D"/>
                </a:solidFill>
                <a:latin typeface="Meiryo"/>
                <a:ea typeface="Meiryo"/>
                <a:cs typeface="Meiryo"/>
              </a:rPr>
              <a:t>、6時半からだよ。</a:t>
            </a:r>
            <a:endParaRPr lang="ja-JP" sz="2800"/>
          </a:p>
        </p:txBody>
      </p:sp>
      <p:sp>
        <p:nvSpPr>
          <p:cNvPr id="18" name="note 18"/>
          <p:cNvSpPr txBox="1"/>
          <p:nvPr/>
        </p:nvSpPr>
        <p:spPr>
          <a:xfrm rot="-72000">
            <a:off x="777240" y="5623560"/>
            <a:ext cx="8860536" cy="68580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③ 確認した内容が違うときは「～じゃなくて、～だよ」と答える。</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500"/>
                                        <p:tgtEl>
                                          <p:spTgt spid="15"/>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up)">
                                      <p:cBhvr>
                                        <p:cTn id="16" dur="500"/>
                                        <p:tgtEl>
                                          <p:spTgt spid="16"/>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up)">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up)">
                                      <p:cBhvr>
                                        <p:cTn id="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～でしょう／だろう</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　翻訳練習　Câu 1/9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47320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Hôm qua mình đã nói rồi đúng không? Bài kiểm tra bắt đầu từ thứ Hai tuần sau đấy.</a:t>
            </a:r>
            <a:endParaRPr lang="ja-JP" sz="2600"/>
          </a:p>
        </p:txBody>
      </p:sp>
      <p:sp>
        <p:nvSpPr>
          <p:cNvPr id="9" name="pill 9"/>
          <p:cNvSpPr txBox="1"/>
          <p:nvPr/>
        </p:nvSpPr>
        <p:spPr>
          <a:xfrm>
            <a:off x="685800" y="321056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321056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テスト</a:t>
            </a:r>
            <a:endParaRPr lang="ja-JP" sz="1800"/>
          </a:p>
        </p:txBody>
      </p:sp>
      <p:sp>
        <p:nvSpPr>
          <p:cNvPr id="11" name="ANS_bg 11"/>
          <p:cNvSpPr/>
          <p:nvPr/>
        </p:nvSpPr>
        <p:spPr>
          <a:xfrm>
            <a:off x="685800" y="389636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407924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444500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昨日言った</a:t>
            </a:r>
            <a:r>
              <a:rPr lang="ja-JP" altLang="en-US" sz="2600" b="1" dirty="0">
                <a:solidFill>
                  <a:srgbClr val="F2C14E"/>
                </a:solidFill>
                <a:latin typeface="Meiryo"/>
                <a:ea typeface="Meiryo"/>
                <a:cs typeface="Meiryo"/>
              </a:rPr>
              <a:t>でしょう？↗</a:t>
            </a:r>
            <a:r>
              <a:rPr lang="ja-JP" altLang="en-US" sz="2600" b="1" dirty="0">
                <a:solidFill>
                  <a:srgbClr val="FFFFFF"/>
                </a:solidFill>
                <a:latin typeface="Meiryo"/>
                <a:ea typeface="Meiryo"/>
                <a:cs typeface="Meiryo"/>
              </a:rPr>
              <a:t>　テストは来週の月曜日からだよ。</a:t>
            </a:r>
            <a:endParaRPr lang="ja-JP" sz="2600"/>
          </a:p>
        </p:txBody>
      </p:sp>
      <p:sp>
        <p:nvSpPr>
          <p:cNvPr id="14" name="t 14"/>
          <p:cNvSpPr txBox="1"/>
          <p:nvPr/>
        </p:nvSpPr>
        <p:spPr>
          <a:xfrm>
            <a:off x="1005840" y="499872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別の表現：昨日言ったでしょ？テストは来週の月曜日からだよ。</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～でしょう／だろう</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　翻訳練習　Câu 2/9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47320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Cậu biết quán cà phê mới mở trước ga đúng không? Mình đang làm thêm ở đó.</a:t>
            </a:r>
            <a:endParaRPr lang="ja-JP" sz="2600"/>
          </a:p>
        </p:txBody>
      </p:sp>
      <p:sp>
        <p:nvSpPr>
          <p:cNvPr id="9" name="pill 9"/>
          <p:cNvSpPr txBox="1"/>
          <p:nvPr/>
        </p:nvSpPr>
        <p:spPr>
          <a:xfrm>
            <a:off x="685800" y="321056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321056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カフェ、アルバイト</a:t>
            </a:r>
            <a:endParaRPr lang="ja-JP" sz="1800"/>
          </a:p>
        </p:txBody>
      </p:sp>
      <p:sp>
        <p:nvSpPr>
          <p:cNvPr id="11" name="ANS_bg 11"/>
          <p:cNvSpPr/>
          <p:nvPr/>
        </p:nvSpPr>
        <p:spPr>
          <a:xfrm>
            <a:off x="685800" y="3896360"/>
            <a:ext cx="10820095" cy="206756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407924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4445000"/>
            <a:ext cx="1018001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駅の前に新しいカフェができた</a:t>
            </a:r>
            <a:r>
              <a:rPr lang="ja-JP" altLang="en-US" sz="2600" b="1" dirty="0">
                <a:solidFill>
                  <a:srgbClr val="F2C14E"/>
                </a:solidFill>
                <a:latin typeface="Meiryo"/>
                <a:ea typeface="Meiryo"/>
                <a:cs typeface="Meiryo"/>
              </a:rPr>
              <a:t>でしょう？↗</a:t>
            </a:r>
            <a:endParaRPr lang="ja-JP" sz="2600"/>
          </a:p>
          <a:p>
            <a:pPr algn="l">
              <a:lnSpc>
                <a:spcPct val="118000"/>
              </a:lnSpc>
              <a:spcBef>
                <a:spcPts val="0"/>
              </a:spcBef>
              <a:spcAft>
                <a:spcPts val="200"/>
              </a:spcAft>
              <a:buNone/>
            </a:pPr>
            <a:r>
              <a:rPr lang="ja-JP" altLang="en-US" sz="2600" b="1" dirty="0">
                <a:solidFill>
                  <a:srgbClr val="FFFFFF"/>
                </a:solidFill>
                <a:latin typeface="Meiryo"/>
                <a:ea typeface="Meiryo"/>
                <a:cs typeface="Meiryo"/>
              </a:rPr>
              <a:t>あそこでアルバイトしてるんだ。</a:t>
            </a:r>
            <a:endParaRPr lang="ja-JP" sz="2600"/>
          </a:p>
        </p:txBody>
      </p:sp>
      <p:sp>
        <p:nvSpPr>
          <p:cNvPr id="14" name="t 14"/>
          <p:cNvSpPr txBox="1"/>
          <p:nvPr/>
        </p:nvSpPr>
        <p:spPr>
          <a:xfrm>
            <a:off x="1005840" y="546100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別の表現：駅前の新しいカフェ、知ってるでしょ？そこでバイトしてるんだ。</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～でしょう／だろう</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　翻訳練習　Câu 3/9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Chắc là anh ấy đã biết chuyện đó rồi.</a:t>
            </a:r>
            <a:r>
              <a:rPr lang="ja-JP" altLang="en-US" sz="2600" b="1" dirty="0">
                <a:solidFill>
                  <a:srgbClr val="1F271D"/>
                </a:solidFill>
                <a:latin typeface="Meiryo"/>
                <a:ea typeface="Meiryo"/>
                <a:cs typeface="Meiryo"/>
              </a:rPr>
              <a:t>（推量）</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もう</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彼はもうそのことを知っている</a:t>
            </a:r>
            <a:r>
              <a:rPr lang="ja-JP" altLang="en-US" sz="2600" b="1" dirty="0">
                <a:solidFill>
                  <a:srgbClr val="F2C14E"/>
                </a:solidFill>
                <a:latin typeface="Meiryo"/>
                <a:ea typeface="Meiryo"/>
                <a:cs typeface="Meiryo"/>
              </a:rPr>
              <a:t>だろう</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別の表現：たぶん彼はもうそのことを知っているでしょう。</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2.2</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～っけ</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前に知っていたが、はっきり覚えていないことを確かめる（話し言葉）</a:t>
            </a:r>
            <a:endParaRPr lang="ja-JP" sz="1800"/>
          </a:p>
        </p:txBody>
      </p:sp>
      <p:sp>
        <p:nvSpPr>
          <p:cNvPr id="9" name="conn 9"/>
          <p:cNvSpPr/>
          <p:nvPr/>
        </p:nvSpPr>
        <p:spPr>
          <a:xfrm>
            <a:off x="685800" y="2148840"/>
            <a:ext cx="10820095" cy="18288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V・Aい（た形）＋ </a:t>
            </a:r>
            <a:r>
              <a:rPr lang="ja-JP" altLang="en-US" sz="2200" b="1" dirty="0">
                <a:solidFill>
                  <a:srgbClr val="A64B31"/>
                </a:solidFill>
                <a:highlight>
                  <a:srgbClr val="F9E2A0"/>
                </a:highlight>
                <a:latin typeface="Meiryo"/>
                <a:ea typeface="Meiryo"/>
                <a:cs typeface="Meiryo"/>
              </a:rPr>
              <a:t>っけ</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あった</a:t>
            </a:r>
            <a:r>
              <a:rPr lang="ja-JP" altLang="en-US" sz="1700" b="1" dirty="0">
                <a:solidFill>
                  <a:srgbClr val="A64B31"/>
                </a:solidFill>
                <a:highlight>
                  <a:srgbClr val="F9E2A0"/>
                </a:highlight>
                <a:latin typeface="Meiryo"/>
                <a:ea typeface="Meiryo"/>
                <a:cs typeface="Meiryo"/>
              </a:rPr>
              <a:t>っけ</a:t>
            </a:r>
            <a:r>
              <a:rPr lang="ja-JP" altLang="en-US" sz="1700" b="0" dirty="0">
                <a:solidFill>
                  <a:srgbClr val="7A6F62"/>
                </a:solidFill>
                <a:latin typeface="Meiryo"/>
                <a:ea typeface="Meiryo"/>
                <a:cs typeface="Meiryo"/>
              </a:rPr>
              <a:t>　行った</a:t>
            </a:r>
            <a:r>
              <a:rPr lang="ja-JP" altLang="en-US" sz="1700" b="1" dirty="0">
                <a:solidFill>
                  <a:srgbClr val="A64B31"/>
                </a:solidFill>
                <a:highlight>
                  <a:srgbClr val="F9E2A0"/>
                </a:highlight>
                <a:latin typeface="Meiryo"/>
                <a:ea typeface="Meiryo"/>
                <a:cs typeface="Meiryo"/>
              </a:rPr>
              <a:t>っけ</a:t>
            </a:r>
            <a:endParaRPr lang="ja-JP" sz="1700"/>
          </a:p>
        </p:txBody>
      </p:sp>
      <p:sp>
        <p:nvSpPr>
          <p:cNvPr id="13" name="form 13"/>
          <p:cNvSpPr txBox="1"/>
          <p:nvPr/>
        </p:nvSpPr>
        <p:spPr>
          <a:xfrm>
            <a:off x="2103120" y="28346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N・Aな ＋ </a:t>
            </a:r>
            <a:r>
              <a:rPr lang="ja-JP" altLang="en-US" sz="2200" b="1" dirty="0">
                <a:solidFill>
                  <a:srgbClr val="A64B31"/>
                </a:solidFill>
                <a:highlight>
                  <a:srgbClr val="F9E2A0"/>
                </a:highlight>
                <a:latin typeface="Meiryo"/>
                <a:ea typeface="Meiryo"/>
                <a:cs typeface="Meiryo"/>
              </a:rPr>
              <a:t>だっけ／だったっけ</a:t>
            </a:r>
            <a:endParaRPr lang="ja-JP" sz="2200"/>
          </a:p>
        </p:txBody>
      </p:sp>
      <p:sp>
        <p:nvSpPr>
          <p:cNvPr id="14" name="ex 14"/>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中学生</a:t>
            </a:r>
            <a:r>
              <a:rPr lang="ja-JP" altLang="en-US" sz="1700" b="1" dirty="0">
                <a:solidFill>
                  <a:srgbClr val="A64B31"/>
                </a:solidFill>
                <a:highlight>
                  <a:srgbClr val="F9E2A0"/>
                </a:highlight>
                <a:latin typeface="Meiryo"/>
                <a:ea typeface="Meiryo"/>
                <a:cs typeface="Meiryo"/>
              </a:rPr>
              <a:t>だっけ</a:t>
            </a:r>
            <a:r>
              <a:rPr lang="ja-JP" altLang="en-US" sz="1700" b="0" dirty="0">
                <a:solidFill>
                  <a:srgbClr val="7A6F62"/>
                </a:solidFill>
                <a:latin typeface="Meiryo"/>
                <a:ea typeface="Meiryo"/>
                <a:cs typeface="Meiryo"/>
              </a:rPr>
              <a:t>　暇</a:t>
            </a:r>
            <a:r>
              <a:rPr lang="ja-JP" altLang="en-US" sz="1700" b="1" dirty="0">
                <a:solidFill>
                  <a:srgbClr val="A64B31"/>
                </a:solidFill>
                <a:highlight>
                  <a:srgbClr val="F9E2A0"/>
                </a:highlight>
                <a:latin typeface="Meiryo"/>
                <a:ea typeface="Meiryo"/>
                <a:cs typeface="Meiryo"/>
              </a:rPr>
              <a:t>だったっけ</a:t>
            </a:r>
            <a:endParaRPr lang="ja-JP" sz="1700"/>
          </a:p>
        </p:txBody>
      </p:sp>
      <p:sp>
        <p:nvSpPr>
          <p:cNvPr id="15" name="form 15"/>
          <p:cNvSpPr txBox="1"/>
          <p:nvPr/>
        </p:nvSpPr>
        <p:spPr>
          <a:xfrm>
            <a:off x="2103120" y="32918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丁寧：～</a:t>
            </a:r>
            <a:r>
              <a:rPr lang="ja-JP" altLang="en-US" sz="2200" b="1" dirty="0">
                <a:solidFill>
                  <a:srgbClr val="A64B31"/>
                </a:solidFill>
                <a:highlight>
                  <a:srgbClr val="F9E2A0"/>
                </a:highlight>
                <a:latin typeface="Meiryo"/>
                <a:ea typeface="Meiryo"/>
                <a:cs typeface="Meiryo"/>
              </a:rPr>
              <a:t>でしたっけ</a:t>
            </a:r>
            <a:r>
              <a:rPr lang="ja-JP" altLang="en-US" sz="2200" b="1" dirty="0">
                <a:solidFill>
                  <a:srgbClr val="1F271D"/>
                </a:solidFill>
                <a:latin typeface="Meiryo"/>
                <a:ea typeface="Meiryo"/>
                <a:cs typeface="Meiryo"/>
              </a:rPr>
              <a:t>／～</a:t>
            </a:r>
            <a:r>
              <a:rPr lang="ja-JP" altLang="en-US" sz="2200" b="1" dirty="0">
                <a:solidFill>
                  <a:srgbClr val="A64B31"/>
                </a:solidFill>
                <a:highlight>
                  <a:srgbClr val="F9E2A0"/>
                </a:highlight>
                <a:latin typeface="Meiryo"/>
                <a:ea typeface="Meiryo"/>
                <a:cs typeface="Meiryo"/>
              </a:rPr>
              <a:t>ましたっけ</a:t>
            </a:r>
            <a:endParaRPr lang="ja-JP" sz="2200"/>
          </a:p>
        </p:txBody>
      </p:sp>
      <p:sp>
        <p:nvSpPr>
          <p:cNvPr id="16" name="ex 16"/>
          <p:cNvSpPr txBox="1"/>
          <p:nvPr/>
        </p:nvSpPr>
        <p:spPr>
          <a:xfrm>
            <a:off x="7726680" y="32918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誰</a:t>
            </a:r>
            <a:r>
              <a:rPr lang="ja-JP" altLang="en-US" sz="1700" b="1" dirty="0">
                <a:solidFill>
                  <a:srgbClr val="A64B31"/>
                </a:solidFill>
                <a:highlight>
                  <a:srgbClr val="F9E2A0"/>
                </a:highlight>
                <a:latin typeface="Meiryo"/>
                <a:ea typeface="Meiryo"/>
                <a:cs typeface="Meiryo"/>
              </a:rPr>
              <a:t>でしたっけ</a:t>
            </a:r>
            <a:r>
              <a:rPr lang="ja-JP" altLang="en-US" sz="1700" b="0" dirty="0">
                <a:solidFill>
                  <a:srgbClr val="7A6F62"/>
                </a:solidFill>
                <a:latin typeface="Meiryo"/>
                <a:ea typeface="Meiryo"/>
                <a:cs typeface="Meiryo"/>
              </a:rPr>
              <a:t>　言い</a:t>
            </a:r>
            <a:r>
              <a:rPr lang="ja-JP" altLang="en-US" sz="1700" b="1" dirty="0">
                <a:solidFill>
                  <a:srgbClr val="A64B31"/>
                </a:solidFill>
                <a:highlight>
                  <a:srgbClr val="F9E2A0"/>
                </a:highlight>
                <a:latin typeface="Meiryo"/>
                <a:ea typeface="Meiryo"/>
                <a:cs typeface="Meiryo"/>
              </a:rPr>
              <a:t>ましたっけ</a:t>
            </a:r>
            <a:endParaRPr lang="ja-JP" sz="1700"/>
          </a:p>
        </p:txBody>
      </p:sp>
      <p:sp>
        <p:nvSpPr>
          <p:cNvPr id="17" name="pill 17"/>
          <p:cNvSpPr txBox="1"/>
          <p:nvPr/>
        </p:nvSpPr>
        <p:spPr>
          <a:xfrm>
            <a:off x="685800" y="4297680"/>
            <a:ext cx="14732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相手に確認</a:t>
            </a:r>
            <a:endParaRPr lang="ja-JP" sz="1600"/>
          </a:p>
        </p:txBody>
      </p:sp>
      <p:sp>
        <p:nvSpPr>
          <p:cNvPr id="18" name="body 18"/>
          <p:cNvSpPr txBox="1"/>
          <p:nvPr/>
        </p:nvSpPr>
        <p:spPr>
          <a:xfrm>
            <a:off x="685800" y="4864608"/>
            <a:ext cx="3332378" cy="334264"/>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忘れたことを、相手に確かめる。</a:t>
            </a:r>
            <a:endParaRPr lang="ja-JP" sz="1600"/>
          </a:p>
        </p:txBody>
      </p:sp>
      <p:sp>
        <p:nvSpPr>
          <p:cNvPr id="19" name="rei 19"/>
          <p:cNvSpPr txBox="1"/>
          <p:nvPr/>
        </p:nvSpPr>
        <p:spPr>
          <a:xfrm>
            <a:off x="685800" y="5400040"/>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0" name="pex 20"/>
          <p:cNvSpPr txBox="1"/>
          <p:nvPr/>
        </p:nvSpPr>
        <p:spPr>
          <a:xfrm>
            <a:off x="1188720" y="5381752"/>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弟さん、中学生</a:t>
            </a:r>
            <a:r>
              <a:rPr lang="ja-JP" altLang="en-US" sz="1700" b="1" dirty="0">
                <a:solidFill>
                  <a:srgbClr val="A64B31"/>
                </a:solidFill>
                <a:highlight>
                  <a:srgbClr val="F9E2A0"/>
                </a:highlight>
                <a:latin typeface="Meiryo"/>
                <a:ea typeface="Meiryo"/>
                <a:cs typeface="Meiryo"/>
              </a:rPr>
              <a:t>だっけ？</a:t>
            </a:r>
            <a:endParaRPr lang="ja-JP" sz="1700"/>
          </a:p>
        </p:txBody>
      </p:sp>
      <p:sp>
        <p:nvSpPr>
          <p:cNvPr id="21" name="vrule 21"/>
          <p:cNvSpPr/>
          <p:nvPr/>
        </p:nvSpPr>
        <p:spPr>
          <a:xfrm>
            <a:off x="4223918" y="4343400"/>
            <a:ext cx="13716" cy="2103120"/>
          </a:xfrm>
          <a:prstGeom prst="rect">
            <a:avLst/>
          </a:prstGeom>
          <a:solidFill>
            <a:srgbClr val="DBCCBA"/>
          </a:solidFill>
          <a:ln>
            <a:noFill/>
          </a:ln>
        </p:spPr>
        <p:txBody>
          <a:bodyPr rtlCol="0" anchor="ctr"/>
          <a:lstStyle/>
          <a:p>
            <a:endParaRPr lang="ja-JP"/>
          </a:p>
        </p:txBody>
      </p:sp>
      <p:sp>
        <p:nvSpPr>
          <p:cNvPr id="22" name="pill 22"/>
          <p:cNvSpPr txBox="1"/>
          <p:nvPr/>
        </p:nvSpPr>
        <p:spPr>
          <a:xfrm>
            <a:off x="4429658" y="4297680"/>
            <a:ext cx="1066800"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独り言</a:t>
            </a:r>
            <a:endParaRPr lang="ja-JP" sz="1600"/>
          </a:p>
        </p:txBody>
      </p:sp>
      <p:sp>
        <p:nvSpPr>
          <p:cNvPr id="23" name="body 23"/>
          <p:cNvSpPr txBox="1"/>
          <p:nvPr/>
        </p:nvSpPr>
        <p:spPr>
          <a:xfrm>
            <a:off x="4429658" y="4864608"/>
            <a:ext cx="3332378" cy="334264"/>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思い出せないとき、自分に聞く。</a:t>
            </a:r>
            <a:endParaRPr lang="ja-JP" sz="1600"/>
          </a:p>
        </p:txBody>
      </p:sp>
      <p:sp>
        <p:nvSpPr>
          <p:cNvPr id="24" name="rei 24"/>
          <p:cNvSpPr txBox="1"/>
          <p:nvPr/>
        </p:nvSpPr>
        <p:spPr>
          <a:xfrm>
            <a:off x="4429658" y="5400040"/>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5" name="pex 25"/>
          <p:cNvSpPr txBox="1"/>
          <p:nvPr/>
        </p:nvSpPr>
        <p:spPr>
          <a:xfrm>
            <a:off x="4932578" y="5381752"/>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かぎ、どこに置いた</a:t>
            </a:r>
            <a:r>
              <a:rPr lang="ja-JP" altLang="en-US" sz="1700" b="1" dirty="0">
                <a:solidFill>
                  <a:srgbClr val="A64B31"/>
                </a:solidFill>
                <a:highlight>
                  <a:srgbClr val="F9E2A0"/>
                </a:highlight>
                <a:latin typeface="Meiryo"/>
                <a:ea typeface="Meiryo"/>
                <a:cs typeface="Meiryo"/>
              </a:rPr>
              <a:t>っけ</a:t>
            </a:r>
            <a:r>
              <a:rPr lang="ja-JP" altLang="en-US" sz="1700" b="0" dirty="0">
                <a:solidFill>
                  <a:srgbClr val="1F271D"/>
                </a:solidFill>
                <a:latin typeface="Meiryo"/>
                <a:ea typeface="Meiryo"/>
                <a:cs typeface="Meiryo"/>
              </a:rPr>
              <a:t>。</a:t>
            </a:r>
            <a:endParaRPr lang="ja-JP" sz="1700"/>
          </a:p>
        </p:txBody>
      </p:sp>
      <p:sp>
        <p:nvSpPr>
          <p:cNvPr id="26" name="vrule 26"/>
          <p:cNvSpPr/>
          <p:nvPr/>
        </p:nvSpPr>
        <p:spPr>
          <a:xfrm>
            <a:off x="7967777" y="4343400"/>
            <a:ext cx="13716" cy="2103120"/>
          </a:xfrm>
          <a:prstGeom prst="rect">
            <a:avLst/>
          </a:prstGeom>
          <a:solidFill>
            <a:srgbClr val="DBCCBA"/>
          </a:solidFill>
          <a:ln>
            <a:noFill/>
          </a:ln>
        </p:spPr>
        <p:txBody>
          <a:bodyPr rtlCol="0" anchor="ctr"/>
          <a:lstStyle/>
          <a:p>
            <a:endParaRPr lang="ja-JP"/>
          </a:p>
        </p:txBody>
      </p:sp>
      <p:sp>
        <p:nvSpPr>
          <p:cNvPr id="27" name="pill 27"/>
          <p:cNvSpPr txBox="1"/>
          <p:nvPr/>
        </p:nvSpPr>
        <p:spPr>
          <a:xfrm>
            <a:off x="8173517" y="4297680"/>
            <a:ext cx="863600" cy="402336"/>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注意</a:t>
            </a:r>
            <a:endParaRPr lang="ja-JP" sz="1600"/>
          </a:p>
        </p:txBody>
      </p:sp>
      <p:sp>
        <p:nvSpPr>
          <p:cNvPr id="28" name="body 28"/>
          <p:cNvSpPr txBox="1"/>
          <p:nvPr/>
        </p:nvSpPr>
        <p:spPr>
          <a:xfrm>
            <a:off x="8173517" y="4864608"/>
            <a:ext cx="3332378" cy="911352"/>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一度も聞いたことがないことには使わない。</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目上の人には「～でしたっけ」。</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500"/>
                                        <p:tgtEl>
                                          <p:spTgt spid="15"/>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up)">
                                      <p:cBhvr>
                                        <p:cTn id="39" dur="500"/>
                                        <p:tgtEl>
                                          <p:spTgt spid="19"/>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up)">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up)">
                                      <p:cBhvr>
                                        <p:cTn id="53" dur="500"/>
                                        <p:tgtEl>
                                          <p:spTgt spid="23"/>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up)">
                                      <p:cBhvr>
                                        <p:cTn id="56" dur="500"/>
                                        <p:tgtEl>
                                          <p:spTgt spid="24"/>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ipe(up)">
                                      <p:cBhvr>
                                        <p:cTn id="59" dur="500"/>
                                        <p:tgtEl>
                                          <p:spTgt spid="25"/>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up)">
                                      <p:cBhvr>
                                        <p:cTn id="64" dur="500"/>
                                        <p:tgtEl>
                                          <p:spTgt spid="26"/>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up)">
                                      <p:cBhvr>
                                        <p:cTn id="67" dur="500"/>
                                        <p:tgtEl>
                                          <p:spTgt spid="27"/>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wipe(up)">
                                      <p:cBhvr>
                                        <p:cTn id="7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066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～っけ</a:t>
            </a:r>
            <a:endParaRPr lang="ja-JP" sz="1600"/>
          </a:p>
        </p:txBody>
      </p:sp>
      <p:sp>
        <p:nvSpPr>
          <p:cNvPr id="6" name="t 6"/>
          <p:cNvSpPr txBox="1"/>
          <p:nvPr/>
        </p:nvSpPr>
        <p:spPr>
          <a:xfrm>
            <a:off x="1935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例①②</a:t>
            </a:r>
            <a:endParaRPr lang="ja-JP" sz="1400"/>
          </a:p>
        </p:txBody>
      </p:sp>
      <p:sp>
        <p:nvSpPr>
          <p:cNvPr id="7" name="badge 7"/>
          <p:cNvSpPr txBox="1"/>
          <p:nvPr/>
        </p:nvSpPr>
        <p:spPr>
          <a:xfrm>
            <a:off x="685800" y="12913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badge 8"/>
          <p:cNvSpPr txBox="1"/>
          <p:nvPr/>
        </p:nvSpPr>
        <p:spPr>
          <a:xfrm>
            <a:off x="1490472" y="132334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9" name="line 9"/>
          <p:cNvSpPr txBox="1"/>
          <p:nvPr/>
        </p:nvSpPr>
        <p:spPr>
          <a:xfrm>
            <a:off x="2148840" y="1325880"/>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Bさんの弟、中学生</a:t>
            </a:r>
            <a:r>
              <a:rPr lang="ja-JP" altLang="en-US" sz="2800" b="1" dirty="0">
                <a:solidFill>
                  <a:srgbClr val="A64B31"/>
                </a:solidFill>
                <a:highlight>
                  <a:srgbClr val="F9E2A0"/>
                </a:highlight>
                <a:latin typeface="Meiryo"/>
                <a:ea typeface="Meiryo"/>
                <a:cs typeface="Meiryo"/>
              </a:rPr>
              <a:t>だっけ？</a:t>
            </a:r>
            <a:endParaRPr lang="ja-JP" sz="2800"/>
          </a:p>
        </p:txBody>
      </p:sp>
      <p:sp>
        <p:nvSpPr>
          <p:cNvPr id="10" name="badge 10"/>
          <p:cNvSpPr txBox="1"/>
          <p:nvPr/>
        </p:nvSpPr>
        <p:spPr>
          <a:xfrm>
            <a:off x="1490472" y="1967484"/>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1" name="line 11"/>
          <p:cNvSpPr txBox="1"/>
          <p:nvPr/>
        </p:nvSpPr>
        <p:spPr>
          <a:xfrm>
            <a:off x="2148840" y="1970024"/>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ううん、今、高校生だよ。</a:t>
            </a:r>
            <a:endParaRPr lang="ja-JP" sz="2800"/>
          </a:p>
        </p:txBody>
      </p:sp>
      <p:sp>
        <p:nvSpPr>
          <p:cNvPr id="12" name="rule 12"/>
          <p:cNvSpPr/>
          <p:nvPr/>
        </p:nvSpPr>
        <p:spPr>
          <a:xfrm>
            <a:off x="685800" y="2742184"/>
            <a:ext cx="9174175" cy="18288"/>
          </a:xfrm>
          <a:prstGeom prst="rect">
            <a:avLst/>
          </a:prstGeom>
          <a:solidFill>
            <a:srgbClr val="DBCCBA"/>
          </a:solidFill>
          <a:ln>
            <a:noFill/>
          </a:ln>
        </p:spPr>
        <p:txBody>
          <a:bodyPr rtlCol="0" anchor="ctr"/>
          <a:lstStyle/>
          <a:p>
            <a:endParaRPr lang="ja-JP"/>
          </a:p>
        </p:txBody>
      </p:sp>
      <p:sp>
        <p:nvSpPr>
          <p:cNvPr id="13" name="badge 13"/>
          <p:cNvSpPr txBox="1"/>
          <p:nvPr/>
        </p:nvSpPr>
        <p:spPr>
          <a:xfrm>
            <a:off x="685800" y="3027680"/>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14" name="badge 14"/>
          <p:cNvSpPr txBox="1"/>
          <p:nvPr/>
        </p:nvSpPr>
        <p:spPr>
          <a:xfrm>
            <a:off x="1490472" y="3059684"/>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15" name="line 15"/>
          <p:cNvSpPr txBox="1"/>
          <p:nvPr/>
        </p:nvSpPr>
        <p:spPr>
          <a:xfrm>
            <a:off x="2148840" y="3062224"/>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今日、宿題あった</a:t>
            </a:r>
            <a:r>
              <a:rPr lang="ja-JP" altLang="en-US" sz="2800" b="1" dirty="0">
                <a:solidFill>
                  <a:srgbClr val="A64B31"/>
                </a:solidFill>
                <a:highlight>
                  <a:srgbClr val="F9E2A0"/>
                </a:highlight>
                <a:latin typeface="Meiryo"/>
                <a:ea typeface="Meiryo"/>
                <a:cs typeface="Meiryo"/>
              </a:rPr>
              <a:t>っけ？</a:t>
            </a:r>
            <a:endParaRPr lang="ja-JP" sz="2800"/>
          </a:p>
        </p:txBody>
      </p:sp>
      <p:sp>
        <p:nvSpPr>
          <p:cNvPr id="16" name="badge 16"/>
          <p:cNvSpPr txBox="1"/>
          <p:nvPr/>
        </p:nvSpPr>
        <p:spPr>
          <a:xfrm>
            <a:off x="1490472" y="3703828"/>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7" name="line 17"/>
          <p:cNvSpPr txBox="1"/>
          <p:nvPr/>
        </p:nvSpPr>
        <p:spPr>
          <a:xfrm>
            <a:off x="2148840" y="3706368"/>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ううん、今日はないよ。</a:t>
            </a:r>
            <a:endParaRPr lang="ja-JP" sz="2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500"/>
                                        <p:tgtEl>
                                          <p:spTgt spid="15"/>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up)">
                                      <p:cBhvr>
                                        <p:cTn id="16" dur="500"/>
                                        <p:tgtEl>
                                          <p:spTgt spid="16"/>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up)">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066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～っけ</a:t>
            </a:r>
            <a:endParaRPr lang="ja-JP" sz="1600"/>
          </a:p>
        </p:txBody>
      </p:sp>
      <p:sp>
        <p:nvSpPr>
          <p:cNvPr id="6" name="t 6"/>
          <p:cNvSpPr txBox="1"/>
          <p:nvPr/>
        </p:nvSpPr>
        <p:spPr>
          <a:xfrm>
            <a:off x="1935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例③</a:t>
            </a:r>
            <a:endParaRPr lang="ja-JP" sz="1400"/>
          </a:p>
        </p:txBody>
      </p:sp>
      <p:sp>
        <p:nvSpPr>
          <p:cNvPr id="7" name="badge 7"/>
          <p:cNvSpPr txBox="1"/>
          <p:nvPr/>
        </p:nvSpPr>
        <p:spPr>
          <a:xfrm>
            <a:off x="685800" y="12913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③</a:t>
            </a:r>
            <a:endParaRPr lang="ja-JP" sz="2000"/>
          </a:p>
        </p:txBody>
      </p:sp>
      <p:sp>
        <p:nvSpPr>
          <p:cNvPr id="8" name="badge 8"/>
          <p:cNvSpPr txBox="1"/>
          <p:nvPr/>
        </p:nvSpPr>
        <p:spPr>
          <a:xfrm>
            <a:off x="1490472" y="132334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9" name="line 9"/>
          <p:cNvSpPr txBox="1"/>
          <p:nvPr/>
        </p:nvSpPr>
        <p:spPr>
          <a:xfrm>
            <a:off x="2148840" y="1325880"/>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先輩、『こころ』を書いた作家は誰</a:t>
            </a:r>
            <a:r>
              <a:rPr lang="ja-JP" altLang="en-US" sz="2800" b="1" dirty="0">
                <a:solidFill>
                  <a:srgbClr val="A64B31"/>
                </a:solidFill>
                <a:highlight>
                  <a:srgbClr val="F9E2A0"/>
                </a:highlight>
                <a:latin typeface="Meiryo"/>
                <a:ea typeface="Meiryo"/>
                <a:cs typeface="Meiryo"/>
              </a:rPr>
              <a:t>でしたっけ？</a:t>
            </a:r>
            <a:endParaRPr lang="ja-JP" sz="2800"/>
          </a:p>
        </p:txBody>
      </p:sp>
      <p:sp>
        <p:nvSpPr>
          <p:cNvPr id="10" name="badge 10"/>
          <p:cNvSpPr txBox="1"/>
          <p:nvPr/>
        </p:nvSpPr>
        <p:spPr>
          <a:xfrm>
            <a:off x="1490472" y="1967484"/>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1" name="line 11"/>
          <p:cNvSpPr txBox="1"/>
          <p:nvPr/>
        </p:nvSpPr>
        <p:spPr>
          <a:xfrm>
            <a:off x="2148840" y="1970024"/>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夏目漱石だよ。</a:t>
            </a:r>
            <a:endParaRPr lang="ja-JP" sz="2800"/>
          </a:p>
        </p:txBody>
      </p:sp>
      <p:sp>
        <p:nvSpPr>
          <p:cNvPr id="12" name="rule 12"/>
          <p:cNvSpPr/>
          <p:nvPr/>
        </p:nvSpPr>
        <p:spPr>
          <a:xfrm>
            <a:off x="685800" y="2742184"/>
            <a:ext cx="9174175" cy="18288"/>
          </a:xfrm>
          <a:prstGeom prst="rect">
            <a:avLst/>
          </a:prstGeom>
          <a:solidFill>
            <a:srgbClr val="DBCCBA"/>
          </a:solidFill>
          <a:ln>
            <a:noFill/>
          </a:ln>
        </p:spPr>
        <p:txBody>
          <a:bodyPr rtlCol="0" anchor="ctr"/>
          <a:lstStyle/>
          <a:p>
            <a:endParaRPr lang="ja-JP"/>
          </a:p>
        </p:txBody>
      </p:sp>
      <p:sp>
        <p:nvSpPr>
          <p:cNvPr id="13" name="badge 13"/>
          <p:cNvSpPr txBox="1"/>
          <p:nvPr/>
        </p:nvSpPr>
        <p:spPr>
          <a:xfrm>
            <a:off x="685800" y="3027680"/>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a:t>
            </a:r>
            <a:endParaRPr lang="ja-JP" sz="2000"/>
          </a:p>
        </p:txBody>
      </p:sp>
      <p:sp>
        <p:nvSpPr>
          <p:cNvPr id="14" name="line 14"/>
          <p:cNvSpPr txBox="1"/>
          <p:nvPr/>
        </p:nvSpPr>
        <p:spPr>
          <a:xfrm>
            <a:off x="1463040" y="3062224"/>
            <a:ext cx="100428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あれ、スマホ、どこに置いた（　　　　）。</a:t>
            </a:r>
            <a:endParaRPr lang="ja-JP" sz="2800"/>
          </a:p>
        </p:txBody>
      </p:sp>
      <p:sp>
        <p:nvSpPr>
          <p:cNvPr id="15" name="ANS 15"/>
          <p:cNvSpPr txBox="1"/>
          <p:nvPr/>
        </p:nvSpPr>
        <p:spPr>
          <a:xfrm>
            <a:off x="1463040" y="3742944"/>
            <a:ext cx="10042855"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1" dirty="0">
                <a:solidFill>
                  <a:srgbClr val="A64B31"/>
                </a:solidFill>
                <a:latin typeface="Meiryo"/>
                <a:ea typeface="Meiryo"/>
                <a:cs typeface="Meiryo"/>
              </a:rPr>
              <a:t>→ 置いた</a:t>
            </a:r>
            <a:r>
              <a:rPr lang="ja-JP" altLang="en-US" sz="2400" b="1" dirty="0">
                <a:solidFill>
                  <a:srgbClr val="A64B31"/>
                </a:solidFill>
                <a:highlight>
                  <a:srgbClr val="F9E2A0"/>
                </a:highlight>
                <a:latin typeface="Meiryo"/>
                <a:ea typeface="Meiryo"/>
                <a:cs typeface="Meiryo"/>
              </a:rPr>
              <a:t>っけ</a:t>
            </a:r>
            <a:r>
              <a:rPr lang="ja-JP" altLang="en-US" sz="2400" b="1" dirty="0">
                <a:solidFill>
                  <a:srgbClr val="A64B31"/>
                </a:solidFill>
                <a:latin typeface="Meiryo"/>
                <a:ea typeface="Meiryo"/>
                <a:cs typeface="Meiryo"/>
              </a:rPr>
              <a:t>。（独り言）</a:t>
            </a:r>
            <a:endParaRPr lang="ja-JP" sz="2400"/>
          </a:p>
        </p:txBody>
      </p:sp>
      <p:sp>
        <p:nvSpPr>
          <p:cNvPr id="16" name="note 16"/>
          <p:cNvSpPr txBox="1"/>
          <p:nvPr/>
        </p:nvSpPr>
        <p:spPr>
          <a:xfrm rot="-72000">
            <a:off x="777240" y="5623560"/>
            <a:ext cx="8403336" cy="68580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③ 先輩に聞いているので、丁寧な「～でしたっけ？」を使う。</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066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～っけ</a:t>
            </a:r>
            <a:endParaRPr lang="ja-JP" sz="1600"/>
          </a:p>
        </p:txBody>
      </p:sp>
      <p:sp>
        <p:nvSpPr>
          <p:cNvPr id="6" name="t 6"/>
          <p:cNvSpPr txBox="1"/>
          <p:nvPr/>
        </p:nvSpPr>
        <p:spPr>
          <a:xfrm>
            <a:off x="1935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　翻訳練習　Câu 4/9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Cuộc họp ngày mai bắt đầu lúc mấy giờ ấy nhỉ?</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会議</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明日の会議、何時から</a:t>
            </a:r>
            <a:r>
              <a:rPr lang="ja-JP" altLang="en-US" sz="2600" b="1" dirty="0">
                <a:solidFill>
                  <a:srgbClr val="F2C14E"/>
                </a:solidFill>
                <a:latin typeface="Meiryo"/>
                <a:ea typeface="Meiryo"/>
                <a:cs typeface="Meiryo"/>
              </a:rPr>
              <a:t>だっけ？</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別の表現：明日の会議は何時からでしたっけ？（丁寧）</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066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～っけ</a:t>
            </a:r>
            <a:endParaRPr lang="ja-JP" sz="1600"/>
          </a:p>
        </p:txBody>
      </p:sp>
      <p:sp>
        <p:nvSpPr>
          <p:cNvPr id="6" name="t 6"/>
          <p:cNvSpPr txBox="1"/>
          <p:nvPr/>
        </p:nvSpPr>
        <p:spPr>
          <a:xfrm>
            <a:off x="1935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　翻訳練習　Câu 5/9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Ơ, mình đã khóa cửa chưa nhỉ?</a:t>
            </a:r>
            <a:r>
              <a:rPr lang="ja-JP" altLang="en-US" sz="2600" b="1" dirty="0">
                <a:solidFill>
                  <a:srgbClr val="1F271D"/>
                </a:solidFill>
                <a:latin typeface="Meiryo"/>
                <a:ea typeface="Meiryo"/>
                <a:cs typeface="Meiryo"/>
              </a:rPr>
              <a:t>（</a:t>
            </a:r>
            <a:r>
              <a:rPr lang="ja-JP" altLang="en-US" sz="2600" b="1" dirty="0">
                <a:solidFill>
                  <a:srgbClr val="1F271D"/>
                </a:solidFill>
                <a:latin typeface="Arial"/>
                <a:ea typeface="Meiryo"/>
                <a:cs typeface="Arial"/>
              </a:rPr>
              <a:t>tự hỏi mình</a:t>
            </a:r>
            <a:r>
              <a:rPr lang="ja-JP" altLang="en-US" sz="2600" b="1" dirty="0">
                <a:solidFill>
                  <a:srgbClr val="1F271D"/>
                </a:solidFill>
                <a:latin typeface="Meiryo"/>
                <a:ea typeface="Meiryo"/>
                <a:cs typeface="Meiryo"/>
              </a:rPr>
              <a:t>）</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鍵をかける</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あれ、ドアの鍵、かけた</a:t>
            </a:r>
            <a:r>
              <a:rPr lang="ja-JP" altLang="en-US" sz="2600" b="1" dirty="0">
                <a:solidFill>
                  <a:srgbClr val="F2C14E"/>
                </a:solidFill>
                <a:latin typeface="Meiryo"/>
                <a:ea typeface="Meiryo"/>
                <a:cs typeface="Meiryo"/>
              </a:rPr>
              <a:t>っけ</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別の表現：あれ？ 鍵、閉めたっけ。</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066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～っけ</a:t>
            </a:r>
            <a:endParaRPr lang="ja-JP" sz="1600"/>
          </a:p>
        </p:txBody>
      </p:sp>
      <p:sp>
        <p:nvSpPr>
          <p:cNvPr id="6" name="t 6"/>
          <p:cNvSpPr txBox="1"/>
          <p:nvPr/>
        </p:nvSpPr>
        <p:spPr>
          <a:xfrm>
            <a:off x="1935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　翻訳練習　Câu 6/9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47320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Thưa thầy, hạn nộp báo cáo là thứ Sáu phải không ạ?</a:t>
            </a:r>
            <a:r>
              <a:rPr lang="ja-JP" altLang="en-US" sz="2600" b="1" dirty="0">
                <a:solidFill>
                  <a:srgbClr val="1F271D"/>
                </a:solidFill>
                <a:latin typeface="Meiryo"/>
                <a:ea typeface="Meiryo"/>
                <a:cs typeface="Meiryo"/>
              </a:rPr>
              <a:t>（</a:t>
            </a:r>
            <a:r>
              <a:rPr lang="ja-JP" altLang="en-US" sz="2600" b="1" dirty="0">
                <a:solidFill>
                  <a:srgbClr val="1F271D"/>
                </a:solidFill>
                <a:latin typeface="Arial"/>
                <a:ea typeface="Meiryo"/>
                <a:cs typeface="Arial"/>
              </a:rPr>
              <a:t>em không nhớ rõ</a:t>
            </a:r>
            <a:r>
              <a:rPr lang="ja-JP" altLang="en-US" sz="2600" b="1" dirty="0">
                <a:solidFill>
                  <a:srgbClr val="1F271D"/>
                </a:solidFill>
                <a:latin typeface="Meiryo"/>
                <a:ea typeface="Meiryo"/>
                <a:cs typeface="Meiryo"/>
              </a:rPr>
              <a:t>）</a:t>
            </a:r>
            <a:endParaRPr lang="ja-JP" sz="2600"/>
          </a:p>
        </p:txBody>
      </p:sp>
      <p:sp>
        <p:nvSpPr>
          <p:cNvPr id="9" name="pill 9"/>
          <p:cNvSpPr txBox="1"/>
          <p:nvPr/>
        </p:nvSpPr>
        <p:spPr>
          <a:xfrm>
            <a:off x="685800" y="321056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321056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締め切り</a:t>
            </a:r>
            <a:endParaRPr lang="ja-JP" sz="1800"/>
          </a:p>
        </p:txBody>
      </p:sp>
      <p:sp>
        <p:nvSpPr>
          <p:cNvPr id="11" name="ANS_bg 11"/>
          <p:cNvSpPr/>
          <p:nvPr/>
        </p:nvSpPr>
        <p:spPr>
          <a:xfrm>
            <a:off x="685800" y="389636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407924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444500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先生、レポートの締め切りは金曜日</a:t>
            </a:r>
            <a:r>
              <a:rPr lang="ja-JP" altLang="en-US" sz="2600" b="1" dirty="0">
                <a:solidFill>
                  <a:srgbClr val="F2C14E"/>
                </a:solidFill>
                <a:latin typeface="Meiryo"/>
                <a:ea typeface="Meiryo"/>
                <a:cs typeface="Meiryo"/>
              </a:rPr>
              <a:t>でしたっけ？</a:t>
            </a:r>
            <a:endParaRPr lang="ja-JP" sz="2600"/>
          </a:p>
        </p:txBody>
      </p:sp>
      <p:sp>
        <p:nvSpPr>
          <p:cNvPr id="14" name="t 14"/>
          <p:cNvSpPr txBox="1"/>
          <p:nvPr/>
        </p:nvSpPr>
        <p:spPr>
          <a:xfrm>
            <a:off x="1005840" y="499872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別の表現：先生、レポートは金曜日までに出すんでしたっけ？</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2.3</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～（という）わけだ</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前の内容から、当然そうなるという結論を表す</a:t>
            </a:r>
            <a:endParaRPr lang="ja-JP" sz="1800"/>
          </a:p>
        </p:txBody>
      </p:sp>
      <p:sp>
        <p:nvSpPr>
          <p:cNvPr id="9" name="conn 9"/>
          <p:cNvSpPr/>
          <p:nvPr/>
        </p:nvSpPr>
        <p:spPr>
          <a:xfrm>
            <a:off x="685800" y="2148840"/>
            <a:ext cx="10820095" cy="18288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V・Aい（普通形）＋ </a:t>
            </a:r>
            <a:r>
              <a:rPr lang="ja-JP" altLang="en-US" sz="2200" b="1" dirty="0">
                <a:solidFill>
                  <a:srgbClr val="A64B31"/>
                </a:solidFill>
                <a:highlight>
                  <a:srgbClr val="F9E2A0"/>
                </a:highlight>
                <a:latin typeface="Meiryo"/>
                <a:ea typeface="Meiryo"/>
                <a:cs typeface="Meiryo"/>
              </a:rPr>
              <a:t>わけだ</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歩いている</a:t>
            </a:r>
            <a:r>
              <a:rPr lang="ja-JP" altLang="en-US" sz="1700" b="1" dirty="0">
                <a:solidFill>
                  <a:srgbClr val="A64B31"/>
                </a:solidFill>
                <a:highlight>
                  <a:srgbClr val="F9E2A0"/>
                </a:highlight>
                <a:latin typeface="Meiryo"/>
                <a:ea typeface="Meiryo"/>
                <a:cs typeface="Meiryo"/>
              </a:rPr>
              <a:t>わけだ</a:t>
            </a:r>
            <a:endParaRPr lang="ja-JP" sz="1700"/>
          </a:p>
        </p:txBody>
      </p:sp>
      <p:sp>
        <p:nvSpPr>
          <p:cNvPr id="13" name="form 13"/>
          <p:cNvSpPr txBox="1"/>
          <p:nvPr/>
        </p:nvSpPr>
        <p:spPr>
          <a:xfrm>
            <a:off x="2103120" y="28346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Aな＋な ／ N＋の・である ＋ </a:t>
            </a:r>
            <a:r>
              <a:rPr lang="ja-JP" altLang="en-US" sz="2200" b="1" dirty="0">
                <a:solidFill>
                  <a:srgbClr val="A64B31"/>
                </a:solidFill>
                <a:highlight>
                  <a:srgbClr val="F9E2A0"/>
                </a:highlight>
                <a:latin typeface="Meiryo"/>
                <a:ea typeface="Meiryo"/>
                <a:cs typeface="Meiryo"/>
              </a:rPr>
              <a:t>わけだ</a:t>
            </a:r>
            <a:endParaRPr lang="ja-JP" sz="2200"/>
          </a:p>
        </p:txBody>
      </p:sp>
      <p:sp>
        <p:nvSpPr>
          <p:cNvPr id="14" name="ex 14"/>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静かな</a:t>
            </a:r>
            <a:r>
              <a:rPr lang="ja-JP" altLang="en-US" sz="1700" b="1" dirty="0">
                <a:solidFill>
                  <a:srgbClr val="A64B31"/>
                </a:solidFill>
                <a:highlight>
                  <a:srgbClr val="F9E2A0"/>
                </a:highlight>
                <a:latin typeface="Meiryo"/>
                <a:ea typeface="Meiryo"/>
                <a:cs typeface="Meiryo"/>
              </a:rPr>
              <a:t>わけだ</a:t>
            </a:r>
            <a:endParaRPr lang="ja-JP" sz="1700"/>
          </a:p>
        </p:txBody>
      </p:sp>
      <p:sp>
        <p:nvSpPr>
          <p:cNvPr id="15" name="form 15"/>
          <p:cNvSpPr txBox="1"/>
          <p:nvPr/>
        </p:nvSpPr>
        <p:spPr>
          <a:xfrm>
            <a:off x="2103120" y="32918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普通形 ＋ </a:t>
            </a:r>
            <a:r>
              <a:rPr lang="ja-JP" altLang="en-US" sz="2200" b="1" dirty="0">
                <a:solidFill>
                  <a:srgbClr val="A64B31"/>
                </a:solidFill>
                <a:highlight>
                  <a:srgbClr val="F9E2A0"/>
                </a:highlight>
                <a:latin typeface="Meiryo"/>
                <a:ea typeface="Meiryo"/>
                <a:cs typeface="Meiryo"/>
              </a:rPr>
              <a:t>というわけだ</a:t>
            </a:r>
            <a:endParaRPr lang="ja-JP" sz="2200"/>
          </a:p>
        </p:txBody>
      </p:sp>
      <p:sp>
        <p:nvSpPr>
          <p:cNvPr id="16" name="ex 16"/>
          <p:cNvSpPr txBox="1"/>
          <p:nvPr/>
        </p:nvSpPr>
        <p:spPr>
          <a:xfrm>
            <a:off x="7726680" y="32918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N・Aな＋だ も○</a:t>
            </a:r>
            <a:endParaRPr lang="ja-JP" sz="1700"/>
          </a:p>
        </p:txBody>
      </p:sp>
      <p:sp>
        <p:nvSpPr>
          <p:cNvPr id="17" name="pill 17"/>
          <p:cNvSpPr txBox="1"/>
          <p:nvPr/>
        </p:nvSpPr>
        <p:spPr>
          <a:xfrm>
            <a:off x="685800" y="4297680"/>
            <a:ext cx="12700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①　納得</a:t>
            </a:r>
            <a:endParaRPr lang="ja-JP" sz="1600"/>
          </a:p>
        </p:txBody>
      </p:sp>
      <p:sp>
        <p:nvSpPr>
          <p:cNvPr id="18" name="body 18"/>
          <p:cNvSpPr txBox="1"/>
          <p:nvPr/>
        </p:nvSpPr>
        <p:spPr>
          <a:xfrm>
            <a:off x="685800" y="4864608"/>
            <a:ext cx="520430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理由を知って「なるほど」と納得する。</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よく一緒に使う：</a:t>
            </a:r>
            <a:r>
              <a:rPr lang="ja-JP" altLang="en-US" sz="1600" b="1" dirty="0">
                <a:solidFill>
                  <a:srgbClr val="7A5F2E"/>
                </a:solidFill>
                <a:latin typeface="Meiryo"/>
                <a:ea typeface="Meiryo"/>
                <a:cs typeface="Meiryo"/>
              </a:rPr>
              <a:t>それで</a:t>
            </a:r>
            <a:r>
              <a:rPr lang="ja-JP" altLang="en-US" sz="1600" b="0" dirty="0">
                <a:solidFill>
                  <a:srgbClr val="1F271D"/>
                </a:solidFill>
                <a:latin typeface="Meiryo"/>
                <a:ea typeface="Meiryo"/>
                <a:cs typeface="Meiryo"/>
              </a:rPr>
              <a:t>・</a:t>
            </a:r>
            <a:r>
              <a:rPr lang="ja-JP" altLang="en-US" sz="1600" b="1" dirty="0">
                <a:solidFill>
                  <a:srgbClr val="7A5F2E"/>
                </a:solidFill>
                <a:latin typeface="Meiryo"/>
                <a:ea typeface="Meiryo"/>
                <a:cs typeface="Meiryo"/>
              </a:rPr>
              <a:t>だから</a:t>
            </a:r>
            <a:endParaRPr lang="ja-JP" sz="1600"/>
          </a:p>
        </p:txBody>
      </p:sp>
      <p:sp>
        <p:nvSpPr>
          <p:cNvPr id="19" name="rei 19"/>
          <p:cNvSpPr txBox="1"/>
          <p:nvPr/>
        </p:nvSpPr>
        <p:spPr>
          <a:xfrm>
            <a:off x="685800" y="56885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0" name="pex 20"/>
          <p:cNvSpPr txBox="1"/>
          <p:nvPr/>
        </p:nvSpPr>
        <p:spPr>
          <a:xfrm>
            <a:off x="1188720" y="5670296"/>
            <a:ext cx="4701388" cy="711708"/>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900" b="1" dirty="0">
                <a:solidFill>
                  <a:srgbClr val="7A5F2E"/>
                </a:solidFill>
                <a:latin typeface="Meiryo"/>
                <a:ea typeface="Meiryo"/>
                <a:cs typeface="Meiryo"/>
              </a:rPr>
              <a:t>それで</a:t>
            </a:r>
            <a:r>
              <a:rPr lang="ja-JP" altLang="en-US" sz="1900" b="0" dirty="0">
                <a:solidFill>
                  <a:srgbClr val="1F271D"/>
                </a:solidFill>
                <a:latin typeface="Meiryo"/>
                <a:ea typeface="Meiryo"/>
                <a:cs typeface="Meiryo"/>
              </a:rPr>
              <a:t>、浴衣の人が多い</a:t>
            </a:r>
            <a:r>
              <a:rPr lang="ja-JP" altLang="en-US" sz="1900" b="1" dirty="0">
                <a:solidFill>
                  <a:srgbClr val="A64B31"/>
                </a:solidFill>
                <a:highlight>
                  <a:srgbClr val="F9E2A0"/>
                </a:highlight>
                <a:latin typeface="Meiryo"/>
                <a:ea typeface="Meiryo"/>
                <a:cs typeface="Meiryo"/>
              </a:rPr>
              <a:t>わけだ</a:t>
            </a:r>
            <a:r>
              <a:rPr lang="ja-JP" altLang="en-US" sz="1900" b="0" dirty="0">
                <a:solidFill>
                  <a:srgbClr val="1F271D"/>
                </a:solidFill>
                <a:latin typeface="Meiryo"/>
                <a:ea typeface="Meiryo"/>
                <a:cs typeface="Meiryo"/>
              </a:rPr>
              <a:t>。</a:t>
            </a:r>
            <a:endParaRPr lang="ja-JP" sz="1900"/>
          </a:p>
        </p:txBody>
      </p:sp>
      <p:sp>
        <p:nvSpPr>
          <p:cNvPr id="21" name="vrule 21"/>
          <p:cNvSpPr/>
          <p:nvPr/>
        </p:nvSpPr>
        <p:spPr>
          <a:xfrm>
            <a:off x="6095848" y="4343400"/>
            <a:ext cx="13716" cy="2103120"/>
          </a:xfrm>
          <a:prstGeom prst="rect">
            <a:avLst/>
          </a:prstGeom>
          <a:solidFill>
            <a:srgbClr val="DBCCBA"/>
          </a:solidFill>
          <a:ln>
            <a:noFill/>
          </a:ln>
        </p:spPr>
        <p:txBody>
          <a:bodyPr rtlCol="0" anchor="ctr"/>
          <a:lstStyle/>
          <a:p>
            <a:endParaRPr lang="ja-JP"/>
          </a:p>
        </p:txBody>
      </p:sp>
      <p:sp>
        <p:nvSpPr>
          <p:cNvPr id="22" name="pill 22"/>
          <p:cNvSpPr txBox="1"/>
          <p:nvPr/>
        </p:nvSpPr>
        <p:spPr>
          <a:xfrm>
            <a:off x="6301588" y="4297680"/>
            <a:ext cx="2286000"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②　説明・言いかえ</a:t>
            </a:r>
            <a:endParaRPr lang="ja-JP" sz="1600"/>
          </a:p>
        </p:txBody>
      </p:sp>
      <p:sp>
        <p:nvSpPr>
          <p:cNvPr id="23" name="body 23"/>
          <p:cNvSpPr txBox="1"/>
          <p:nvPr/>
        </p:nvSpPr>
        <p:spPr>
          <a:xfrm>
            <a:off x="6301588" y="4864608"/>
            <a:ext cx="5204308" cy="911352"/>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説明の最後に、結論をまとめて言う。</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よく一緒に使う：</a:t>
            </a:r>
            <a:r>
              <a:rPr lang="ja-JP" altLang="en-US" sz="1600" b="1" dirty="0">
                <a:solidFill>
                  <a:srgbClr val="7A5F2E"/>
                </a:solidFill>
                <a:latin typeface="Meiryo"/>
                <a:ea typeface="Meiryo"/>
                <a:cs typeface="Meiryo"/>
              </a:rPr>
              <a:t>つまり</a:t>
            </a:r>
            <a:r>
              <a:rPr lang="ja-JP" altLang="en-US" sz="1600" b="0" dirty="0">
                <a:solidFill>
                  <a:srgbClr val="1F271D"/>
                </a:solidFill>
                <a:latin typeface="Meiryo"/>
                <a:ea typeface="Meiryo"/>
                <a:cs typeface="Meiryo"/>
              </a:rPr>
              <a:t>　くだけた形：～ってわけ</a:t>
            </a:r>
            <a:endParaRPr lang="ja-JP" sz="1600"/>
          </a:p>
        </p:txBody>
      </p:sp>
      <p:sp>
        <p:nvSpPr>
          <p:cNvPr id="24" name="rei 24"/>
          <p:cNvSpPr txBox="1"/>
          <p:nvPr/>
        </p:nvSpPr>
        <p:spPr>
          <a:xfrm>
            <a:off x="6301588" y="5977128"/>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5" name="pex 25"/>
          <p:cNvSpPr txBox="1"/>
          <p:nvPr/>
        </p:nvSpPr>
        <p:spPr>
          <a:xfrm>
            <a:off x="6804508" y="5958840"/>
            <a:ext cx="4701388" cy="711708"/>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900" b="1" dirty="0">
                <a:solidFill>
                  <a:srgbClr val="7A5F2E"/>
                </a:solidFill>
                <a:latin typeface="Meiryo"/>
                <a:ea typeface="Meiryo"/>
                <a:cs typeface="Meiryo"/>
              </a:rPr>
              <a:t>つまり</a:t>
            </a:r>
            <a:r>
              <a:rPr lang="ja-JP" altLang="en-US" sz="1900" b="0" dirty="0">
                <a:solidFill>
                  <a:srgbClr val="1F271D"/>
                </a:solidFill>
                <a:latin typeface="Meiryo"/>
                <a:ea typeface="Meiryo"/>
                <a:cs typeface="Meiryo"/>
              </a:rPr>
              <a:t>、「さいこう」になる</a:t>
            </a:r>
            <a:r>
              <a:rPr lang="ja-JP" altLang="en-US" sz="1900" b="1" dirty="0">
                <a:solidFill>
                  <a:srgbClr val="A64B31"/>
                </a:solidFill>
                <a:highlight>
                  <a:srgbClr val="F9E2A0"/>
                </a:highlight>
                <a:latin typeface="Meiryo"/>
                <a:ea typeface="Meiryo"/>
                <a:cs typeface="Meiryo"/>
              </a:rPr>
              <a:t>っていうわけだ</a:t>
            </a:r>
            <a:r>
              <a:rPr lang="ja-JP" altLang="en-US" sz="1900" b="0" dirty="0">
                <a:solidFill>
                  <a:srgbClr val="1F271D"/>
                </a:solidFill>
                <a:latin typeface="Meiryo"/>
                <a:ea typeface="Meiryo"/>
                <a:cs typeface="Meiryo"/>
              </a:rPr>
              <a:t>よ。</a:t>
            </a:r>
            <a:endParaRPr lang="ja-JP" sz="19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500"/>
                                        <p:tgtEl>
                                          <p:spTgt spid="15"/>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up)">
                                      <p:cBhvr>
                                        <p:cTn id="39" dur="500"/>
                                        <p:tgtEl>
                                          <p:spTgt spid="19"/>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up)">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up)">
                                      <p:cBhvr>
                                        <p:cTn id="53" dur="500"/>
                                        <p:tgtEl>
                                          <p:spTgt spid="23"/>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up)">
                                      <p:cBhvr>
                                        <p:cTn id="56" dur="500"/>
                                        <p:tgtEl>
                                          <p:spTgt spid="24"/>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ipe(up)">
                                      <p:cBhvr>
                                        <p:cTn id="5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～（という）わけだ</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a:t>
            </a:r>
            <a:endParaRPr lang="ja-JP" sz="1400"/>
          </a:p>
        </p:txBody>
      </p:sp>
      <p:sp>
        <p:nvSpPr>
          <p:cNvPr id="7" name="badge 7"/>
          <p:cNvSpPr txBox="1"/>
          <p:nvPr/>
        </p:nvSpPr>
        <p:spPr>
          <a:xfrm>
            <a:off x="685800" y="12913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badge 8"/>
          <p:cNvSpPr txBox="1"/>
          <p:nvPr/>
        </p:nvSpPr>
        <p:spPr>
          <a:xfrm>
            <a:off x="1490472" y="132334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9" name="line 9"/>
          <p:cNvSpPr txBox="1"/>
          <p:nvPr/>
        </p:nvSpPr>
        <p:spPr>
          <a:xfrm>
            <a:off x="2148840" y="1325880"/>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8月31日は「野菜の日」なんだって。</a:t>
            </a:r>
            <a:endParaRPr lang="ja-JP" sz="2800"/>
          </a:p>
        </p:txBody>
      </p:sp>
      <p:sp>
        <p:nvSpPr>
          <p:cNvPr id="10" name="badge 10"/>
          <p:cNvSpPr txBox="1"/>
          <p:nvPr/>
        </p:nvSpPr>
        <p:spPr>
          <a:xfrm>
            <a:off x="1490472" y="1967484"/>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1" name="line 11"/>
          <p:cNvSpPr txBox="1"/>
          <p:nvPr/>
        </p:nvSpPr>
        <p:spPr>
          <a:xfrm>
            <a:off x="2148840" y="1970024"/>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え、なんで？</a:t>
            </a:r>
            <a:endParaRPr lang="ja-JP" sz="2800"/>
          </a:p>
        </p:txBody>
      </p:sp>
      <p:sp>
        <p:nvSpPr>
          <p:cNvPr id="12" name="badge 12"/>
          <p:cNvSpPr txBox="1"/>
          <p:nvPr/>
        </p:nvSpPr>
        <p:spPr>
          <a:xfrm>
            <a:off x="1490472" y="2611628"/>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13" name="line 13"/>
          <p:cNvSpPr txBox="1"/>
          <p:nvPr/>
        </p:nvSpPr>
        <p:spPr>
          <a:xfrm>
            <a:off x="2148840" y="2614168"/>
            <a:ext cx="9357055" cy="9956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8は「やっつ」の「や」で、3は「さ」、</a:t>
            </a:r>
            <a:endParaRPr lang="ja-JP" sz="2800"/>
          </a:p>
          <a:p>
            <a:pPr algn="l">
              <a:lnSpc>
                <a:spcPct val="118000"/>
              </a:lnSpc>
              <a:spcBef>
                <a:spcPts val="0"/>
              </a:spcBef>
              <a:spcAft>
                <a:spcPts val="200"/>
              </a:spcAft>
              <a:buNone/>
            </a:pPr>
            <a:r>
              <a:rPr lang="ja-JP" altLang="en-US" sz="2800" b="0" dirty="0">
                <a:solidFill>
                  <a:srgbClr val="1F271D"/>
                </a:solidFill>
                <a:latin typeface="Meiryo"/>
                <a:ea typeface="Meiryo"/>
                <a:cs typeface="Meiryo"/>
              </a:rPr>
              <a:t>1は「い」</a:t>
            </a:r>
            <a:r>
              <a:rPr lang="ja-JP" altLang="en-US" sz="2800" b="1" dirty="0">
                <a:solidFill>
                  <a:srgbClr val="A64B31"/>
                </a:solidFill>
                <a:highlight>
                  <a:srgbClr val="F9E2A0"/>
                </a:highlight>
                <a:latin typeface="Meiryo"/>
                <a:ea typeface="Meiryo"/>
                <a:cs typeface="Meiryo"/>
              </a:rPr>
              <a:t>でしょう？↗</a:t>
            </a:r>
            <a:endParaRPr lang="ja-JP" sz="2800"/>
          </a:p>
        </p:txBody>
      </p:sp>
      <p:sp>
        <p:nvSpPr>
          <p:cNvPr id="14" name="badge 14"/>
          <p:cNvSpPr txBox="1"/>
          <p:nvPr/>
        </p:nvSpPr>
        <p:spPr>
          <a:xfrm>
            <a:off x="1490472" y="3753612"/>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5" name="line 15"/>
          <p:cNvSpPr txBox="1"/>
          <p:nvPr/>
        </p:nvSpPr>
        <p:spPr>
          <a:xfrm>
            <a:off x="2148840" y="3756152"/>
            <a:ext cx="9357055" cy="9956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ああ、そっか。</a:t>
            </a:r>
            <a:r>
              <a:rPr lang="ja-JP" altLang="en-US" sz="2800" b="1" dirty="0">
                <a:solidFill>
                  <a:srgbClr val="7A5F2E"/>
                </a:solidFill>
                <a:latin typeface="Meiryo"/>
                <a:ea typeface="Meiryo"/>
                <a:cs typeface="Meiryo"/>
              </a:rPr>
              <a:t>それで</a:t>
            </a:r>
            <a:r>
              <a:rPr lang="ja-JP" altLang="en-US" sz="2800" b="0" dirty="0">
                <a:solidFill>
                  <a:srgbClr val="1F271D"/>
                </a:solidFill>
                <a:latin typeface="Meiryo"/>
                <a:ea typeface="Meiryo"/>
                <a:cs typeface="Meiryo"/>
              </a:rPr>
              <a:t>、</a:t>
            </a:r>
            <a:endParaRPr lang="ja-JP" sz="2800"/>
          </a:p>
          <a:p>
            <a:pPr algn="l">
              <a:lnSpc>
                <a:spcPct val="118000"/>
              </a:lnSpc>
              <a:spcBef>
                <a:spcPts val="0"/>
              </a:spcBef>
              <a:spcAft>
                <a:spcPts val="200"/>
              </a:spcAft>
              <a:buNone/>
            </a:pPr>
            <a:r>
              <a:rPr lang="ja-JP" altLang="en-US" sz="2800" b="0" dirty="0">
                <a:solidFill>
                  <a:srgbClr val="1F271D"/>
                </a:solidFill>
                <a:latin typeface="Meiryo"/>
                <a:ea typeface="Meiryo"/>
                <a:cs typeface="Meiryo"/>
              </a:rPr>
              <a:t>「やさい」になる</a:t>
            </a:r>
            <a:r>
              <a:rPr lang="ja-JP" altLang="en-US" sz="2800" b="1" dirty="0">
                <a:solidFill>
                  <a:srgbClr val="A64B31"/>
                </a:solidFill>
                <a:highlight>
                  <a:srgbClr val="F9E2A0"/>
                </a:highlight>
                <a:latin typeface="Meiryo"/>
                <a:ea typeface="Meiryo"/>
                <a:cs typeface="Meiryo"/>
              </a:rPr>
              <a:t>というわけだ</a:t>
            </a:r>
            <a:r>
              <a:rPr lang="ja-JP" altLang="en-US" sz="2800" b="0" dirty="0">
                <a:solidFill>
                  <a:srgbClr val="1F271D"/>
                </a:solidFill>
                <a:latin typeface="Meiryo"/>
                <a:ea typeface="Meiryo"/>
                <a:cs typeface="Meiryo"/>
              </a:rPr>
              <a:t>ね。</a:t>
            </a:r>
            <a:endParaRPr lang="ja-JP" sz="2800"/>
          </a:p>
        </p:txBody>
      </p:sp>
      <p:sp>
        <p:nvSpPr>
          <p:cNvPr id="16" name="note 16"/>
          <p:cNvSpPr txBox="1"/>
          <p:nvPr/>
        </p:nvSpPr>
        <p:spPr>
          <a:xfrm rot="-72000">
            <a:off x="777240" y="5623560"/>
            <a:ext cx="6446520" cy="68580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説明を聞いて「なるほど」と納得している。</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～（という）わけだ</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例②</a:t>
            </a:r>
            <a:endParaRPr lang="ja-JP" sz="1400"/>
          </a:p>
        </p:txBody>
      </p:sp>
      <p:sp>
        <p:nvSpPr>
          <p:cNvPr id="7" name="badge 7"/>
          <p:cNvSpPr txBox="1"/>
          <p:nvPr/>
        </p:nvSpPr>
        <p:spPr>
          <a:xfrm>
            <a:off x="685800" y="12913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8" name="badge 8"/>
          <p:cNvSpPr txBox="1"/>
          <p:nvPr/>
        </p:nvSpPr>
        <p:spPr>
          <a:xfrm>
            <a:off x="1490472" y="132334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9" name="line 9"/>
          <p:cNvSpPr txBox="1"/>
          <p:nvPr/>
        </p:nvSpPr>
        <p:spPr>
          <a:xfrm>
            <a:off x="2148840" y="1325880"/>
            <a:ext cx="93570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あ、今日、さくら市の花火大会があるんだって。</a:t>
            </a:r>
            <a:endParaRPr lang="ja-JP" sz="2800"/>
          </a:p>
        </p:txBody>
      </p:sp>
      <p:sp>
        <p:nvSpPr>
          <p:cNvPr id="10" name="badge 10"/>
          <p:cNvSpPr txBox="1"/>
          <p:nvPr/>
        </p:nvSpPr>
        <p:spPr>
          <a:xfrm>
            <a:off x="1490472" y="1967484"/>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1" name="line 11"/>
          <p:cNvSpPr txBox="1"/>
          <p:nvPr/>
        </p:nvSpPr>
        <p:spPr>
          <a:xfrm>
            <a:off x="2148840" y="1970024"/>
            <a:ext cx="9357055" cy="9956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ああ、</a:t>
            </a:r>
            <a:r>
              <a:rPr lang="ja-JP" altLang="en-US" sz="2800" b="1" dirty="0">
                <a:solidFill>
                  <a:srgbClr val="7A5F2E"/>
                </a:solidFill>
                <a:latin typeface="Meiryo"/>
                <a:ea typeface="Meiryo"/>
                <a:cs typeface="Meiryo"/>
              </a:rPr>
              <a:t>それで</a:t>
            </a:r>
            <a:r>
              <a:rPr lang="ja-JP" altLang="en-US" sz="2800" b="0" dirty="0">
                <a:solidFill>
                  <a:srgbClr val="1F271D"/>
                </a:solidFill>
                <a:latin typeface="Meiryo"/>
                <a:ea typeface="Meiryo"/>
                <a:cs typeface="Meiryo"/>
              </a:rPr>
              <a:t>、</a:t>
            </a:r>
            <a:endParaRPr lang="ja-JP" sz="2800"/>
          </a:p>
          <a:p>
            <a:pPr algn="l">
              <a:lnSpc>
                <a:spcPct val="118000"/>
              </a:lnSpc>
              <a:spcBef>
                <a:spcPts val="0"/>
              </a:spcBef>
              <a:spcAft>
                <a:spcPts val="200"/>
              </a:spcAft>
              <a:buNone/>
            </a:pPr>
            <a:r>
              <a:rPr lang="ja-JP" altLang="en-US" sz="2800" b="0" dirty="0">
                <a:solidFill>
                  <a:srgbClr val="1F271D"/>
                </a:solidFill>
                <a:latin typeface="Meiryo"/>
                <a:ea typeface="Meiryo"/>
                <a:cs typeface="Meiryo"/>
              </a:rPr>
              <a:t>浴衣を着た人がたくさん歩いている</a:t>
            </a:r>
            <a:r>
              <a:rPr lang="ja-JP" altLang="en-US" sz="2800" b="1" dirty="0">
                <a:solidFill>
                  <a:srgbClr val="A64B31"/>
                </a:solidFill>
                <a:highlight>
                  <a:srgbClr val="F9E2A0"/>
                </a:highlight>
                <a:latin typeface="Meiryo"/>
                <a:ea typeface="Meiryo"/>
                <a:cs typeface="Meiryo"/>
              </a:rPr>
              <a:t>わけだ</a:t>
            </a:r>
            <a:r>
              <a:rPr lang="ja-JP" altLang="en-US" sz="2800" b="0" dirty="0">
                <a:solidFill>
                  <a:srgbClr val="1F271D"/>
                </a:solidFill>
                <a:latin typeface="Meiryo"/>
                <a:ea typeface="Meiryo"/>
                <a:cs typeface="Meiryo"/>
              </a:rPr>
              <a:t>。</a:t>
            </a:r>
            <a:endParaRPr lang="ja-JP" sz="2800"/>
          </a:p>
        </p:txBody>
      </p:sp>
      <p:sp>
        <p:nvSpPr>
          <p:cNvPr id="12" name="note 12"/>
          <p:cNvSpPr txBox="1"/>
          <p:nvPr/>
        </p:nvSpPr>
        <p:spPr>
          <a:xfrm rot="-72000">
            <a:off x="777240" y="5623560"/>
            <a:ext cx="7488936" cy="68580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【新しい情報】→ それで、【目の前の様子】＋わけだ</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～（という）わけだ</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　翻訳練習　Câu 7/9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47320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Nghe nói anh ấy đã sống ở Nhật 10 năm. Thảo nào tiếng Nhật giỏi thế.</a:t>
            </a:r>
            <a:endParaRPr lang="ja-JP" sz="2600"/>
          </a:p>
        </p:txBody>
      </p:sp>
      <p:sp>
        <p:nvSpPr>
          <p:cNvPr id="9" name="pill 9"/>
          <p:cNvSpPr txBox="1"/>
          <p:nvPr/>
        </p:nvSpPr>
        <p:spPr>
          <a:xfrm>
            <a:off x="685800" y="321056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321056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それで</a:t>
            </a:r>
            <a:endParaRPr lang="ja-JP" sz="1800"/>
          </a:p>
        </p:txBody>
      </p:sp>
      <p:sp>
        <p:nvSpPr>
          <p:cNvPr id="11" name="ANS_bg 11"/>
          <p:cNvSpPr/>
          <p:nvPr/>
        </p:nvSpPr>
        <p:spPr>
          <a:xfrm>
            <a:off x="685800" y="3896360"/>
            <a:ext cx="10820095" cy="206756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407924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4445000"/>
            <a:ext cx="1018001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彼は日本に10年住んでいたそうだ。</a:t>
            </a:r>
            <a:endParaRPr lang="ja-JP" sz="2600"/>
          </a:p>
          <a:p>
            <a:pPr algn="l">
              <a:lnSpc>
                <a:spcPct val="118000"/>
              </a:lnSpc>
              <a:spcBef>
                <a:spcPts val="0"/>
              </a:spcBef>
              <a:spcAft>
                <a:spcPts val="200"/>
              </a:spcAft>
              <a:buNone/>
            </a:pPr>
            <a:r>
              <a:rPr lang="ja-JP" altLang="en-US" sz="2600" b="1" dirty="0">
                <a:solidFill>
                  <a:srgbClr val="F3E3C3"/>
                </a:solidFill>
                <a:latin typeface="Meiryo"/>
                <a:ea typeface="Meiryo"/>
                <a:cs typeface="Meiryo"/>
              </a:rPr>
              <a:t>それで</a:t>
            </a:r>
            <a:r>
              <a:rPr lang="ja-JP" altLang="en-US" sz="2600" b="1" dirty="0">
                <a:solidFill>
                  <a:srgbClr val="FFFFFF"/>
                </a:solidFill>
                <a:latin typeface="Meiryo"/>
                <a:ea typeface="Meiryo"/>
                <a:cs typeface="Meiryo"/>
              </a:rPr>
              <a:t>日本語が上手な</a:t>
            </a:r>
            <a:r>
              <a:rPr lang="ja-JP" altLang="en-US" sz="2600" b="1" dirty="0">
                <a:solidFill>
                  <a:srgbClr val="F2C14E"/>
                </a:solidFill>
                <a:latin typeface="Meiryo"/>
                <a:ea typeface="Meiryo"/>
                <a:cs typeface="Meiryo"/>
              </a:rPr>
              <a:t>わけだ</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546100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別の表現：10年も日本にいたんですか。だから日本語が上手なわけですね。</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～（という）わけだ</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　翻訳練習　Câu 8/9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Hôm nay là ngày lễ à. Thảo nào trên tàu đông người thế.</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祝日、混む</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今日は祝日なんだ。</a:t>
            </a:r>
            <a:r>
              <a:rPr lang="ja-JP" altLang="en-US" sz="2600" b="1" dirty="0">
                <a:solidFill>
                  <a:srgbClr val="F3E3C3"/>
                </a:solidFill>
                <a:latin typeface="Meiryo"/>
                <a:ea typeface="Meiryo"/>
                <a:cs typeface="Meiryo"/>
              </a:rPr>
              <a:t>それで</a:t>
            </a:r>
            <a:r>
              <a:rPr lang="ja-JP" altLang="en-US" sz="2600" b="1" dirty="0">
                <a:solidFill>
                  <a:srgbClr val="FFFFFF"/>
                </a:solidFill>
                <a:latin typeface="Meiryo"/>
                <a:ea typeface="Meiryo"/>
                <a:cs typeface="Meiryo"/>
              </a:rPr>
              <a:t>電車が混んでいる</a:t>
            </a:r>
            <a:r>
              <a:rPr lang="ja-JP" altLang="en-US" sz="2600" b="1" dirty="0">
                <a:solidFill>
                  <a:srgbClr val="F2C14E"/>
                </a:solidFill>
                <a:latin typeface="Meiryo"/>
                <a:ea typeface="Meiryo"/>
                <a:cs typeface="Meiryo"/>
              </a:rPr>
              <a:t>わけだ</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別の表現：今日は祝日か。だから電車がこんなに混んでいるわけだ。</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～（という）わけだ</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　翻訳練習　Câu 9/9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47320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Mỗi ngày tôi làm thêm 4 tiếng, một tuần 5 ngày. Tức là một tuần làm 20 tiếng.</a:t>
            </a:r>
            <a:endParaRPr lang="ja-JP" sz="2600"/>
          </a:p>
        </p:txBody>
      </p:sp>
      <p:sp>
        <p:nvSpPr>
          <p:cNvPr id="9" name="pill 9"/>
          <p:cNvSpPr txBox="1"/>
          <p:nvPr/>
        </p:nvSpPr>
        <p:spPr>
          <a:xfrm>
            <a:off x="685800" y="321056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321056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つまり</a:t>
            </a:r>
            <a:endParaRPr lang="ja-JP" sz="1800"/>
          </a:p>
        </p:txBody>
      </p:sp>
      <p:sp>
        <p:nvSpPr>
          <p:cNvPr id="11" name="ANS_bg 11"/>
          <p:cNvSpPr/>
          <p:nvPr/>
        </p:nvSpPr>
        <p:spPr>
          <a:xfrm>
            <a:off x="685800" y="3896360"/>
            <a:ext cx="10820095" cy="206756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407924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4445000"/>
            <a:ext cx="1018001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1日4時間、週に5日アルバイトをしている。</a:t>
            </a:r>
            <a:endParaRPr lang="ja-JP" sz="2600"/>
          </a:p>
          <a:p>
            <a:pPr algn="l">
              <a:lnSpc>
                <a:spcPct val="118000"/>
              </a:lnSpc>
              <a:spcBef>
                <a:spcPts val="0"/>
              </a:spcBef>
              <a:spcAft>
                <a:spcPts val="200"/>
              </a:spcAft>
              <a:buNone/>
            </a:pPr>
            <a:r>
              <a:rPr lang="ja-JP" altLang="en-US" sz="2600" b="1" dirty="0">
                <a:solidFill>
                  <a:srgbClr val="F3E3C3"/>
                </a:solidFill>
                <a:latin typeface="Meiryo"/>
                <a:ea typeface="Meiryo"/>
                <a:cs typeface="Meiryo"/>
              </a:rPr>
              <a:t>つまり</a:t>
            </a:r>
            <a:r>
              <a:rPr lang="ja-JP" altLang="en-US" sz="2600" b="1" dirty="0">
                <a:solidFill>
                  <a:srgbClr val="FFFFFF"/>
                </a:solidFill>
                <a:latin typeface="Meiryo"/>
                <a:ea typeface="Meiryo"/>
                <a:cs typeface="Meiryo"/>
              </a:rPr>
              <a:t>、1週間に20時間働いている</a:t>
            </a:r>
            <a:r>
              <a:rPr lang="ja-JP" altLang="en-US" sz="2600" b="1" dirty="0">
                <a:solidFill>
                  <a:srgbClr val="F2C14E"/>
                </a:solidFill>
                <a:latin typeface="Meiryo"/>
                <a:ea typeface="Meiryo"/>
                <a:cs typeface="Meiryo"/>
              </a:rPr>
              <a:t>というわけだ</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546100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別の表現：毎日4時間、週5日だから、1週間で20時間働いているわけです。</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会話 1/3</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カ…カルロス　山…山口　パ…パク</a:t>
            </a:r>
            <a:endParaRPr lang="ja-JP" sz="1400"/>
          </a:p>
        </p:txBody>
      </p:sp>
      <p:sp>
        <p:nvSpPr>
          <p:cNvPr id="7" name="t 7"/>
          <p:cNvSpPr txBox="1"/>
          <p:nvPr/>
        </p:nvSpPr>
        <p:spPr>
          <a:xfrm>
            <a:off x="7178040" y="347472"/>
            <a:ext cx="329184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1" dirty="0">
                <a:solidFill>
                  <a:srgbClr val="A64B31"/>
                </a:solidFill>
                <a:highlight>
                  <a:srgbClr val="F9E2A0"/>
                </a:highlight>
                <a:latin typeface="Meiryo"/>
                <a:ea typeface="Meiryo"/>
                <a:cs typeface="Meiryo"/>
              </a:rPr>
              <a:t>文法</a:t>
            </a:r>
            <a:r>
              <a:rPr lang="ja-JP" altLang="en-US" sz="1400" b="0" dirty="0">
                <a:solidFill>
                  <a:srgbClr val="7A6F62"/>
                </a:solidFill>
                <a:latin typeface="Meiryo"/>
                <a:ea typeface="Meiryo"/>
                <a:cs typeface="Meiryo"/>
              </a:rPr>
              <a:t>　</a:t>
            </a:r>
            <a:r>
              <a:rPr lang="ja-JP" altLang="en-US" sz="1400" b="1" dirty="0">
                <a:solidFill>
                  <a:srgbClr val="7A5F2E"/>
                </a:solidFill>
                <a:latin typeface="Meiryo"/>
                <a:ea typeface="Meiryo"/>
                <a:cs typeface="Meiryo"/>
              </a:rPr>
              <a:t>説明の表現</a:t>
            </a:r>
            <a:endParaRPr lang="ja-JP" sz="1400"/>
          </a:p>
        </p:txBody>
      </p:sp>
      <p:sp>
        <p:nvSpPr>
          <p:cNvPr id="8" name="tv 8"/>
          <p:cNvSpPr/>
          <p:nvPr/>
        </p:nvSpPr>
        <p:spPr>
          <a:xfrm>
            <a:off x="685800" y="1188720"/>
            <a:ext cx="10820095" cy="1158240"/>
          </a:xfrm>
          <a:prstGeom prst="roundRect">
            <a:avLst>
              <a:gd name="adj" fmla="val 8000"/>
            </a:avLst>
          </a:prstGeom>
          <a:solidFill>
            <a:srgbClr val="533D15"/>
          </a:solidFill>
          <a:ln>
            <a:noFill/>
          </a:ln>
        </p:spPr>
        <p:txBody>
          <a:bodyPr rtlCol="0" anchor="ctr"/>
          <a:lstStyle/>
          <a:p>
            <a:endParaRPr lang="ja-JP"/>
          </a:p>
        </p:txBody>
      </p:sp>
      <p:sp>
        <p:nvSpPr>
          <p:cNvPr id="9" name="pill 9"/>
          <p:cNvSpPr txBox="1"/>
          <p:nvPr/>
        </p:nvSpPr>
        <p:spPr>
          <a:xfrm>
            <a:off x="914400" y="1389888"/>
            <a:ext cx="670560" cy="384048"/>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CM</a:t>
            </a:r>
            <a:endParaRPr lang="ja-JP" sz="1500"/>
          </a:p>
        </p:txBody>
      </p:sp>
      <p:sp>
        <p:nvSpPr>
          <p:cNvPr id="10" name="t 10"/>
          <p:cNvSpPr txBox="1"/>
          <p:nvPr/>
        </p:nvSpPr>
        <p:spPr>
          <a:xfrm>
            <a:off x="1828800" y="1389888"/>
            <a:ext cx="9448495" cy="838200"/>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2100" b="0" dirty="0">
                <a:solidFill>
                  <a:srgbClr val="FFFFFF"/>
                </a:solidFill>
                <a:latin typeface="Meiryo"/>
                <a:ea typeface="Meiryo"/>
                <a:cs typeface="Meiryo"/>
              </a:rPr>
              <a:t>「軽くて便利な革製のバッグです。ご注文はフリーダイヤル0120-508-315、0120のこれは最高！まで。おかけ間違いにご注意ください」</a:t>
            </a:r>
            <a:endParaRPr lang="ja-JP" sz="2100"/>
          </a:p>
        </p:txBody>
      </p:sp>
      <p:sp>
        <p:nvSpPr>
          <p:cNvPr id="11" name="badge 11"/>
          <p:cNvSpPr txBox="1"/>
          <p:nvPr/>
        </p:nvSpPr>
        <p:spPr>
          <a:xfrm>
            <a:off x="713232" y="262890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カ</a:t>
            </a:r>
            <a:endParaRPr lang="ja-JP" sz="1700"/>
          </a:p>
        </p:txBody>
      </p:sp>
      <p:sp>
        <p:nvSpPr>
          <p:cNvPr id="12" name="line 12"/>
          <p:cNvSpPr txBox="1"/>
          <p:nvPr/>
        </p:nvSpPr>
        <p:spPr>
          <a:xfrm>
            <a:off x="1371600" y="2667000"/>
            <a:ext cx="1013429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え？　0120のこれは最高？　いったい何のこと？</a:t>
            </a:r>
            <a:endParaRPr lang="ja-JP" sz="2400"/>
          </a:p>
        </p:txBody>
      </p:sp>
      <p:sp>
        <p:nvSpPr>
          <p:cNvPr id="13" name="badge 13"/>
          <p:cNvSpPr txBox="1"/>
          <p:nvPr/>
        </p:nvSpPr>
        <p:spPr>
          <a:xfrm>
            <a:off x="713232" y="3238500"/>
            <a:ext cx="502920" cy="502920"/>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山</a:t>
            </a:r>
            <a:endParaRPr lang="ja-JP" sz="1700"/>
          </a:p>
        </p:txBody>
      </p:sp>
      <p:sp>
        <p:nvSpPr>
          <p:cNvPr id="14" name="line 14"/>
          <p:cNvSpPr txBox="1"/>
          <p:nvPr/>
        </p:nvSpPr>
        <p:spPr>
          <a:xfrm>
            <a:off x="1371600" y="3276600"/>
            <a:ext cx="1013429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ああ、電話番号の「508-315」</a:t>
            </a:r>
            <a:r>
              <a:rPr lang="ja-JP" altLang="en-US" sz="2400" b="1" dirty="0">
                <a:solidFill>
                  <a:srgbClr val="7A5F2E"/>
                </a:solidFill>
                <a:latin typeface="Meiryo"/>
                <a:ea typeface="Meiryo"/>
                <a:cs typeface="Meiryo"/>
              </a:rPr>
              <a:t>のことを言ってるんだよ</a:t>
            </a:r>
            <a:r>
              <a:rPr lang="ja-JP" altLang="en-US" sz="2400" b="0" dirty="0">
                <a:solidFill>
                  <a:srgbClr val="1F271D"/>
                </a:solidFill>
                <a:latin typeface="Meiryo"/>
                <a:ea typeface="Meiryo"/>
                <a:cs typeface="Meiryo"/>
              </a:rPr>
              <a:t>。</a:t>
            </a:r>
            <a:endParaRPr lang="ja-JP" sz="2400"/>
          </a:p>
        </p:txBody>
      </p:sp>
      <p:sp>
        <p:nvSpPr>
          <p:cNvPr id="15" name="badge 15"/>
          <p:cNvSpPr txBox="1"/>
          <p:nvPr/>
        </p:nvSpPr>
        <p:spPr>
          <a:xfrm>
            <a:off x="713232" y="384810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カ</a:t>
            </a:r>
            <a:endParaRPr lang="ja-JP" sz="1700"/>
          </a:p>
        </p:txBody>
      </p:sp>
      <p:sp>
        <p:nvSpPr>
          <p:cNvPr id="16" name="line 16"/>
          <p:cNvSpPr txBox="1"/>
          <p:nvPr/>
        </p:nvSpPr>
        <p:spPr>
          <a:xfrm>
            <a:off x="1371600" y="3886200"/>
            <a:ext cx="1013429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え？　どうして？</a:t>
            </a:r>
            <a:endParaRPr lang="ja-JP" sz="2400"/>
          </a:p>
        </p:txBody>
      </p:sp>
      <p:sp>
        <p:nvSpPr>
          <p:cNvPr id="17" name="badge 17"/>
          <p:cNvSpPr txBox="1"/>
          <p:nvPr/>
        </p:nvSpPr>
        <p:spPr>
          <a:xfrm>
            <a:off x="713232" y="4457700"/>
            <a:ext cx="502920" cy="502920"/>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山</a:t>
            </a:r>
            <a:endParaRPr lang="ja-JP" sz="1700"/>
          </a:p>
        </p:txBody>
      </p:sp>
      <p:sp>
        <p:nvSpPr>
          <p:cNvPr id="18" name="line 18"/>
          <p:cNvSpPr txBox="1"/>
          <p:nvPr/>
        </p:nvSpPr>
        <p:spPr>
          <a:xfrm>
            <a:off x="1371600" y="4495800"/>
            <a:ext cx="1013429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さっき、フリーダイヤルの番号を言ってた</a:t>
            </a:r>
            <a:r>
              <a:rPr lang="ja-JP" altLang="en-US" sz="2400" b="1" dirty="0">
                <a:solidFill>
                  <a:srgbClr val="A64B31"/>
                </a:solidFill>
                <a:highlight>
                  <a:srgbClr val="F9E2A0"/>
                </a:highlight>
                <a:latin typeface="Meiryo"/>
                <a:ea typeface="Meiryo"/>
                <a:cs typeface="Meiryo"/>
              </a:rPr>
              <a:t>でしょう？↗</a:t>
            </a:r>
            <a:endParaRPr lang="ja-JP" sz="2400"/>
          </a:p>
        </p:txBody>
      </p:sp>
      <p:sp>
        <p:nvSpPr>
          <p:cNvPr id="19" name="badge 19"/>
          <p:cNvSpPr txBox="1"/>
          <p:nvPr/>
        </p:nvSpPr>
        <p:spPr>
          <a:xfrm>
            <a:off x="713232" y="506730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カ</a:t>
            </a:r>
            <a:endParaRPr lang="ja-JP" sz="1700"/>
          </a:p>
        </p:txBody>
      </p:sp>
      <p:sp>
        <p:nvSpPr>
          <p:cNvPr id="20" name="line 20"/>
          <p:cNvSpPr txBox="1"/>
          <p:nvPr/>
        </p:nvSpPr>
        <p:spPr>
          <a:xfrm>
            <a:off x="1371600" y="5105400"/>
            <a:ext cx="1013429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うん。</a:t>
            </a:r>
            <a:endParaRPr lang="ja-JP" sz="24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500"/>
                                        <p:tgtEl>
                                          <p:spTgt spid="17"/>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left)">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500"/>
                                        <p:tgtEl>
                                          <p:spTgt spid="19"/>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会話 2/3</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カ…カルロス　山…山口　パ…パク</a:t>
            </a:r>
            <a:endParaRPr lang="ja-JP" sz="1400"/>
          </a:p>
        </p:txBody>
      </p:sp>
      <p:sp>
        <p:nvSpPr>
          <p:cNvPr id="7" name="t 7"/>
          <p:cNvSpPr txBox="1"/>
          <p:nvPr/>
        </p:nvSpPr>
        <p:spPr>
          <a:xfrm>
            <a:off x="7178040" y="347472"/>
            <a:ext cx="329184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1" dirty="0">
                <a:solidFill>
                  <a:srgbClr val="A64B31"/>
                </a:solidFill>
                <a:highlight>
                  <a:srgbClr val="F9E2A0"/>
                </a:highlight>
                <a:latin typeface="Meiryo"/>
                <a:ea typeface="Meiryo"/>
                <a:cs typeface="Meiryo"/>
              </a:rPr>
              <a:t>文法</a:t>
            </a:r>
            <a:r>
              <a:rPr lang="ja-JP" altLang="en-US" sz="1400" b="0" dirty="0">
                <a:solidFill>
                  <a:srgbClr val="7A6F62"/>
                </a:solidFill>
                <a:latin typeface="Meiryo"/>
                <a:ea typeface="Meiryo"/>
                <a:cs typeface="Meiryo"/>
              </a:rPr>
              <a:t>　</a:t>
            </a:r>
            <a:r>
              <a:rPr lang="ja-JP" altLang="en-US" sz="1400" b="1" dirty="0">
                <a:solidFill>
                  <a:srgbClr val="7A5F2E"/>
                </a:solidFill>
                <a:latin typeface="Meiryo"/>
                <a:ea typeface="Meiryo"/>
                <a:cs typeface="Meiryo"/>
              </a:rPr>
              <a:t>説明の表現</a:t>
            </a:r>
            <a:endParaRPr lang="ja-JP" sz="1400"/>
          </a:p>
        </p:txBody>
      </p:sp>
      <p:sp>
        <p:nvSpPr>
          <p:cNvPr id="8" name="badge 8"/>
          <p:cNvSpPr txBox="1"/>
          <p:nvPr/>
        </p:nvSpPr>
        <p:spPr>
          <a:xfrm>
            <a:off x="713232" y="1150620"/>
            <a:ext cx="502920" cy="502920"/>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山</a:t>
            </a:r>
            <a:endParaRPr lang="ja-JP" sz="1700"/>
          </a:p>
        </p:txBody>
      </p:sp>
      <p:sp>
        <p:nvSpPr>
          <p:cNvPr id="9" name="line 9"/>
          <p:cNvSpPr txBox="1"/>
          <p:nvPr/>
        </p:nvSpPr>
        <p:spPr>
          <a:xfrm>
            <a:off x="1371600" y="1188720"/>
            <a:ext cx="10134295" cy="17068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0120のあとの「508-315」の覚え方</a:t>
            </a:r>
            <a:r>
              <a:rPr lang="ja-JP" altLang="en-US" sz="2400" b="1" dirty="0">
                <a:solidFill>
                  <a:srgbClr val="7A5F2E"/>
                </a:solidFill>
                <a:latin typeface="Meiryo"/>
                <a:ea typeface="Meiryo"/>
                <a:cs typeface="Meiryo"/>
              </a:rPr>
              <a:t>のことだよ</a:t>
            </a:r>
            <a:r>
              <a:rPr lang="ja-JP" altLang="en-US" sz="2400" b="0" dirty="0">
                <a:solidFill>
                  <a:srgbClr val="1F271D"/>
                </a:solidFill>
                <a:latin typeface="Meiryo"/>
                <a:ea typeface="Meiryo"/>
                <a:cs typeface="Meiryo"/>
              </a:rPr>
              <a:t>。ここに数字を書くね。</a:t>
            </a:r>
            <a:r>
              <a:rPr lang="ja-JP" altLang="en-US" sz="2400" b="1" dirty="0">
                <a:solidFill>
                  <a:srgbClr val="7A5F2E"/>
                </a:solidFill>
                <a:latin typeface="Meiryo"/>
                <a:ea typeface="Meiryo"/>
                <a:cs typeface="Meiryo"/>
              </a:rPr>
              <a:t>ほら</a:t>
            </a:r>
            <a:r>
              <a:rPr lang="ja-JP" altLang="en-US" sz="2400" b="0" dirty="0">
                <a:solidFill>
                  <a:srgbClr val="1F271D"/>
                </a:solidFill>
                <a:latin typeface="Meiryo"/>
                <a:ea typeface="Meiryo"/>
                <a:cs typeface="Meiryo"/>
              </a:rPr>
              <a:t>、見て。この数字のご、ぜろ、はち、の「ぜろ」は「れい」とも読むから、初めの文字を読むと、「ご・れ・は」になる</a:t>
            </a:r>
            <a:r>
              <a:rPr lang="ja-JP" altLang="en-US" sz="2400" b="1" dirty="0">
                <a:solidFill>
                  <a:srgbClr val="A64B31"/>
                </a:solidFill>
                <a:highlight>
                  <a:srgbClr val="F9E2A0"/>
                </a:highlight>
                <a:latin typeface="Meiryo"/>
                <a:ea typeface="Meiryo"/>
                <a:cs typeface="Meiryo"/>
              </a:rPr>
              <a:t>でしょう？↗</a:t>
            </a:r>
            <a:endParaRPr lang="ja-JP" sz="2400"/>
          </a:p>
        </p:txBody>
      </p:sp>
      <p:sp>
        <p:nvSpPr>
          <p:cNvPr id="10" name="badge 10"/>
          <p:cNvSpPr txBox="1"/>
          <p:nvPr/>
        </p:nvSpPr>
        <p:spPr>
          <a:xfrm>
            <a:off x="713232" y="304038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カ</a:t>
            </a:r>
            <a:endParaRPr lang="ja-JP" sz="1700"/>
          </a:p>
        </p:txBody>
      </p:sp>
      <p:sp>
        <p:nvSpPr>
          <p:cNvPr id="11" name="line 11"/>
          <p:cNvSpPr txBox="1"/>
          <p:nvPr/>
        </p:nvSpPr>
        <p:spPr>
          <a:xfrm>
            <a:off x="1371600" y="3078480"/>
            <a:ext cx="1013429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うん。</a:t>
            </a:r>
            <a:endParaRPr lang="ja-JP" sz="2400"/>
          </a:p>
        </p:txBody>
      </p:sp>
      <p:sp>
        <p:nvSpPr>
          <p:cNvPr id="12" name="badge 12"/>
          <p:cNvSpPr txBox="1"/>
          <p:nvPr/>
        </p:nvSpPr>
        <p:spPr>
          <a:xfrm>
            <a:off x="713232" y="3649980"/>
            <a:ext cx="502920" cy="502920"/>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山</a:t>
            </a:r>
            <a:endParaRPr lang="ja-JP" sz="1700"/>
          </a:p>
        </p:txBody>
      </p:sp>
      <p:sp>
        <p:nvSpPr>
          <p:cNvPr id="13" name="line 13"/>
          <p:cNvSpPr txBox="1"/>
          <p:nvPr/>
        </p:nvSpPr>
        <p:spPr>
          <a:xfrm>
            <a:off x="1371600" y="3688080"/>
            <a:ext cx="1013429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そこから「これは」になるんだよ。</a:t>
            </a:r>
            <a:endParaRPr lang="ja-JP" sz="2400"/>
          </a:p>
        </p:txBody>
      </p:sp>
      <p:sp>
        <p:nvSpPr>
          <p:cNvPr id="14" name="badge 14"/>
          <p:cNvSpPr txBox="1"/>
          <p:nvPr/>
        </p:nvSpPr>
        <p:spPr>
          <a:xfrm>
            <a:off x="713232" y="4259580"/>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パ</a:t>
            </a:r>
            <a:endParaRPr lang="ja-JP" sz="1700"/>
          </a:p>
        </p:txBody>
      </p:sp>
      <p:sp>
        <p:nvSpPr>
          <p:cNvPr id="15" name="line 15"/>
          <p:cNvSpPr txBox="1"/>
          <p:nvPr/>
        </p:nvSpPr>
        <p:spPr>
          <a:xfrm>
            <a:off x="1371600" y="4297680"/>
            <a:ext cx="1013429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へえ。そうなんだ。</a:t>
            </a:r>
            <a:endParaRPr lang="ja-JP" sz="2400"/>
          </a:p>
        </p:txBody>
      </p:sp>
      <p:sp>
        <p:nvSpPr>
          <p:cNvPr id="16" name="badge 16"/>
          <p:cNvSpPr txBox="1"/>
          <p:nvPr/>
        </p:nvSpPr>
        <p:spPr>
          <a:xfrm>
            <a:off x="713232" y="486918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カ</a:t>
            </a:r>
            <a:endParaRPr lang="ja-JP" sz="1700"/>
          </a:p>
        </p:txBody>
      </p:sp>
      <p:sp>
        <p:nvSpPr>
          <p:cNvPr id="17" name="line 17"/>
          <p:cNvSpPr txBox="1"/>
          <p:nvPr/>
        </p:nvSpPr>
        <p:spPr>
          <a:xfrm>
            <a:off x="1371600" y="4907280"/>
            <a:ext cx="1013429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1" dirty="0">
                <a:solidFill>
                  <a:srgbClr val="7A5F2E"/>
                </a:solidFill>
                <a:latin typeface="Meiryo"/>
                <a:ea typeface="Meiryo"/>
                <a:cs typeface="Meiryo"/>
              </a:rPr>
              <a:t>それで</a:t>
            </a:r>
            <a:r>
              <a:rPr lang="ja-JP" altLang="en-US" sz="2400" b="0" dirty="0">
                <a:solidFill>
                  <a:srgbClr val="1F271D"/>
                </a:solidFill>
                <a:latin typeface="Meiryo"/>
                <a:ea typeface="Meiryo"/>
                <a:cs typeface="Meiryo"/>
              </a:rPr>
              <a:t>、後ろの数字、何だ</a:t>
            </a:r>
            <a:r>
              <a:rPr lang="ja-JP" altLang="en-US" sz="2400" b="1" dirty="0">
                <a:solidFill>
                  <a:srgbClr val="A64B31"/>
                </a:solidFill>
                <a:highlight>
                  <a:srgbClr val="F9E2A0"/>
                </a:highlight>
                <a:latin typeface="Meiryo"/>
                <a:ea typeface="Meiryo"/>
                <a:cs typeface="Meiryo"/>
              </a:rPr>
              <a:t>っけ？</a:t>
            </a:r>
            <a:endParaRPr lang="ja-JP" sz="2400"/>
          </a:p>
        </p:txBody>
      </p:sp>
      <p:sp>
        <p:nvSpPr>
          <p:cNvPr id="18" name="badge 18"/>
          <p:cNvSpPr txBox="1"/>
          <p:nvPr/>
        </p:nvSpPr>
        <p:spPr>
          <a:xfrm>
            <a:off x="713232" y="5478780"/>
            <a:ext cx="502920" cy="502920"/>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山</a:t>
            </a:r>
            <a:endParaRPr lang="ja-JP" sz="1700"/>
          </a:p>
        </p:txBody>
      </p:sp>
      <p:sp>
        <p:nvSpPr>
          <p:cNvPr id="19" name="line 19"/>
          <p:cNvSpPr txBox="1"/>
          <p:nvPr/>
        </p:nvSpPr>
        <p:spPr>
          <a:xfrm>
            <a:off x="1371600" y="5516880"/>
            <a:ext cx="1013429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「さん、いち、ご」だよ。</a:t>
            </a:r>
            <a:endParaRPr lang="ja-JP" sz="24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left)">
                                      <p:cBhvr>
                                        <p:cTn id="39" dur="500"/>
                                        <p:tgtEl>
                                          <p:spTgt spid="16"/>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left)">
                                      <p:cBhvr>
                                        <p:cTn id="5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会話 3/3</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カ…カルロス　山…山口　パ…パク</a:t>
            </a:r>
            <a:endParaRPr lang="ja-JP" sz="1400"/>
          </a:p>
        </p:txBody>
      </p:sp>
      <p:sp>
        <p:nvSpPr>
          <p:cNvPr id="7" name="t 7"/>
          <p:cNvSpPr txBox="1"/>
          <p:nvPr/>
        </p:nvSpPr>
        <p:spPr>
          <a:xfrm>
            <a:off x="7178040" y="347472"/>
            <a:ext cx="329184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1" dirty="0">
                <a:solidFill>
                  <a:srgbClr val="A64B31"/>
                </a:solidFill>
                <a:highlight>
                  <a:srgbClr val="F9E2A0"/>
                </a:highlight>
                <a:latin typeface="Meiryo"/>
                <a:ea typeface="Meiryo"/>
                <a:cs typeface="Meiryo"/>
              </a:rPr>
              <a:t>文法</a:t>
            </a:r>
            <a:r>
              <a:rPr lang="ja-JP" altLang="en-US" sz="1400" b="0" dirty="0">
                <a:solidFill>
                  <a:srgbClr val="7A6F62"/>
                </a:solidFill>
                <a:latin typeface="Meiryo"/>
                <a:ea typeface="Meiryo"/>
                <a:cs typeface="Meiryo"/>
              </a:rPr>
              <a:t>　</a:t>
            </a:r>
            <a:r>
              <a:rPr lang="ja-JP" altLang="en-US" sz="1400" b="1" dirty="0">
                <a:solidFill>
                  <a:srgbClr val="7A5F2E"/>
                </a:solidFill>
                <a:latin typeface="Meiryo"/>
                <a:ea typeface="Meiryo"/>
                <a:cs typeface="Meiryo"/>
              </a:rPr>
              <a:t>説明の表現</a:t>
            </a:r>
            <a:endParaRPr lang="ja-JP" sz="1400"/>
          </a:p>
        </p:txBody>
      </p:sp>
      <p:sp>
        <p:nvSpPr>
          <p:cNvPr id="8" name="badge 8"/>
          <p:cNvSpPr txBox="1"/>
          <p:nvPr/>
        </p:nvSpPr>
        <p:spPr>
          <a:xfrm>
            <a:off x="713232" y="115062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カ</a:t>
            </a:r>
            <a:endParaRPr lang="ja-JP" sz="1700"/>
          </a:p>
        </p:txBody>
      </p:sp>
      <p:sp>
        <p:nvSpPr>
          <p:cNvPr id="9" name="line 9"/>
          <p:cNvSpPr txBox="1"/>
          <p:nvPr/>
        </p:nvSpPr>
        <p:spPr>
          <a:xfrm>
            <a:off x="1371600" y="1188720"/>
            <a:ext cx="1013429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さ・い・ご？</a:t>
            </a:r>
            <a:endParaRPr lang="ja-JP" sz="2400"/>
          </a:p>
        </p:txBody>
      </p:sp>
      <p:sp>
        <p:nvSpPr>
          <p:cNvPr id="10" name="badge 10"/>
          <p:cNvSpPr txBox="1"/>
          <p:nvPr/>
        </p:nvSpPr>
        <p:spPr>
          <a:xfrm>
            <a:off x="713232" y="1760220"/>
            <a:ext cx="502920" cy="502920"/>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山</a:t>
            </a:r>
            <a:endParaRPr lang="ja-JP" sz="1700"/>
          </a:p>
        </p:txBody>
      </p:sp>
      <p:sp>
        <p:nvSpPr>
          <p:cNvPr id="11" name="line 11"/>
          <p:cNvSpPr txBox="1"/>
          <p:nvPr/>
        </p:nvSpPr>
        <p:spPr>
          <a:xfrm>
            <a:off x="1371600" y="1798320"/>
            <a:ext cx="10134295" cy="12801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ははは、</a:t>
            </a:r>
            <a:r>
              <a:rPr lang="ja-JP" altLang="en-US" sz="2400" b="1" dirty="0">
                <a:solidFill>
                  <a:srgbClr val="7A5F2E"/>
                </a:solidFill>
                <a:latin typeface="Meiryo"/>
                <a:ea typeface="Meiryo"/>
                <a:cs typeface="Meiryo"/>
              </a:rPr>
              <a:t>違う違う</a:t>
            </a:r>
            <a:r>
              <a:rPr lang="ja-JP" altLang="en-US" sz="2400" b="0" dirty="0">
                <a:solidFill>
                  <a:srgbClr val="1F271D"/>
                </a:solidFill>
                <a:latin typeface="Meiryo"/>
                <a:ea typeface="Meiryo"/>
                <a:cs typeface="Meiryo"/>
              </a:rPr>
              <a:t>。最後なんてイメージ悪くない？　コマーシャルだから、イメージよくしないと。</a:t>
            </a:r>
            <a:r>
              <a:rPr lang="ja-JP" altLang="en-US" sz="2400" b="1" dirty="0">
                <a:solidFill>
                  <a:srgbClr val="7A5F2E"/>
                </a:solidFill>
                <a:latin typeface="Meiryo"/>
                <a:ea typeface="Meiryo"/>
                <a:cs typeface="Meiryo"/>
              </a:rPr>
              <a:t>だから</a:t>
            </a:r>
            <a:r>
              <a:rPr lang="ja-JP" altLang="en-US" sz="2400" b="0" dirty="0">
                <a:solidFill>
                  <a:srgbClr val="1F271D"/>
                </a:solidFill>
                <a:latin typeface="Meiryo"/>
                <a:ea typeface="Meiryo"/>
                <a:cs typeface="Meiryo"/>
              </a:rPr>
              <a:t>、「ご」を「こう」って読んで、</a:t>
            </a:r>
            <a:r>
              <a:rPr lang="ja-JP" altLang="en-US" sz="2400" b="1" dirty="0">
                <a:solidFill>
                  <a:srgbClr val="7A5F2E"/>
                </a:solidFill>
                <a:latin typeface="Meiryo"/>
                <a:ea typeface="Meiryo"/>
                <a:cs typeface="Meiryo"/>
              </a:rPr>
              <a:t>つまり</a:t>
            </a:r>
            <a:r>
              <a:rPr lang="ja-JP" altLang="en-US" sz="2400" b="0" dirty="0">
                <a:solidFill>
                  <a:srgbClr val="1F271D"/>
                </a:solidFill>
                <a:latin typeface="Meiryo"/>
                <a:ea typeface="Meiryo"/>
                <a:cs typeface="Meiryo"/>
              </a:rPr>
              <a:t>、「さいこう」になる</a:t>
            </a:r>
            <a:r>
              <a:rPr lang="ja-JP" altLang="en-US" sz="2400" b="1" dirty="0">
                <a:solidFill>
                  <a:srgbClr val="A64B31"/>
                </a:solidFill>
                <a:highlight>
                  <a:srgbClr val="F9E2A0"/>
                </a:highlight>
                <a:latin typeface="Meiryo"/>
                <a:ea typeface="Meiryo"/>
                <a:cs typeface="Meiryo"/>
              </a:rPr>
              <a:t>っていうわけだ</a:t>
            </a:r>
            <a:r>
              <a:rPr lang="ja-JP" altLang="en-US" sz="2400" b="0" dirty="0">
                <a:solidFill>
                  <a:srgbClr val="1F271D"/>
                </a:solidFill>
                <a:latin typeface="Meiryo"/>
                <a:ea typeface="Meiryo"/>
                <a:cs typeface="Meiryo"/>
              </a:rPr>
              <a:t>よ。</a:t>
            </a:r>
            <a:endParaRPr lang="ja-JP" sz="2400"/>
          </a:p>
        </p:txBody>
      </p:sp>
      <p:sp>
        <p:nvSpPr>
          <p:cNvPr id="12" name="badge 12"/>
          <p:cNvSpPr txBox="1"/>
          <p:nvPr/>
        </p:nvSpPr>
        <p:spPr>
          <a:xfrm>
            <a:off x="713232" y="3223260"/>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パ</a:t>
            </a:r>
            <a:endParaRPr lang="ja-JP" sz="1700"/>
          </a:p>
        </p:txBody>
      </p:sp>
      <p:sp>
        <p:nvSpPr>
          <p:cNvPr id="13" name="line 13"/>
          <p:cNvSpPr txBox="1"/>
          <p:nvPr/>
        </p:nvSpPr>
        <p:spPr>
          <a:xfrm>
            <a:off x="1371600" y="3261360"/>
            <a:ext cx="1013429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そっかあ。おもしろいね。</a:t>
            </a:r>
            <a:endParaRPr lang="ja-JP" sz="2400"/>
          </a:p>
        </p:txBody>
      </p:sp>
      <p:sp>
        <p:nvSpPr>
          <p:cNvPr id="14" name="badge 14"/>
          <p:cNvSpPr txBox="1"/>
          <p:nvPr/>
        </p:nvSpPr>
        <p:spPr>
          <a:xfrm>
            <a:off x="713232" y="3832860"/>
            <a:ext cx="502920" cy="502920"/>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山</a:t>
            </a:r>
            <a:endParaRPr lang="ja-JP" sz="1700"/>
          </a:p>
        </p:txBody>
      </p:sp>
      <p:sp>
        <p:nvSpPr>
          <p:cNvPr id="15" name="line 15"/>
          <p:cNvSpPr txBox="1"/>
          <p:nvPr/>
        </p:nvSpPr>
        <p:spPr>
          <a:xfrm>
            <a:off x="1371600" y="3870960"/>
            <a:ext cx="10134295" cy="8534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高校のとき、いろんな数字を覚えることが多かったけど、数字を言葉にして覚えたら楽しかったし、覚えやすかったよ。</a:t>
            </a:r>
            <a:endParaRPr lang="ja-JP" sz="24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4732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語呂合わせ</a:t>
            </a:r>
            <a:endParaRPr lang="ja-JP" sz="1600"/>
          </a:p>
        </p:txBody>
      </p:sp>
      <p:sp>
        <p:nvSpPr>
          <p:cNvPr id="6" name="t 6"/>
          <p:cNvSpPr txBox="1"/>
          <p:nvPr/>
        </p:nvSpPr>
        <p:spPr>
          <a:xfrm>
            <a:off x="23418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　会話のまとめ</a:t>
            </a:r>
            <a:endParaRPr lang="ja-JP" sz="1400"/>
          </a:p>
        </p:txBody>
      </p:sp>
      <p:sp>
        <p:nvSpPr>
          <p:cNvPr id="7" name="t 7"/>
          <p:cNvSpPr txBox="1"/>
          <p:nvPr/>
        </p:nvSpPr>
        <p:spPr>
          <a:xfrm>
            <a:off x="685800" y="960120"/>
            <a:ext cx="9418320" cy="6400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3000" b="1" dirty="0">
                <a:solidFill>
                  <a:srgbClr val="1F271D"/>
                </a:solidFill>
                <a:latin typeface="Meiryo"/>
                <a:ea typeface="Meiryo"/>
                <a:cs typeface="Meiryo"/>
              </a:rPr>
              <a:t>数字を言葉にして覚えよう！　0120-</a:t>
            </a:r>
            <a:r>
              <a:rPr lang="ja-JP" altLang="en-US" sz="3000" b="1" dirty="0">
                <a:solidFill>
                  <a:srgbClr val="A64B31"/>
                </a:solidFill>
                <a:highlight>
                  <a:srgbClr val="F9E2A0"/>
                </a:highlight>
                <a:latin typeface="Meiryo"/>
                <a:ea typeface="Meiryo"/>
                <a:cs typeface="Meiryo"/>
              </a:rPr>
              <a:t>508</a:t>
            </a:r>
            <a:r>
              <a:rPr lang="ja-JP" altLang="en-US" sz="3000" b="1" dirty="0">
                <a:solidFill>
                  <a:srgbClr val="1F271D"/>
                </a:solidFill>
                <a:latin typeface="Meiryo"/>
                <a:ea typeface="Meiryo"/>
                <a:cs typeface="Meiryo"/>
              </a:rPr>
              <a:t>-</a:t>
            </a:r>
            <a:r>
              <a:rPr lang="ja-JP" altLang="en-US" sz="3000" b="1" dirty="0">
                <a:solidFill>
                  <a:srgbClr val="A64B31"/>
                </a:solidFill>
                <a:highlight>
                  <a:srgbClr val="F9E2A0"/>
                </a:highlight>
                <a:latin typeface="Meiryo"/>
                <a:ea typeface="Meiryo"/>
                <a:cs typeface="Meiryo"/>
              </a:rPr>
              <a:t>315</a:t>
            </a:r>
            <a:endParaRPr lang="ja-JP" sz="3000"/>
          </a:p>
        </p:txBody>
      </p:sp>
      <p:sp>
        <p:nvSpPr>
          <p:cNvPr id="8" name="t 8"/>
          <p:cNvSpPr txBox="1"/>
          <p:nvPr/>
        </p:nvSpPr>
        <p:spPr>
          <a:xfrm>
            <a:off x="685800" y="1874520"/>
            <a:ext cx="1097280" cy="1097280"/>
          </a:xfrm>
          <a:prstGeom prst="roundRect">
            <a:avLst>
              <a:gd name="adj" fmla="val 14000"/>
            </a:avLst>
          </a:prstGeom>
          <a:solidFill>
            <a:srgbClr val="533D15"/>
          </a:solidFill>
          <a:ln>
            <a:noFill/>
          </a:ln>
          <a:effectLst>
            <a:outerShdw blurRad="63500" dist="38100" dir="5400000" algn="t" rotWithShape="0">
              <a:srgbClr val="000000">
                <a:alpha val="22000"/>
              </a:srgbClr>
            </a:outerShdw>
          </a:effectLst>
        </p:spPr>
        <p:txBody>
          <a:bodyPr wrap="square" lIns="0" tIns="0" rIns="0" bIns="0" rtlCol="0" anchor="ctr">
            <a:noAutofit/>
          </a:bodyPr>
          <a:lstStyle/>
          <a:p>
            <a:pPr algn="ctr">
              <a:lnSpc>
                <a:spcPct val="115000"/>
              </a:lnSpc>
              <a:spcBef>
                <a:spcPts val="0"/>
              </a:spcBef>
              <a:spcAft>
                <a:spcPts val="200"/>
              </a:spcAft>
              <a:buNone/>
            </a:pPr>
            <a:r>
              <a:rPr lang="ja-JP" altLang="en-US" sz="5000" b="1" dirty="0">
                <a:solidFill>
                  <a:srgbClr val="FFFFFF"/>
                </a:solidFill>
                <a:latin typeface="Meiryo"/>
                <a:ea typeface="Meiryo"/>
                <a:cs typeface="Meiryo"/>
              </a:rPr>
              <a:t>5</a:t>
            </a:r>
            <a:endParaRPr lang="ja-JP" sz="5000"/>
          </a:p>
        </p:txBody>
      </p:sp>
      <p:sp>
        <p:nvSpPr>
          <p:cNvPr id="9" name="t 9"/>
          <p:cNvSpPr txBox="1"/>
          <p:nvPr/>
        </p:nvSpPr>
        <p:spPr>
          <a:xfrm>
            <a:off x="411480" y="3035808"/>
            <a:ext cx="1645920" cy="411480"/>
          </a:xfrm>
          <a:prstGeom prst="rect">
            <a:avLst/>
          </a:prstGeom>
          <a:no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0" dirty="0">
                <a:solidFill>
                  <a:srgbClr val="1F271D"/>
                </a:solidFill>
                <a:latin typeface="Meiryo"/>
                <a:ea typeface="Meiryo"/>
                <a:cs typeface="Meiryo"/>
              </a:rPr>
              <a:t>ご</a:t>
            </a:r>
            <a:endParaRPr lang="ja-JP" sz="1700"/>
          </a:p>
        </p:txBody>
      </p:sp>
      <p:sp>
        <p:nvSpPr>
          <p:cNvPr id="10" name="t 10"/>
          <p:cNvSpPr txBox="1"/>
          <p:nvPr/>
        </p:nvSpPr>
        <p:spPr>
          <a:xfrm>
            <a:off x="1965960" y="1874520"/>
            <a:ext cx="1097280" cy="1097280"/>
          </a:xfrm>
          <a:prstGeom prst="roundRect">
            <a:avLst>
              <a:gd name="adj" fmla="val 14000"/>
            </a:avLst>
          </a:prstGeom>
          <a:solidFill>
            <a:srgbClr val="533D15"/>
          </a:solidFill>
          <a:ln>
            <a:noFill/>
          </a:ln>
          <a:effectLst>
            <a:outerShdw blurRad="63500" dist="38100" dir="5400000" algn="t" rotWithShape="0">
              <a:srgbClr val="000000">
                <a:alpha val="22000"/>
              </a:srgbClr>
            </a:outerShdw>
          </a:effectLst>
        </p:spPr>
        <p:txBody>
          <a:bodyPr wrap="square" lIns="0" tIns="0" rIns="0" bIns="0" rtlCol="0" anchor="ctr">
            <a:noAutofit/>
          </a:bodyPr>
          <a:lstStyle/>
          <a:p>
            <a:pPr algn="ctr">
              <a:lnSpc>
                <a:spcPct val="115000"/>
              </a:lnSpc>
              <a:spcBef>
                <a:spcPts val="0"/>
              </a:spcBef>
              <a:spcAft>
                <a:spcPts val="200"/>
              </a:spcAft>
              <a:buNone/>
            </a:pPr>
            <a:r>
              <a:rPr lang="ja-JP" altLang="en-US" sz="5000" b="1" dirty="0">
                <a:solidFill>
                  <a:srgbClr val="FFFFFF"/>
                </a:solidFill>
                <a:latin typeface="Meiryo"/>
                <a:ea typeface="Meiryo"/>
                <a:cs typeface="Meiryo"/>
              </a:rPr>
              <a:t>0</a:t>
            </a:r>
            <a:endParaRPr lang="ja-JP" sz="5000"/>
          </a:p>
        </p:txBody>
      </p:sp>
      <p:sp>
        <p:nvSpPr>
          <p:cNvPr id="11" name="t 11"/>
          <p:cNvSpPr txBox="1"/>
          <p:nvPr/>
        </p:nvSpPr>
        <p:spPr>
          <a:xfrm>
            <a:off x="1691640" y="3035808"/>
            <a:ext cx="1645920" cy="411480"/>
          </a:xfrm>
          <a:prstGeom prst="rect">
            <a:avLst/>
          </a:prstGeom>
          <a:no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0" dirty="0">
                <a:solidFill>
                  <a:srgbClr val="1F271D"/>
                </a:solidFill>
                <a:latin typeface="Meiryo"/>
                <a:ea typeface="Meiryo"/>
                <a:cs typeface="Meiryo"/>
              </a:rPr>
              <a:t>ぜろ→</a:t>
            </a:r>
            <a:r>
              <a:rPr lang="ja-JP" altLang="en-US" sz="1700" b="1" dirty="0">
                <a:solidFill>
                  <a:srgbClr val="A64B31"/>
                </a:solidFill>
                <a:highlight>
                  <a:srgbClr val="F9E2A0"/>
                </a:highlight>
                <a:latin typeface="Meiryo"/>
                <a:ea typeface="Meiryo"/>
                <a:cs typeface="Meiryo"/>
              </a:rPr>
              <a:t>れい</a:t>
            </a:r>
            <a:endParaRPr lang="ja-JP" sz="1700"/>
          </a:p>
        </p:txBody>
      </p:sp>
      <p:sp>
        <p:nvSpPr>
          <p:cNvPr id="12" name="t 12"/>
          <p:cNvSpPr txBox="1"/>
          <p:nvPr/>
        </p:nvSpPr>
        <p:spPr>
          <a:xfrm>
            <a:off x="3246120" y="1874520"/>
            <a:ext cx="1097280" cy="1097280"/>
          </a:xfrm>
          <a:prstGeom prst="roundRect">
            <a:avLst>
              <a:gd name="adj" fmla="val 14000"/>
            </a:avLst>
          </a:prstGeom>
          <a:solidFill>
            <a:srgbClr val="533D15"/>
          </a:solidFill>
          <a:ln>
            <a:noFill/>
          </a:ln>
          <a:effectLst>
            <a:outerShdw blurRad="63500" dist="38100" dir="5400000" algn="t" rotWithShape="0">
              <a:srgbClr val="000000">
                <a:alpha val="22000"/>
              </a:srgbClr>
            </a:outerShdw>
          </a:effectLst>
        </p:spPr>
        <p:txBody>
          <a:bodyPr wrap="square" lIns="0" tIns="0" rIns="0" bIns="0" rtlCol="0" anchor="ctr">
            <a:noAutofit/>
          </a:bodyPr>
          <a:lstStyle/>
          <a:p>
            <a:pPr algn="ctr">
              <a:lnSpc>
                <a:spcPct val="115000"/>
              </a:lnSpc>
              <a:spcBef>
                <a:spcPts val="0"/>
              </a:spcBef>
              <a:spcAft>
                <a:spcPts val="200"/>
              </a:spcAft>
              <a:buNone/>
            </a:pPr>
            <a:r>
              <a:rPr lang="ja-JP" altLang="en-US" sz="5000" b="1" dirty="0">
                <a:solidFill>
                  <a:srgbClr val="FFFFFF"/>
                </a:solidFill>
                <a:latin typeface="Meiryo"/>
                <a:ea typeface="Meiryo"/>
                <a:cs typeface="Meiryo"/>
              </a:rPr>
              <a:t>8</a:t>
            </a:r>
            <a:endParaRPr lang="ja-JP" sz="5000"/>
          </a:p>
        </p:txBody>
      </p:sp>
      <p:sp>
        <p:nvSpPr>
          <p:cNvPr id="13" name="t 13"/>
          <p:cNvSpPr txBox="1"/>
          <p:nvPr/>
        </p:nvSpPr>
        <p:spPr>
          <a:xfrm>
            <a:off x="2971800" y="3035808"/>
            <a:ext cx="1645920" cy="411480"/>
          </a:xfrm>
          <a:prstGeom prst="rect">
            <a:avLst/>
          </a:prstGeom>
          <a:no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0" dirty="0">
                <a:solidFill>
                  <a:srgbClr val="1F271D"/>
                </a:solidFill>
                <a:latin typeface="Meiryo"/>
                <a:ea typeface="Meiryo"/>
                <a:cs typeface="Meiryo"/>
              </a:rPr>
              <a:t>はち</a:t>
            </a:r>
            <a:endParaRPr lang="ja-JP" sz="1700"/>
          </a:p>
        </p:txBody>
      </p:sp>
      <p:sp>
        <p:nvSpPr>
          <p:cNvPr id="14" name="t 14"/>
          <p:cNvSpPr txBox="1"/>
          <p:nvPr/>
        </p:nvSpPr>
        <p:spPr>
          <a:xfrm>
            <a:off x="4617720" y="2167128"/>
            <a:ext cx="640080" cy="502920"/>
          </a:xfrm>
          <a:prstGeom prst="rect">
            <a:avLst/>
          </a:prstGeom>
          <a:noFill/>
          <a:ln>
            <a:noFill/>
          </a:ln>
        </p:spPr>
        <p:txBody>
          <a:bodyPr wrap="square" lIns="0" tIns="0" rIns="0" bIns="0" rtlCol="0" anchor="ctr">
            <a:noAutofit/>
          </a:bodyPr>
          <a:lstStyle/>
          <a:p>
            <a:pPr algn="ctr">
              <a:lnSpc>
                <a:spcPct val="115000"/>
              </a:lnSpc>
              <a:spcBef>
                <a:spcPts val="0"/>
              </a:spcBef>
              <a:spcAft>
                <a:spcPts val="200"/>
              </a:spcAft>
              <a:buNone/>
            </a:pPr>
            <a:r>
              <a:rPr lang="ja-JP" altLang="en-US" sz="3000" b="0" dirty="0">
                <a:solidFill>
                  <a:srgbClr val="F2C14E"/>
                </a:solidFill>
                <a:latin typeface="Meiryo"/>
                <a:ea typeface="Meiryo"/>
                <a:cs typeface="Meiryo"/>
              </a:rPr>
              <a:t>➜</a:t>
            </a:r>
            <a:endParaRPr lang="ja-JP" sz="3000"/>
          </a:p>
        </p:txBody>
      </p:sp>
      <p:sp>
        <p:nvSpPr>
          <p:cNvPr id="15" name="t 15"/>
          <p:cNvSpPr txBox="1"/>
          <p:nvPr/>
        </p:nvSpPr>
        <p:spPr>
          <a:xfrm>
            <a:off x="5303520" y="2075688"/>
            <a:ext cx="2560320" cy="685800"/>
          </a:xfrm>
          <a:prstGeom prst="roundRect">
            <a:avLst>
              <a:gd name="adj" fmla="val 50000"/>
            </a:avLst>
          </a:prstGeom>
          <a:solidFill>
            <a:srgbClr val="FFFFFF"/>
          </a:solidFill>
          <a:ln>
            <a:noFill/>
          </a:ln>
          <a:effectLst>
            <a:outerShdw blurRad="63500" dist="38100" dir="5400000" algn="t" rotWithShape="0">
              <a:srgbClr val="000000">
                <a:alpha val="22000"/>
              </a:srgbClr>
            </a:outerShdw>
          </a:effectLst>
        </p:spPr>
        <p:txBody>
          <a:bodyPr wrap="square" lIns="0" tIns="0" rIns="0" bIns="0" rtlCol="0" anchor="ctr">
            <a:noAutofit/>
          </a:bodyPr>
          <a:lstStyle/>
          <a:p>
            <a:pPr algn="ctr">
              <a:lnSpc>
                <a:spcPct val="115000"/>
              </a:lnSpc>
              <a:spcBef>
                <a:spcPts val="0"/>
              </a:spcBef>
              <a:spcAft>
                <a:spcPts val="200"/>
              </a:spcAft>
              <a:buNone/>
            </a:pPr>
            <a:r>
              <a:rPr lang="ja-JP" altLang="en-US" sz="2800" b="1" dirty="0">
                <a:solidFill>
                  <a:srgbClr val="1F271D"/>
                </a:solidFill>
                <a:latin typeface="Meiryo"/>
                <a:ea typeface="Meiryo"/>
                <a:cs typeface="Meiryo"/>
              </a:rPr>
              <a:t>ご・れ・は</a:t>
            </a:r>
            <a:endParaRPr lang="ja-JP" sz="2800"/>
          </a:p>
        </p:txBody>
      </p:sp>
      <p:sp>
        <p:nvSpPr>
          <p:cNvPr id="16" name="t 16"/>
          <p:cNvSpPr txBox="1"/>
          <p:nvPr/>
        </p:nvSpPr>
        <p:spPr>
          <a:xfrm>
            <a:off x="7955280" y="2167128"/>
            <a:ext cx="640080" cy="502920"/>
          </a:xfrm>
          <a:prstGeom prst="rect">
            <a:avLst/>
          </a:prstGeom>
          <a:noFill/>
          <a:ln>
            <a:noFill/>
          </a:ln>
        </p:spPr>
        <p:txBody>
          <a:bodyPr wrap="square" lIns="0" tIns="0" rIns="0" bIns="0" rtlCol="0" anchor="ctr">
            <a:noAutofit/>
          </a:bodyPr>
          <a:lstStyle/>
          <a:p>
            <a:pPr algn="ctr">
              <a:lnSpc>
                <a:spcPct val="115000"/>
              </a:lnSpc>
              <a:spcBef>
                <a:spcPts val="0"/>
              </a:spcBef>
              <a:spcAft>
                <a:spcPts val="200"/>
              </a:spcAft>
              <a:buNone/>
            </a:pPr>
            <a:r>
              <a:rPr lang="ja-JP" altLang="en-US" sz="3000" b="0" dirty="0">
                <a:solidFill>
                  <a:srgbClr val="F2C14E"/>
                </a:solidFill>
                <a:latin typeface="Meiryo"/>
                <a:ea typeface="Meiryo"/>
                <a:cs typeface="Meiryo"/>
              </a:rPr>
              <a:t>➜</a:t>
            </a:r>
            <a:endParaRPr lang="ja-JP" sz="3000"/>
          </a:p>
        </p:txBody>
      </p:sp>
      <p:sp>
        <p:nvSpPr>
          <p:cNvPr id="17" name="t 17"/>
          <p:cNvSpPr txBox="1"/>
          <p:nvPr/>
        </p:nvSpPr>
        <p:spPr>
          <a:xfrm>
            <a:off x="8641080" y="1984248"/>
            <a:ext cx="2926080" cy="8686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3800" b="1" dirty="0">
                <a:solidFill>
                  <a:srgbClr val="1F271D"/>
                </a:solidFill>
                <a:latin typeface="Meiryo"/>
                <a:ea typeface="Meiryo"/>
                <a:cs typeface="Meiryo"/>
              </a:rPr>
              <a:t>「</a:t>
            </a:r>
            <a:r>
              <a:rPr lang="ja-JP" altLang="en-US" sz="3800" b="1" dirty="0">
                <a:solidFill>
                  <a:srgbClr val="A64B31"/>
                </a:solidFill>
                <a:highlight>
                  <a:srgbClr val="F9E2A0"/>
                </a:highlight>
                <a:latin typeface="Meiryo"/>
                <a:ea typeface="Meiryo"/>
                <a:cs typeface="Meiryo"/>
              </a:rPr>
              <a:t>これは</a:t>
            </a:r>
            <a:r>
              <a:rPr lang="ja-JP" altLang="en-US" sz="3800" b="1" dirty="0">
                <a:solidFill>
                  <a:srgbClr val="1F271D"/>
                </a:solidFill>
                <a:latin typeface="Meiryo"/>
                <a:ea typeface="Meiryo"/>
                <a:cs typeface="Meiryo"/>
              </a:rPr>
              <a:t>」</a:t>
            </a:r>
            <a:endParaRPr lang="ja-JP" sz="3800"/>
          </a:p>
        </p:txBody>
      </p:sp>
      <p:sp>
        <p:nvSpPr>
          <p:cNvPr id="18" name="t 18"/>
          <p:cNvSpPr txBox="1"/>
          <p:nvPr/>
        </p:nvSpPr>
        <p:spPr>
          <a:xfrm>
            <a:off x="685800" y="3703320"/>
            <a:ext cx="1097280" cy="1097280"/>
          </a:xfrm>
          <a:prstGeom prst="roundRect">
            <a:avLst>
              <a:gd name="adj" fmla="val 14000"/>
            </a:avLst>
          </a:prstGeom>
          <a:solidFill>
            <a:srgbClr val="A64B31"/>
          </a:solidFill>
          <a:ln>
            <a:noFill/>
          </a:ln>
          <a:effectLst>
            <a:outerShdw blurRad="63500" dist="38100" dir="5400000" algn="t" rotWithShape="0">
              <a:srgbClr val="000000">
                <a:alpha val="22000"/>
              </a:srgbClr>
            </a:outerShdw>
          </a:effectLst>
        </p:spPr>
        <p:txBody>
          <a:bodyPr wrap="square" lIns="0" tIns="0" rIns="0" bIns="0" rtlCol="0" anchor="ctr">
            <a:noAutofit/>
          </a:bodyPr>
          <a:lstStyle/>
          <a:p>
            <a:pPr algn="ctr">
              <a:lnSpc>
                <a:spcPct val="115000"/>
              </a:lnSpc>
              <a:spcBef>
                <a:spcPts val="0"/>
              </a:spcBef>
              <a:spcAft>
                <a:spcPts val="200"/>
              </a:spcAft>
              <a:buNone/>
            </a:pPr>
            <a:r>
              <a:rPr lang="ja-JP" altLang="en-US" sz="5000" b="1" dirty="0">
                <a:solidFill>
                  <a:srgbClr val="FFFFFF"/>
                </a:solidFill>
                <a:latin typeface="Meiryo"/>
                <a:ea typeface="Meiryo"/>
                <a:cs typeface="Meiryo"/>
              </a:rPr>
              <a:t>3</a:t>
            </a:r>
            <a:endParaRPr lang="ja-JP" sz="5000"/>
          </a:p>
        </p:txBody>
      </p:sp>
      <p:sp>
        <p:nvSpPr>
          <p:cNvPr id="19" name="t 19"/>
          <p:cNvSpPr txBox="1"/>
          <p:nvPr/>
        </p:nvSpPr>
        <p:spPr>
          <a:xfrm>
            <a:off x="411480" y="4864608"/>
            <a:ext cx="1645920" cy="411480"/>
          </a:xfrm>
          <a:prstGeom prst="rect">
            <a:avLst/>
          </a:prstGeom>
          <a:no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0" dirty="0">
                <a:solidFill>
                  <a:srgbClr val="1F271D"/>
                </a:solidFill>
                <a:latin typeface="Meiryo"/>
                <a:ea typeface="Meiryo"/>
                <a:cs typeface="Meiryo"/>
              </a:rPr>
              <a:t>さん</a:t>
            </a:r>
            <a:endParaRPr lang="ja-JP" sz="1700"/>
          </a:p>
        </p:txBody>
      </p:sp>
      <p:sp>
        <p:nvSpPr>
          <p:cNvPr id="20" name="t 20"/>
          <p:cNvSpPr txBox="1"/>
          <p:nvPr/>
        </p:nvSpPr>
        <p:spPr>
          <a:xfrm>
            <a:off x="1965960" y="3703320"/>
            <a:ext cx="1097280" cy="1097280"/>
          </a:xfrm>
          <a:prstGeom prst="roundRect">
            <a:avLst>
              <a:gd name="adj" fmla="val 14000"/>
            </a:avLst>
          </a:prstGeom>
          <a:solidFill>
            <a:srgbClr val="A64B31"/>
          </a:solidFill>
          <a:ln>
            <a:noFill/>
          </a:ln>
          <a:effectLst>
            <a:outerShdw blurRad="63500" dist="38100" dir="5400000" algn="t" rotWithShape="0">
              <a:srgbClr val="000000">
                <a:alpha val="22000"/>
              </a:srgbClr>
            </a:outerShdw>
          </a:effectLst>
        </p:spPr>
        <p:txBody>
          <a:bodyPr wrap="square" lIns="0" tIns="0" rIns="0" bIns="0" rtlCol="0" anchor="ctr">
            <a:noAutofit/>
          </a:bodyPr>
          <a:lstStyle/>
          <a:p>
            <a:pPr algn="ctr">
              <a:lnSpc>
                <a:spcPct val="115000"/>
              </a:lnSpc>
              <a:spcBef>
                <a:spcPts val="0"/>
              </a:spcBef>
              <a:spcAft>
                <a:spcPts val="200"/>
              </a:spcAft>
              <a:buNone/>
            </a:pPr>
            <a:r>
              <a:rPr lang="ja-JP" altLang="en-US" sz="5000" b="1" dirty="0">
                <a:solidFill>
                  <a:srgbClr val="FFFFFF"/>
                </a:solidFill>
                <a:latin typeface="Meiryo"/>
                <a:ea typeface="Meiryo"/>
                <a:cs typeface="Meiryo"/>
              </a:rPr>
              <a:t>1</a:t>
            </a:r>
            <a:endParaRPr lang="ja-JP" sz="5000"/>
          </a:p>
        </p:txBody>
      </p:sp>
      <p:sp>
        <p:nvSpPr>
          <p:cNvPr id="21" name="t 21"/>
          <p:cNvSpPr txBox="1"/>
          <p:nvPr/>
        </p:nvSpPr>
        <p:spPr>
          <a:xfrm>
            <a:off x="1691640" y="4864608"/>
            <a:ext cx="1645920" cy="411480"/>
          </a:xfrm>
          <a:prstGeom prst="rect">
            <a:avLst/>
          </a:prstGeom>
          <a:no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0" dirty="0">
                <a:solidFill>
                  <a:srgbClr val="1F271D"/>
                </a:solidFill>
                <a:latin typeface="Meiryo"/>
                <a:ea typeface="Meiryo"/>
                <a:cs typeface="Meiryo"/>
              </a:rPr>
              <a:t>いち</a:t>
            </a:r>
            <a:endParaRPr lang="ja-JP" sz="1700"/>
          </a:p>
        </p:txBody>
      </p:sp>
      <p:sp>
        <p:nvSpPr>
          <p:cNvPr id="22" name="t 22"/>
          <p:cNvSpPr txBox="1"/>
          <p:nvPr/>
        </p:nvSpPr>
        <p:spPr>
          <a:xfrm>
            <a:off x="3246120" y="3703320"/>
            <a:ext cx="1097280" cy="1097280"/>
          </a:xfrm>
          <a:prstGeom prst="roundRect">
            <a:avLst>
              <a:gd name="adj" fmla="val 14000"/>
            </a:avLst>
          </a:prstGeom>
          <a:solidFill>
            <a:srgbClr val="A64B31"/>
          </a:solidFill>
          <a:ln>
            <a:noFill/>
          </a:ln>
          <a:effectLst>
            <a:outerShdw blurRad="63500" dist="38100" dir="5400000" algn="t" rotWithShape="0">
              <a:srgbClr val="000000">
                <a:alpha val="22000"/>
              </a:srgbClr>
            </a:outerShdw>
          </a:effectLst>
        </p:spPr>
        <p:txBody>
          <a:bodyPr wrap="square" lIns="0" tIns="0" rIns="0" bIns="0" rtlCol="0" anchor="ctr">
            <a:noAutofit/>
          </a:bodyPr>
          <a:lstStyle/>
          <a:p>
            <a:pPr algn="ctr">
              <a:lnSpc>
                <a:spcPct val="115000"/>
              </a:lnSpc>
              <a:spcBef>
                <a:spcPts val="0"/>
              </a:spcBef>
              <a:spcAft>
                <a:spcPts val="200"/>
              </a:spcAft>
              <a:buNone/>
            </a:pPr>
            <a:r>
              <a:rPr lang="ja-JP" altLang="en-US" sz="5000" b="1" dirty="0">
                <a:solidFill>
                  <a:srgbClr val="FFFFFF"/>
                </a:solidFill>
                <a:latin typeface="Meiryo"/>
                <a:ea typeface="Meiryo"/>
                <a:cs typeface="Meiryo"/>
              </a:rPr>
              <a:t>5</a:t>
            </a:r>
            <a:endParaRPr lang="ja-JP" sz="5000"/>
          </a:p>
        </p:txBody>
      </p:sp>
      <p:sp>
        <p:nvSpPr>
          <p:cNvPr id="23" name="t 23"/>
          <p:cNvSpPr txBox="1"/>
          <p:nvPr/>
        </p:nvSpPr>
        <p:spPr>
          <a:xfrm>
            <a:off x="2971800" y="4864608"/>
            <a:ext cx="1645920" cy="411480"/>
          </a:xfrm>
          <a:prstGeom prst="rect">
            <a:avLst/>
          </a:prstGeom>
          <a:no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0" dirty="0">
                <a:solidFill>
                  <a:srgbClr val="1F271D"/>
                </a:solidFill>
                <a:latin typeface="Meiryo"/>
                <a:ea typeface="Meiryo"/>
                <a:cs typeface="Meiryo"/>
              </a:rPr>
              <a:t>ご→</a:t>
            </a:r>
            <a:r>
              <a:rPr lang="ja-JP" altLang="en-US" sz="1700" b="1" dirty="0">
                <a:solidFill>
                  <a:srgbClr val="A64B31"/>
                </a:solidFill>
                <a:highlight>
                  <a:srgbClr val="F9E2A0"/>
                </a:highlight>
                <a:latin typeface="Meiryo"/>
                <a:ea typeface="Meiryo"/>
                <a:cs typeface="Meiryo"/>
              </a:rPr>
              <a:t>こう</a:t>
            </a:r>
            <a:endParaRPr lang="ja-JP" sz="1700"/>
          </a:p>
        </p:txBody>
      </p:sp>
      <p:sp>
        <p:nvSpPr>
          <p:cNvPr id="24" name="t 24"/>
          <p:cNvSpPr txBox="1"/>
          <p:nvPr/>
        </p:nvSpPr>
        <p:spPr>
          <a:xfrm>
            <a:off x="4617720" y="3995928"/>
            <a:ext cx="640080" cy="502920"/>
          </a:xfrm>
          <a:prstGeom prst="rect">
            <a:avLst/>
          </a:prstGeom>
          <a:noFill/>
          <a:ln>
            <a:noFill/>
          </a:ln>
        </p:spPr>
        <p:txBody>
          <a:bodyPr wrap="square" lIns="0" tIns="0" rIns="0" bIns="0" rtlCol="0" anchor="ctr">
            <a:noAutofit/>
          </a:bodyPr>
          <a:lstStyle/>
          <a:p>
            <a:pPr algn="ctr">
              <a:lnSpc>
                <a:spcPct val="115000"/>
              </a:lnSpc>
              <a:spcBef>
                <a:spcPts val="0"/>
              </a:spcBef>
              <a:spcAft>
                <a:spcPts val="200"/>
              </a:spcAft>
              <a:buNone/>
            </a:pPr>
            <a:r>
              <a:rPr lang="ja-JP" altLang="en-US" sz="3000" b="0" dirty="0">
                <a:solidFill>
                  <a:srgbClr val="F2C14E"/>
                </a:solidFill>
                <a:latin typeface="Meiryo"/>
                <a:ea typeface="Meiryo"/>
                <a:cs typeface="Meiryo"/>
              </a:rPr>
              <a:t>➜</a:t>
            </a:r>
            <a:endParaRPr lang="ja-JP" sz="3000"/>
          </a:p>
        </p:txBody>
      </p:sp>
      <p:sp>
        <p:nvSpPr>
          <p:cNvPr id="25" name="t 25"/>
          <p:cNvSpPr txBox="1"/>
          <p:nvPr/>
        </p:nvSpPr>
        <p:spPr>
          <a:xfrm>
            <a:off x="5303520" y="3904488"/>
            <a:ext cx="2560320" cy="685800"/>
          </a:xfrm>
          <a:prstGeom prst="roundRect">
            <a:avLst>
              <a:gd name="adj" fmla="val 50000"/>
            </a:avLst>
          </a:prstGeom>
          <a:solidFill>
            <a:srgbClr val="FFFFFF"/>
          </a:solidFill>
          <a:ln>
            <a:noFill/>
          </a:ln>
          <a:effectLst>
            <a:outerShdw blurRad="63500" dist="38100" dir="5400000" algn="t" rotWithShape="0">
              <a:srgbClr val="000000">
                <a:alpha val="22000"/>
              </a:srgbClr>
            </a:outerShdw>
          </a:effectLst>
        </p:spPr>
        <p:txBody>
          <a:bodyPr wrap="square" lIns="0" tIns="0" rIns="0" bIns="0" rtlCol="0" anchor="ctr">
            <a:noAutofit/>
          </a:bodyPr>
          <a:lstStyle/>
          <a:p>
            <a:pPr algn="ctr">
              <a:lnSpc>
                <a:spcPct val="115000"/>
              </a:lnSpc>
              <a:spcBef>
                <a:spcPts val="0"/>
              </a:spcBef>
              <a:spcAft>
                <a:spcPts val="200"/>
              </a:spcAft>
              <a:buNone/>
            </a:pPr>
            <a:r>
              <a:rPr lang="ja-JP" altLang="en-US" sz="2800" b="1" dirty="0">
                <a:solidFill>
                  <a:srgbClr val="1F271D"/>
                </a:solidFill>
                <a:latin typeface="Meiryo"/>
                <a:ea typeface="Meiryo"/>
                <a:cs typeface="Meiryo"/>
              </a:rPr>
              <a:t>さ・い・こう</a:t>
            </a:r>
            <a:endParaRPr lang="ja-JP" sz="2800"/>
          </a:p>
        </p:txBody>
      </p:sp>
      <p:sp>
        <p:nvSpPr>
          <p:cNvPr id="26" name="t 26"/>
          <p:cNvSpPr txBox="1"/>
          <p:nvPr/>
        </p:nvSpPr>
        <p:spPr>
          <a:xfrm>
            <a:off x="7955280" y="3995928"/>
            <a:ext cx="640080" cy="502920"/>
          </a:xfrm>
          <a:prstGeom prst="rect">
            <a:avLst/>
          </a:prstGeom>
          <a:noFill/>
          <a:ln>
            <a:noFill/>
          </a:ln>
        </p:spPr>
        <p:txBody>
          <a:bodyPr wrap="square" lIns="0" tIns="0" rIns="0" bIns="0" rtlCol="0" anchor="ctr">
            <a:noAutofit/>
          </a:bodyPr>
          <a:lstStyle/>
          <a:p>
            <a:pPr algn="ctr">
              <a:lnSpc>
                <a:spcPct val="115000"/>
              </a:lnSpc>
              <a:spcBef>
                <a:spcPts val="0"/>
              </a:spcBef>
              <a:spcAft>
                <a:spcPts val="200"/>
              </a:spcAft>
              <a:buNone/>
            </a:pPr>
            <a:r>
              <a:rPr lang="ja-JP" altLang="en-US" sz="3000" b="0" dirty="0">
                <a:solidFill>
                  <a:srgbClr val="F2C14E"/>
                </a:solidFill>
                <a:latin typeface="Meiryo"/>
                <a:ea typeface="Meiryo"/>
                <a:cs typeface="Meiryo"/>
              </a:rPr>
              <a:t>➜</a:t>
            </a:r>
            <a:endParaRPr lang="ja-JP" sz="3000"/>
          </a:p>
        </p:txBody>
      </p:sp>
      <p:sp>
        <p:nvSpPr>
          <p:cNvPr id="27" name="t 27"/>
          <p:cNvSpPr txBox="1"/>
          <p:nvPr/>
        </p:nvSpPr>
        <p:spPr>
          <a:xfrm>
            <a:off x="8641080" y="3813048"/>
            <a:ext cx="2926080" cy="8686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3800" b="1" dirty="0">
                <a:solidFill>
                  <a:srgbClr val="1F271D"/>
                </a:solidFill>
                <a:latin typeface="Meiryo"/>
                <a:ea typeface="Meiryo"/>
                <a:cs typeface="Meiryo"/>
              </a:rPr>
              <a:t>「</a:t>
            </a:r>
            <a:r>
              <a:rPr lang="ja-JP" altLang="en-US" sz="3800" b="1" dirty="0">
                <a:solidFill>
                  <a:srgbClr val="A64B31"/>
                </a:solidFill>
                <a:highlight>
                  <a:srgbClr val="F9E2A0"/>
                </a:highlight>
                <a:latin typeface="Meiryo"/>
                <a:ea typeface="Meiryo"/>
                <a:cs typeface="Meiryo"/>
              </a:rPr>
              <a:t>最高</a:t>
            </a:r>
            <a:r>
              <a:rPr lang="ja-JP" altLang="en-US" sz="3800" b="1" dirty="0">
                <a:solidFill>
                  <a:srgbClr val="1F271D"/>
                </a:solidFill>
                <a:latin typeface="Meiryo"/>
                <a:ea typeface="Meiryo"/>
                <a:cs typeface="Meiryo"/>
              </a:rPr>
              <a:t>」</a:t>
            </a:r>
            <a:endParaRPr lang="ja-JP" sz="3800"/>
          </a:p>
        </p:txBody>
      </p:sp>
      <p:sp>
        <p:nvSpPr>
          <p:cNvPr id="28" name="note 28"/>
          <p:cNvSpPr txBox="1"/>
          <p:nvPr/>
        </p:nvSpPr>
        <p:spPr>
          <a:xfrm rot="-72000">
            <a:off x="777240" y="5532120"/>
            <a:ext cx="7315200" cy="72136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900" b="1" dirty="0">
                <a:solidFill>
                  <a:srgbClr val="A64B31"/>
                </a:solidFill>
                <a:latin typeface="Meiryo"/>
                <a:ea typeface="Meiryo"/>
                <a:cs typeface="Meiryo"/>
              </a:rPr>
              <a:t>まとめ</a:t>
            </a:r>
            <a:r>
              <a:rPr lang="ja-JP" altLang="en-US" sz="2000" b="0" dirty="0">
                <a:solidFill>
                  <a:srgbClr val="1F271D"/>
                </a:solidFill>
                <a:latin typeface="Meiryo"/>
                <a:ea typeface="Meiryo"/>
                <a:cs typeface="Meiryo"/>
              </a:rPr>
              <a:t>　0120-508-315 ＝ 0120の「これは最高！」</a:t>
            </a:r>
            <a:endParaRPr lang="ja-JP" sz="20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left)">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dissolve">
                                      <p:cBhvr>
                                        <p:cTn id="15" dur="500"/>
                                        <p:tgtEl>
                                          <p:spTgt spid="16"/>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dissolv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left)">
                                      <p:cBhvr>
                                        <p:cTn id="23" dur="500"/>
                                        <p:tgtEl>
                                          <p:spTgt spid="24"/>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dissolve">
                                      <p:cBhvr>
                                        <p:cTn id="31" dur="500"/>
                                        <p:tgtEl>
                                          <p:spTgt spid="2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dissolve">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wipe(up)">
                                      <p:cBhvr>
                                        <p:cTn id="3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24" grpId="0" animBg="1"/>
      <p:bldP spid="25" grpId="0" animBg="1"/>
      <p:bldP spid="26" grpId="0" animBg="1"/>
      <p:bldP spid="27" grpId="0" animBg="1"/>
      <p:bldP spid="28"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863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表現</a:t>
            </a:r>
            <a:endParaRPr lang="ja-JP" sz="1600"/>
          </a:p>
        </p:txBody>
      </p:sp>
      <p:sp>
        <p:nvSpPr>
          <p:cNvPr id="6" name="t 6"/>
          <p:cNvSpPr txBox="1"/>
          <p:nvPr/>
        </p:nvSpPr>
        <p:spPr>
          <a:xfrm>
            <a:off x="1732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2　説明の表現</a:t>
            </a:r>
            <a:endParaRPr lang="ja-JP" sz="1400"/>
          </a:p>
        </p:txBody>
      </p:sp>
      <p:sp>
        <p:nvSpPr>
          <p:cNvPr id="7" name="t 7"/>
          <p:cNvSpPr txBox="1"/>
          <p:nvPr/>
        </p:nvSpPr>
        <p:spPr>
          <a:xfrm>
            <a:off x="685800" y="914400"/>
            <a:ext cx="9418320" cy="6400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3000" b="1" dirty="0">
                <a:solidFill>
                  <a:srgbClr val="1F271D"/>
                </a:solidFill>
                <a:latin typeface="Meiryo"/>
                <a:ea typeface="Meiryo"/>
                <a:cs typeface="Meiryo"/>
              </a:rPr>
              <a:t>理解を確認しながら、友達に説明するときの表現</a:t>
            </a:r>
            <a:endParaRPr lang="ja-JP" sz="3000"/>
          </a:p>
        </p:txBody>
      </p:sp>
      <p:sp>
        <p:nvSpPr>
          <p:cNvPr id="8" name="col 8"/>
          <p:cNvSpPr/>
          <p:nvPr/>
        </p:nvSpPr>
        <p:spPr>
          <a:xfrm>
            <a:off x="685800" y="1828800"/>
            <a:ext cx="3393338" cy="4617720"/>
          </a:xfrm>
          <a:prstGeom prst="roundRect">
            <a:avLst>
              <a:gd name="adj" fmla="val 5000"/>
            </a:avLst>
          </a:prstGeom>
          <a:solidFill>
            <a:srgbClr val="FFFFFF"/>
          </a:solidFill>
          <a:ln>
            <a:noFill/>
          </a:ln>
          <a:effectLst>
            <a:outerShdw blurRad="76200" dist="25400" dir="5400000" algn="bl" rotWithShape="0">
              <a:srgbClr val="000000">
                <a:alpha val="12000"/>
              </a:srgbClr>
            </a:outerShdw>
          </a:effectLst>
        </p:spPr>
        <p:txBody>
          <a:bodyPr rtlCol="0" anchor="ctr"/>
          <a:lstStyle/>
          <a:p>
            <a:endParaRPr lang="ja-JP"/>
          </a:p>
        </p:txBody>
      </p:sp>
      <p:sp>
        <p:nvSpPr>
          <p:cNvPr id="9" name="head 9"/>
          <p:cNvSpPr txBox="1"/>
          <p:nvPr/>
        </p:nvSpPr>
        <p:spPr>
          <a:xfrm>
            <a:off x="685800" y="1828800"/>
            <a:ext cx="3393338" cy="548640"/>
          </a:xfrm>
          <a:prstGeom prst="rect">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800" b="1" dirty="0">
                <a:solidFill>
                  <a:srgbClr val="FFFFFF"/>
                </a:solidFill>
                <a:latin typeface="Meiryo"/>
                <a:ea typeface="Meiryo"/>
                <a:cs typeface="Meiryo"/>
              </a:rPr>
              <a:t>① 説明する・確認する</a:t>
            </a:r>
            <a:endParaRPr lang="ja-JP" sz="1800"/>
          </a:p>
        </p:txBody>
      </p:sp>
      <p:sp>
        <p:nvSpPr>
          <p:cNvPr id="10" name="t 10"/>
          <p:cNvSpPr txBox="1"/>
          <p:nvPr/>
        </p:nvSpPr>
        <p:spPr>
          <a:xfrm>
            <a:off x="914400" y="2514600"/>
            <a:ext cx="2936138" cy="640080"/>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400" b="0" dirty="0">
                <a:solidFill>
                  <a:srgbClr val="7A6F62"/>
                </a:solidFill>
                <a:latin typeface="Meiryo"/>
                <a:ea typeface="Meiryo"/>
                <a:cs typeface="Meiryo"/>
              </a:rPr>
              <a:t>説明を始める。相手がわかっているか確かめる。</a:t>
            </a:r>
            <a:endParaRPr lang="ja-JP" sz="1400"/>
          </a:p>
        </p:txBody>
      </p:sp>
      <p:sp>
        <p:nvSpPr>
          <p:cNvPr id="11" name="t 11"/>
          <p:cNvSpPr txBox="1"/>
          <p:nvPr/>
        </p:nvSpPr>
        <p:spPr>
          <a:xfrm>
            <a:off x="960120" y="3291840"/>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それは～からだよ</a:t>
            </a:r>
            <a:endParaRPr lang="ja-JP" sz="1900"/>
          </a:p>
        </p:txBody>
      </p:sp>
      <p:sp>
        <p:nvSpPr>
          <p:cNvPr id="12" name="t 12"/>
          <p:cNvSpPr txBox="1"/>
          <p:nvPr/>
        </p:nvSpPr>
        <p:spPr>
          <a:xfrm>
            <a:off x="960120" y="3977640"/>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～のことだよ</a:t>
            </a:r>
            <a:endParaRPr lang="ja-JP" sz="1900"/>
          </a:p>
        </p:txBody>
      </p:sp>
      <p:sp>
        <p:nvSpPr>
          <p:cNvPr id="13" name="t 13"/>
          <p:cNvSpPr txBox="1"/>
          <p:nvPr/>
        </p:nvSpPr>
        <p:spPr>
          <a:xfrm>
            <a:off x="960120" y="4663440"/>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ほら、～</a:t>
            </a:r>
            <a:r>
              <a:rPr lang="ja-JP" altLang="en-US" sz="1900" b="1" dirty="0">
                <a:solidFill>
                  <a:srgbClr val="A64B31"/>
                </a:solidFill>
                <a:highlight>
                  <a:srgbClr val="F9E2A0"/>
                </a:highlight>
                <a:latin typeface="Meiryo"/>
                <a:ea typeface="Meiryo"/>
                <a:cs typeface="Meiryo"/>
              </a:rPr>
              <a:t>でしょう？↗</a:t>
            </a:r>
            <a:endParaRPr lang="ja-JP" sz="1900"/>
          </a:p>
        </p:txBody>
      </p:sp>
      <p:sp>
        <p:nvSpPr>
          <p:cNvPr id="14" name="t 14"/>
          <p:cNvSpPr txBox="1"/>
          <p:nvPr/>
        </p:nvSpPr>
        <p:spPr>
          <a:xfrm>
            <a:off x="960120" y="5349240"/>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a:t>
            </a:r>
            <a:r>
              <a:rPr lang="ja-JP" altLang="en-US" sz="1900" b="1" dirty="0">
                <a:solidFill>
                  <a:srgbClr val="A64B31"/>
                </a:solidFill>
                <a:highlight>
                  <a:srgbClr val="F9E2A0"/>
                </a:highlight>
                <a:latin typeface="Meiryo"/>
                <a:ea typeface="Meiryo"/>
                <a:cs typeface="Meiryo"/>
              </a:rPr>
              <a:t>だろう？↗</a:t>
            </a:r>
            <a:endParaRPr lang="ja-JP" sz="1900"/>
          </a:p>
        </p:txBody>
      </p:sp>
      <p:sp>
        <p:nvSpPr>
          <p:cNvPr id="15" name="col 15"/>
          <p:cNvSpPr/>
          <p:nvPr/>
        </p:nvSpPr>
        <p:spPr>
          <a:xfrm>
            <a:off x="4399178" y="1828800"/>
            <a:ext cx="3393338" cy="4617720"/>
          </a:xfrm>
          <a:prstGeom prst="roundRect">
            <a:avLst>
              <a:gd name="adj" fmla="val 5000"/>
            </a:avLst>
          </a:prstGeom>
          <a:solidFill>
            <a:srgbClr val="FFFFFF"/>
          </a:solidFill>
          <a:ln>
            <a:noFill/>
          </a:ln>
          <a:effectLst>
            <a:outerShdw blurRad="76200" dist="25400" dir="5400000" algn="bl" rotWithShape="0">
              <a:srgbClr val="000000">
                <a:alpha val="12000"/>
              </a:srgbClr>
            </a:outerShdw>
          </a:effectLst>
        </p:spPr>
        <p:txBody>
          <a:bodyPr rtlCol="0" anchor="ctr"/>
          <a:lstStyle/>
          <a:p>
            <a:endParaRPr lang="ja-JP"/>
          </a:p>
        </p:txBody>
      </p:sp>
      <p:sp>
        <p:nvSpPr>
          <p:cNvPr id="16" name="head 16"/>
          <p:cNvSpPr txBox="1"/>
          <p:nvPr/>
        </p:nvSpPr>
        <p:spPr>
          <a:xfrm>
            <a:off x="4399178" y="1828800"/>
            <a:ext cx="3393338" cy="548640"/>
          </a:xfrm>
          <a:prstGeom prst="rect">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800" b="1" dirty="0">
                <a:solidFill>
                  <a:srgbClr val="FFFFFF"/>
                </a:solidFill>
                <a:latin typeface="Meiryo"/>
                <a:ea typeface="Meiryo"/>
                <a:cs typeface="Meiryo"/>
              </a:rPr>
              <a:t>② 相手の答えに</a:t>
            </a:r>
            <a:endParaRPr lang="ja-JP" sz="1800"/>
          </a:p>
        </p:txBody>
      </p:sp>
      <p:sp>
        <p:nvSpPr>
          <p:cNvPr id="17" name="t 17"/>
          <p:cNvSpPr txBox="1"/>
          <p:nvPr/>
        </p:nvSpPr>
        <p:spPr>
          <a:xfrm>
            <a:off x="4627778" y="2514600"/>
            <a:ext cx="2936138" cy="640080"/>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400" b="0" dirty="0">
                <a:solidFill>
                  <a:srgbClr val="7A6F62"/>
                </a:solidFill>
                <a:latin typeface="Meiryo"/>
                <a:ea typeface="Meiryo"/>
                <a:cs typeface="Meiryo"/>
              </a:rPr>
              <a:t>相手の答えが合っているか、違うかを伝える。</a:t>
            </a:r>
            <a:endParaRPr lang="ja-JP" sz="1400"/>
          </a:p>
        </p:txBody>
      </p:sp>
      <p:sp>
        <p:nvSpPr>
          <p:cNvPr id="18" name="t 18"/>
          <p:cNvSpPr txBox="1"/>
          <p:nvPr/>
        </p:nvSpPr>
        <p:spPr>
          <a:xfrm>
            <a:off x="4673498" y="3291840"/>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そうそう！</a:t>
            </a:r>
            <a:endParaRPr lang="ja-JP" sz="1900"/>
          </a:p>
        </p:txBody>
      </p:sp>
      <p:sp>
        <p:nvSpPr>
          <p:cNvPr id="19" name="t 19"/>
          <p:cNvSpPr txBox="1"/>
          <p:nvPr/>
        </p:nvSpPr>
        <p:spPr>
          <a:xfrm>
            <a:off x="4673498" y="3977640"/>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違う違う！</a:t>
            </a:r>
            <a:endParaRPr lang="ja-JP" sz="1900"/>
          </a:p>
        </p:txBody>
      </p:sp>
      <p:sp>
        <p:nvSpPr>
          <p:cNvPr id="20" name="t 20"/>
          <p:cNvSpPr txBox="1"/>
          <p:nvPr/>
        </p:nvSpPr>
        <p:spPr>
          <a:xfrm>
            <a:off x="4673498" y="4663440"/>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そうじゃなくて、～</a:t>
            </a:r>
            <a:endParaRPr lang="ja-JP" sz="1900"/>
          </a:p>
        </p:txBody>
      </p:sp>
      <p:sp>
        <p:nvSpPr>
          <p:cNvPr id="21" name="col 21"/>
          <p:cNvSpPr/>
          <p:nvPr/>
        </p:nvSpPr>
        <p:spPr>
          <a:xfrm>
            <a:off x="8112557" y="1828800"/>
            <a:ext cx="3393338" cy="4617720"/>
          </a:xfrm>
          <a:prstGeom prst="roundRect">
            <a:avLst>
              <a:gd name="adj" fmla="val 5000"/>
            </a:avLst>
          </a:prstGeom>
          <a:solidFill>
            <a:srgbClr val="FFFFFF"/>
          </a:solidFill>
          <a:ln>
            <a:noFill/>
          </a:ln>
          <a:effectLst>
            <a:outerShdw blurRad="76200" dist="25400" dir="5400000" algn="bl" rotWithShape="0">
              <a:srgbClr val="000000">
                <a:alpha val="12000"/>
              </a:srgbClr>
            </a:outerShdw>
          </a:effectLst>
        </p:spPr>
        <p:txBody>
          <a:bodyPr rtlCol="0" anchor="ctr"/>
          <a:lstStyle/>
          <a:p>
            <a:endParaRPr lang="ja-JP"/>
          </a:p>
        </p:txBody>
      </p:sp>
      <p:sp>
        <p:nvSpPr>
          <p:cNvPr id="22" name="head 22"/>
          <p:cNvSpPr txBox="1"/>
          <p:nvPr/>
        </p:nvSpPr>
        <p:spPr>
          <a:xfrm>
            <a:off x="8112557" y="1828800"/>
            <a:ext cx="3393338" cy="548640"/>
          </a:xfrm>
          <a:prstGeom prst="rect">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800" b="1" dirty="0">
                <a:solidFill>
                  <a:srgbClr val="FFFFFF"/>
                </a:solidFill>
                <a:latin typeface="Meiryo"/>
                <a:ea typeface="Meiryo"/>
                <a:cs typeface="Meiryo"/>
              </a:rPr>
              <a:t>③ まとめる</a:t>
            </a:r>
            <a:endParaRPr lang="ja-JP" sz="1800"/>
          </a:p>
        </p:txBody>
      </p:sp>
      <p:sp>
        <p:nvSpPr>
          <p:cNvPr id="23" name="t 23"/>
          <p:cNvSpPr txBox="1"/>
          <p:nvPr/>
        </p:nvSpPr>
        <p:spPr>
          <a:xfrm>
            <a:off x="8341157" y="2514600"/>
            <a:ext cx="2936138" cy="640080"/>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400" b="0" dirty="0">
                <a:solidFill>
                  <a:srgbClr val="7A6F62"/>
                </a:solidFill>
                <a:latin typeface="Meiryo"/>
                <a:ea typeface="Meiryo"/>
                <a:cs typeface="Meiryo"/>
              </a:rPr>
              <a:t>説明の結論を言う。</a:t>
            </a:r>
            <a:endParaRPr lang="ja-JP" sz="1400"/>
          </a:p>
        </p:txBody>
      </p:sp>
      <p:sp>
        <p:nvSpPr>
          <p:cNvPr id="24" name="t 24"/>
          <p:cNvSpPr txBox="1"/>
          <p:nvPr/>
        </p:nvSpPr>
        <p:spPr>
          <a:xfrm>
            <a:off x="8386877" y="3291840"/>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だから、～んだよ</a:t>
            </a:r>
            <a:endParaRPr lang="ja-JP" sz="1900"/>
          </a:p>
        </p:txBody>
      </p:sp>
      <p:sp>
        <p:nvSpPr>
          <p:cNvPr id="25" name="t 25"/>
          <p:cNvSpPr txBox="1"/>
          <p:nvPr/>
        </p:nvSpPr>
        <p:spPr>
          <a:xfrm>
            <a:off x="8386877" y="3977640"/>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それで、～</a:t>
            </a:r>
            <a:r>
              <a:rPr lang="ja-JP" altLang="en-US" sz="1900" b="1" dirty="0">
                <a:solidFill>
                  <a:srgbClr val="A64B31"/>
                </a:solidFill>
                <a:highlight>
                  <a:srgbClr val="F9E2A0"/>
                </a:highlight>
                <a:latin typeface="Meiryo"/>
                <a:ea typeface="Meiryo"/>
                <a:cs typeface="Meiryo"/>
              </a:rPr>
              <a:t>わけだ</a:t>
            </a:r>
            <a:r>
              <a:rPr lang="ja-JP" altLang="en-US" sz="1900" b="1" dirty="0">
                <a:solidFill>
                  <a:srgbClr val="1F271D"/>
                </a:solidFill>
                <a:latin typeface="Meiryo"/>
                <a:ea typeface="Meiryo"/>
                <a:cs typeface="Meiryo"/>
              </a:rPr>
              <a:t>よ</a:t>
            </a:r>
            <a:endParaRPr lang="ja-JP" sz="1900"/>
          </a:p>
        </p:txBody>
      </p:sp>
      <p:sp>
        <p:nvSpPr>
          <p:cNvPr id="26" name="t 26"/>
          <p:cNvSpPr txBox="1"/>
          <p:nvPr/>
        </p:nvSpPr>
        <p:spPr>
          <a:xfrm>
            <a:off x="8386877" y="4663440"/>
            <a:ext cx="2981858"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1" dirty="0">
                <a:solidFill>
                  <a:srgbClr val="1F271D"/>
                </a:solidFill>
                <a:latin typeface="Meiryo"/>
                <a:ea typeface="Meiryo"/>
                <a:cs typeface="Meiryo"/>
              </a:rPr>
              <a:t>つまり、～</a:t>
            </a:r>
            <a:r>
              <a:rPr lang="ja-JP" altLang="en-US" sz="1900" b="1" dirty="0">
                <a:solidFill>
                  <a:srgbClr val="A64B31"/>
                </a:solidFill>
                <a:highlight>
                  <a:srgbClr val="F9E2A0"/>
                </a:highlight>
                <a:latin typeface="Meiryo"/>
                <a:ea typeface="Meiryo"/>
                <a:cs typeface="Meiryo"/>
              </a:rPr>
              <a:t>というわけだ</a:t>
            </a:r>
            <a:r>
              <a:rPr lang="ja-JP" altLang="en-US" sz="1900" b="1" dirty="0">
                <a:solidFill>
                  <a:srgbClr val="1F271D"/>
                </a:solidFill>
                <a:latin typeface="Meiryo"/>
                <a:ea typeface="Meiryo"/>
                <a:cs typeface="Meiryo"/>
              </a:rPr>
              <a:t>よ</a:t>
            </a:r>
            <a:endParaRPr lang="ja-JP" sz="19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up)">
                                      <p:cBhvr>
                                        <p:cTn id="13" dur="500"/>
                                        <p:tgtEl>
                                          <p:spTgt spid="10"/>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up)">
                                      <p:cBhvr>
                                        <p:cTn id="16" dur="500"/>
                                        <p:tgtEl>
                                          <p:spTgt spid="11"/>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up)">
                                      <p:cBhvr>
                                        <p:cTn id="22" dur="500"/>
                                        <p:tgtEl>
                                          <p:spTgt spid="13"/>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up)">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up)">
                                      <p:cBhvr>
                                        <p:cTn id="30" dur="500"/>
                                        <p:tgtEl>
                                          <p:spTgt spid="15"/>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up)">
                                      <p:cBhvr>
                                        <p:cTn id="33" dur="500"/>
                                        <p:tgtEl>
                                          <p:spTgt spid="16"/>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up)">
                                      <p:cBhvr>
                                        <p:cTn id="36" dur="500"/>
                                        <p:tgtEl>
                                          <p:spTgt spid="1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500"/>
                                        <p:tgtEl>
                                          <p:spTgt spid="18"/>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up)">
                                      <p:cBhvr>
                                        <p:cTn id="42" dur="500"/>
                                        <p:tgtEl>
                                          <p:spTgt spid="19"/>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up)">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up)">
                                      <p:cBhvr>
                                        <p:cTn id="50" dur="500"/>
                                        <p:tgtEl>
                                          <p:spTgt spid="21"/>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up)">
                                      <p:cBhvr>
                                        <p:cTn id="53" dur="500"/>
                                        <p:tgtEl>
                                          <p:spTgt spid="22"/>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up)">
                                      <p:cBhvr>
                                        <p:cTn id="56" dur="500"/>
                                        <p:tgtEl>
                                          <p:spTgt spid="23"/>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up)">
                                      <p:cBhvr>
                                        <p:cTn id="59" dur="500"/>
                                        <p:tgtEl>
                                          <p:spTgt spid="24"/>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wipe(up)">
                                      <p:cBhvr>
                                        <p:cTn id="62" dur="500"/>
                                        <p:tgtEl>
                                          <p:spTgt spid="25"/>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wipe(up)">
                                      <p:cBhvr>
                                        <p:cTn id="6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88E425F9-FCF6-BE23-8C8E-ACC15A319C11}"/>
              </a:ext>
            </a:extLst>
          </p:cNvPr>
          <p:cNvSpPr/>
          <p:nvPr/>
        </p:nvSpPr>
        <p:spPr>
          <a:xfrm>
            <a:off x="245774" y="664296"/>
            <a:ext cx="11700452" cy="4245647"/>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600" b="1" i="0" u="none" strike="noStrike" kern="0" cap="none" spc="0" normalizeH="0" baseline="0" noProof="0" dirty="0">
                <a:ln w="22225">
                  <a:solidFill>
                    <a:srgbClr val="ED7D31"/>
                  </a:solidFill>
                  <a:prstDash val="solid"/>
                </a:ln>
                <a:solidFill>
                  <a:srgbClr val="A64B31">
                    <a:lumMod val="75000"/>
                  </a:srgbClr>
                </a:solidFill>
                <a:effectLst/>
                <a:uLnTx/>
                <a:uFillTx/>
                <a:latin typeface="HGPSoeiKakupoptai" panose="040B0A00000000000000" pitchFamily="82" charset="-128"/>
                <a:ea typeface="HGPSoeiKakupoptai" panose="040B0A00000000000000" pitchFamily="82" charset="-128"/>
                <a:cs typeface="Arial"/>
                <a:sym typeface="Arial"/>
              </a:rPr>
              <a:t>Part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0" cap="none" spc="0" normalizeH="0" baseline="0" noProof="0" dirty="0">
                <a:ln w="22225">
                  <a:solidFill>
                    <a:srgbClr val="ED7D31"/>
                  </a:solidFill>
                  <a:prstDash val="solid"/>
                </a:ln>
                <a:solidFill>
                  <a:srgbClr val="313752">
                    <a:lumMod val="50000"/>
                  </a:srgbClr>
                </a:solidFill>
                <a:effectLst/>
                <a:uLnTx/>
                <a:uFillTx/>
                <a:latin typeface="UD Digi Kyokasho N-B" panose="02020700000000000000" pitchFamily="17" charset="-128"/>
                <a:ea typeface="UD Digi Kyokasho N-B" panose="02020700000000000000" pitchFamily="17" charset="-128"/>
                <a:cs typeface="Arial"/>
                <a:sym typeface="Arial"/>
              </a:rPr>
              <a:t> </a:t>
            </a:r>
            <a:endParaRPr kumimoji="0" lang="en-US" sz="9600" b="1" i="0" u="none" strike="noStrike" kern="0" cap="none" spc="0" normalizeH="0" baseline="0" noProof="0" dirty="0">
              <a:ln w="22225">
                <a:solidFill>
                  <a:srgbClr val="ED7D31"/>
                </a:solidFill>
                <a:prstDash val="solid"/>
              </a:ln>
              <a:solidFill>
                <a:srgbClr val="1F271D">
                  <a:lumMod val="90000"/>
                  <a:lumOff val="10000"/>
                </a:srgbClr>
              </a:solidFill>
              <a:effectLst/>
              <a:uLnTx/>
              <a:uFillTx/>
              <a:latin typeface="UD Digi Kyokasho N-B" panose="02020700000000000000" pitchFamily="17" charset="-128"/>
              <a:ea typeface="UD Digi Kyokasho N-B" panose="02020700000000000000" pitchFamily="17" charset="-128"/>
              <a:cs typeface="Arial"/>
              <a:sym typeface="Arial"/>
            </a:endParaRPr>
          </a:p>
        </p:txBody>
      </p:sp>
      <p:pic>
        <p:nvPicPr>
          <p:cNvPr id="2" name="Google Shape;368;p40">
            <a:extLst>
              <a:ext uri="{FF2B5EF4-FFF2-40B4-BE49-F238E27FC236}">
                <a16:creationId xmlns:a16="http://schemas.microsoft.com/office/drawing/2014/main" id="{D86EED46-F645-F758-804D-C983D8CE15B4}"/>
              </a:ext>
            </a:extLst>
          </p:cNvPr>
          <p:cNvPicPr preferRelativeResize="0"/>
          <p:nvPr/>
        </p:nvPicPr>
        <p:blipFill>
          <a:blip r:embed="rId3">
            <a:alphaModFix/>
          </a:blip>
          <a:stretch>
            <a:fillRect/>
          </a:stretch>
        </p:blipFill>
        <p:spPr>
          <a:xfrm>
            <a:off x="9033328" y="2787120"/>
            <a:ext cx="3955573" cy="5143501"/>
          </a:xfrm>
          <a:prstGeom prst="rect">
            <a:avLst/>
          </a:prstGeom>
          <a:noFill/>
          <a:ln>
            <a:noFill/>
          </a:ln>
        </p:spPr>
      </p:pic>
    </p:spTree>
    <p:extLst>
      <p:ext uri="{BB962C8B-B14F-4D97-AF65-F5344CB8AC3E}">
        <p14:creationId xmlns:p14="http://schemas.microsoft.com/office/powerpoint/2010/main" val="192071513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9640" y="1016676"/>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漫画　</a:t>
            </a:r>
            <a:endParaRPr lang="en-US" sz="3200" dirty="0">
              <a:latin typeface="UD Digi Kyokasho N-B" panose="02020700000000000000" pitchFamily="17" charset="-128"/>
              <a:ea typeface="UD Digi Kyokasho N-B" panose="02020700000000000000" pitchFamily="17" charset="-128"/>
            </a:endParaRPr>
          </a:p>
        </p:txBody>
      </p:sp>
      <p:sp>
        <p:nvSpPr>
          <p:cNvPr id="6" name="TextBox 5"/>
          <p:cNvSpPr txBox="1"/>
          <p:nvPr/>
        </p:nvSpPr>
        <p:spPr>
          <a:xfrm>
            <a:off x="2790497" y="1034293"/>
            <a:ext cx="2979682"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黙る</a:t>
            </a:r>
          </a:p>
        </p:txBody>
      </p:sp>
      <p:sp>
        <p:nvSpPr>
          <p:cNvPr id="7" name="TextBox 6"/>
          <p:cNvSpPr txBox="1"/>
          <p:nvPr/>
        </p:nvSpPr>
        <p:spPr>
          <a:xfrm>
            <a:off x="339640" y="5631554"/>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駄目</a:t>
            </a:r>
          </a:p>
        </p:txBody>
      </p:sp>
      <p:sp>
        <p:nvSpPr>
          <p:cNvPr id="8" name="TextBox 7"/>
          <p:cNvSpPr txBox="1"/>
          <p:nvPr/>
        </p:nvSpPr>
        <p:spPr>
          <a:xfrm>
            <a:off x="339005" y="4946509"/>
            <a:ext cx="2285865"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梯子</a:t>
            </a:r>
          </a:p>
        </p:txBody>
      </p:sp>
      <p:sp>
        <p:nvSpPr>
          <p:cNvPr id="9" name="TextBox 8"/>
          <p:cNvSpPr txBox="1"/>
          <p:nvPr/>
        </p:nvSpPr>
        <p:spPr>
          <a:xfrm>
            <a:off x="339640" y="1677160"/>
            <a:ext cx="2285865" cy="584775"/>
          </a:xfrm>
          <a:prstGeom prst="rect">
            <a:avLst/>
          </a:prstGeom>
          <a:solidFill>
            <a:schemeClr val="accent3">
              <a:lumMod val="40000"/>
              <a:lumOff val="60000"/>
            </a:schemeClr>
          </a:solidFill>
        </p:spPr>
        <p:txBody>
          <a:bodyPr wrap="square" rtlCol="0">
            <a:spAutoFit/>
          </a:bodyPr>
          <a:lstStyle/>
          <a:p>
            <a:r>
              <a:rPr lang="en-US" altLang="ja-JP" sz="3200" dirty="0">
                <a:latin typeface="UD Digi Kyokasho N-B" panose="02020700000000000000" pitchFamily="17" charset="-128"/>
                <a:ea typeface="UD Digi Kyokasho N-B" panose="02020700000000000000" pitchFamily="17" charset="-128"/>
              </a:rPr>
              <a:t>4</a:t>
            </a:r>
            <a:r>
              <a:rPr lang="ja-JP" altLang="en-US" sz="3200" dirty="0">
                <a:latin typeface="UD Digi Kyokasho N-B" panose="02020700000000000000" pitchFamily="17" charset="-128"/>
                <a:ea typeface="UD Digi Kyokasho N-B" panose="02020700000000000000" pitchFamily="17" charset="-128"/>
              </a:rPr>
              <a:t>コマ漫画</a:t>
            </a:r>
            <a:endParaRPr lang="en-US" altLang="ja-JP" sz="3200" dirty="0">
              <a:latin typeface="UD Digi Kyokasho N-B" panose="02020700000000000000" pitchFamily="17" charset="-128"/>
              <a:ea typeface="UD Digi Kyokasho N-B" panose="02020700000000000000" pitchFamily="17" charset="-128"/>
            </a:endParaRPr>
          </a:p>
        </p:txBody>
      </p:sp>
      <p:sp>
        <p:nvSpPr>
          <p:cNvPr id="10" name="TextBox 9"/>
          <p:cNvSpPr txBox="1"/>
          <p:nvPr/>
        </p:nvSpPr>
        <p:spPr>
          <a:xfrm>
            <a:off x="339004" y="2969389"/>
            <a:ext cx="2285865"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登場する</a:t>
            </a:r>
          </a:p>
        </p:txBody>
      </p:sp>
      <p:sp>
        <p:nvSpPr>
          <p:cNvPr id="11" name="TextBox 10"/>
          <p:cNvSpPr txBox="1"/>
          <p:nvPr/>
        </p:nvSpPr>
        <p:spPr>
          <a:xfrm>
            <a:off x="339004" y="3610709"/>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人物</a:t>
            </a:r>
          </a:p>
        </p:txBody>
      </p:sp>
      <p:sp>
        <p:nvSpPr>
          <p:cNvPr id="12" name="TextBox 11"/>
          <p:cNvSpPr txBox="1"/>
          <p:nvPr/>
        </p:nvSpPr>
        <p:spPr>
          <a:xfrm>
            <a:off x="339005" y="4246224"/>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登場人物</a:t>
            </a:r>
          </a:p>
        </p:txBody>
      </p:sp>
      <p:sp>
        <p:nvSpPr>
          <p:cNvPr id="13" name="Flowchart: Punched Tape 12"/>
          <p:cNvSpPr/>
          <p:nvPr/>
        </p:nvSpPr>
        <p:spPr>
          <a:xfrm>
            <a:off x="4880885" y="64510"/>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dirty="0">
                <a:solidFill>
                  <a:srgbClr val="F6F3EA"/>
                </a:solidFill>
                <a:latin typeface="UD Digi Kyokasho N-B" panose="02020700000000000000" pitchFamily="17" charset="-128"/>
                <a:ea typeface="UD Digi Kyokasho N-B" panose="02020700000000000000" pitchFamily="17" charset="-128"/>
              </a:rPr>
              <a:t>言葉</a:t>
            </a:r>
            <a:endParaRPr lang="en-US" sz="3600" dirty="0">
              <a:solidFill>
                <a:srgbClr val="F6F3EA"/>
              </a:solidFill>
              <a:latin typeface="UD Digi Kyokasho N-B" panose="02020700000000000000" pitchFamily="17" charset="-128"/>
              <a:ea typeface="UD Digi Kyokasho N-B" panose="02020700000000000000" pitchFamily="17" charset="-128"/>
            </a:endParaRPr>
          </a:p>
        </p:txBody>
      </p:sp>
      <p:sp>
        <p:nvSpPr>
          <p:cNvPr id="22" name="TextBox 21"/>
          <p:cNvSpPr txBox="1"/>
          <p:nvPr/>
        </p:nvSpPr>
        <p:spPr>
          <a:xfrm>
            <a:off x="2790497" y="1693665"/>
            <a:ext cx="2979682"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しょんぼり</a:t>
            </a:r>
          </a:p>
        </p:txBody>
      </p:sp>
      <p:sp>
        <p:nvSpPr>
          <p:cNvPr id="23" name="TextBox 22"/>
          <p:cNvSpPr txBox="1"/>
          <p:nvPr/>
        </p:nvSpPr>
        <p:spPr>
          <a:xfrm>
            <a:off x="2790498" y="5703309"/>
            <a:ext cx="2979682"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いらいらする</a:t>
            </a:r>
          </a:p>
        </p:txBody>
      </p:sp>
      <p:sp>
        <p:nvSpPr>
          <p:cNvPr id="24" name="TextBox 23"/>
          <p:cNvSpPr txBox="1"/>
          <p:nvPr/>
        </p:nvSpPr>
        <p:spPr>
          <a:xfrm>
            <a:off x="2790498" y="5018264"/>
            <a:ext cx="2979682"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はらはらする</a:t>
            </a:r>
          </a:p>
        </p:txBody>
      </p:sp>
      <p:sp>
        <p:nvSpPr>
          <p:cNvPr id="25" name="TextBox 24"/>
          <p:cNvSpPr txBox="1"/>
          <p:nvPr/>
        </p:nvSpPr>
        <p:spPr>
          <a:xfrm>
            <a:off x="2790180" y="4334429"/>
            <a:ext cx="2979682"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わくわくする</a:t>
            </a:r>
          </a:p>
        </p:txBody>
      </p:sp>
      <p:sp>
        <p:nvSpPr>
          <p:cNvPr id="26" name="TextBox 25"/>
          <p:cNvSpPr txBox="1"/>
          <p:nvPr/>
        </p:nvSpPr>
        <p:spPr>
          <a:xfrm>
            <a:off x="2790498" y="2354248"/>
            <a:ext cx="2979682"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はっとする</a:t>
            </a:r>
          </a:p>
        </p:txBody>
      </p:sp>
      <p:sp>
        <p:nvSpPr>
          <p:cNvPr id="28" name="TextBox 27"/>
          <p:cNvSpPr txBox="1"/>
          <p:nvPr/>
        </p:nvSpPr>
        <p:spPr>
          <a:xfrm>
            <a:off x="2790498" y="2980482"/>
            <a:ext cx="2979682"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ほっとする</a:t>
            </a:r>
          </a:p>
        </p:txBody>
      </p:sp>
      <p:sp>
        <p:nvSpPr>
          <p:cNvPr id="29" name="TextBox 28"/>
          <p:cNvSpPr txBox="1"/>
          <p:nvPr/>
        </p:nvSpPr>
        <p:spPr>
          <a:xfrm>
            <a:off x="2790498" y="3648174"/>
            <a:ext cx="2979682"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どきどきする</a:t>
            </a:r>
          </a:p>
        </p:txBody>
      </p:sp>
      <p:sp>
        <p:nvSpPr>
          <p:cNvPr id="38" name="TextBox 37"/>
          <p:cNvSpPr txBox="1"/>
          <p:nvPr/>
        </p:nvSpPr>
        <p:spPr>
          <a:xfrm>
            <a:off x="5927000" y="1016940"/>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認める</a:t>
            </a:r>
            <a:endParaRPr lang="en-US" sz="3200" dirty="0">
              <a:latin typeface="UD Digi Kyokasho N-B" panose="02020700000000000000" pitchFamily="17" charset="-128"/>
              <a:ea typeface="UD Digi Kyokasho N-B" panose="02020700000000000000" pitchFamily="17" charset="-128"/>
            </a:endParaRPr>
          </a:p>
        </p:txBody>
      </p:sp>
      <p:sp>
        <p:nvSpPr>
          <p:cNvPr id="39" name="TextBox 38"/>
          <p:cNvSpPr txBox="1"/>
          <p:nvPr/>
        </p:nvSpPr>
        <p:spPr>
          <a:xfrm>
            <a:off x="5927000" y="5703309"/>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消費する</a:t>
            </a:r>
            <a:endParaRPr lang="en-US" sz="3200" dirty="0">
              <a:latin typeface="UD Digi Kyokasho N-B" panose="02020700000000000000" pitchFamily="17" charset="-128"/>
              <a:ea typeface="UD Digi Kyokasho N-B" panose="02020700000000000000" pitchFamily="17" charset="-128"/>
            </a:endParaRPr>
          </a:p>
        </p:txBody>
      </p:sp>
      <p:sp>
        <p:nvSpPr>
          <p:cNvPr id="40" name="TextBox 39"/>
          <p:cNvSpPr txBox="1"/>
          <p:nvPr/>
        </p:nvSpPr>
        <p:spPr>
          <a:xfrm>
            <a:off x="5926999" y="5018263"/>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許可</a:t>
            </a:r>
            <a:endParaRPr lang="en-US" sz="3200" dirty="0">
              <a:latin typeface="UD Digi Kyokasho N-B" panose="02020700000000000000" pitchFamily="17" charset="-128"/>
              <a:ea typeface="UD Digi Kyokasho N-B" panose="02020700000000000000" pitchFamily="17" charset="-128"/>
            </a:endParaRPr>
          </a:p>
        </p:txBody>
      </p:sp>
      <p:sp>
        <p:nvSpPr>
          <p:cNvPr id="41" name="TextBox 40"/>
          <p:cNvSpPr txBox="1"/>
          <p:nvPr/>
        </p:nvSpPr>
        <p:spPr>
          <a:xfrm>
            <a:off x="5927000" y="4333219"/>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許す</a:t>
            </a:r>
            <a:endParaRPr lang="en-US" sz="3200" dirty="0">
              <a:latin typeface="UD Digi Kyokasho N-B" panose="02020700000000000000" pitchFamily="17" charset="-128"/>
              <a:ea typeface="UD Digi Kyokasho N-B" panose="02020700000000000000" pitchFamily="17" charset="-128"/>
            </a:endParaRPr>
          </a:p>
        </p:txBody>
      </p:sp>
      <p:sp>
        <p:nvSpPr>
          <p:cNvPr id="42" name="TextBox 41"/>
          <p:cNvSpPr txBox="1"/>
          <p:nvPr/>
        </p:nvSpPr>
        <p:spPr>
          <a:xfrm>
            <a:off x="5927000" y="1677160"/>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込める</a:t>
            </a:r>
            <a:endParaRPr lang="en-US" sz="3200" dirty="0">
              <a:latin typeface="UD Digi Kyokasho N-B" panose="02020700000000000000" pitchFamily="17" charset="-128"/>
              <a:ea typeface="UD Digi Kyokasho N-B" panose="02020700000000000000" pitchFamily="17" charset="-128"/>
            </a:endParaRPr>
          </a:p>
        </p:txBody>
      </p:sp>
      <p:sp>
        <p:nvSpPr>
          <p:cNvPr id="43" name="TextBox 42"/>
          <p:cNvSpPr txBox="1"/>
          <p:nvPr/>
        </p:nvSpPr>
        <p:spPr>
          <a:xfrm>
            <a:off x="5927000" y="2312790"/>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込む</a:t>
            </a:r>
            <a:endParaRPr lang="en-US" sz="3200" dirty="0">
              <a:latin typeface="UD Digi Kyokasho N-B" panose="02020700000000000000" pitchFamily="17" charset="-128"/>
              <a:ea typeface="UD Digi Kyokasho N-B" panose="02020700000000000000" pitchFamily="17" charset="-128"/>
            </a:endParaRPr>
          </a:p>
        </p:txBody>
      </p:sp>
      <p:sp>
        <p:nvSpPr>
          <p:cNvPr id="44" name="TextBox 43"/>
          <p:cNvSpPr txBox="1"/>
          <p:nvPr/>
        </p:nvSpPr>
        <p:spPr>
          <a:xfrm>
            <a:off x="5926998" y="2980482"/>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振り込む</a:t>
            </a:r>
            <a:endParaRPr lang="en-US" sz="3200" dirty="0">
              <a:latin typeface="UD Digi Kyokasho N-B" panose="02020700000000000000" pitchFamily="17" charset="-128"/>
              <a:ea typeface="UD Digi Kyokasho N-B" panose="02020700000000000000" pitchFamily="17" charset="-128"/>
            </a:endParaRPr>
          </a:p>
        </p:txBody>
      </p:sp>
      <p:sp>
        <p:nvSpPr>
          <p:cNvPr id="45" name="TextBox 44"/>
          <p:cNvSpPr txBox="1"/>
          <p:nvPr/>
        </p:nvSpPr>
        <p:spPr>
          <a:xfrm>
            <a:off x="5927000" y="3648174"/>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飛び込む</a:t>
            </a:r>
            <a:endParaRPr lang="en-US" sz="3200" dirty="0">
              <a:latin typeface="UD Digi Kyokasho N-B" panose="02020700000000000000" pitchFamily="17" charset="-128"/>
              <a:ea typeface="UD Digi Kyokasho N-B" panose="02020700000000000000" pitchFamily="17" charset="-128"/>
            </a:endParaRPr>
          </a:p>
        </p:txBody>
      </p:sp>
      <p:sp>
        <p:nvSpPr>
          <p:cNvPr id="30" name="TextBox 29"/>
          <p:cNvSpPr txBox="1"/>
          <p:nvPr/>
        </p:nvSpPr>
        <p:spPr>
          <a:xfrm>
            <a:off x="8983596" y="961328"/>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消費者</a:t>
            </a:r>
            <a:endParaRPr lang="en-US" sz="3200" dirty="0">
              <a:latin typeface="UD Digi Kyokasho N-B" panose="02020700000000000000" pitchFamily="17" charset="-128"/>
              <a:ea typeface="UD Digi Kyokasho N-B" panose="02020700000000000000" pitchFamily="17" charset="-128"/>
            </a:endParaRPr>
          </a:p>
        </p:txBody>
      </p:sp>
      <p:sp>
        <p:nvSpPr>
          <p:cNvPr id="31" name="TextBox 30"/>
          <p:cNvSpPr txBox="1"/>
          <p:nvPr/>
        </p:nvSpPr>
        <p:spPr>
          <a:xfrm>
            <a:off x="8983596" y="5647697"/>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柿</a:t>
            </a:r>
            <a:endParaRPr lang="en-US" sz="3200" dirty="0">
              <a:latin typeface="UD Digi Kyokasho N-B" panose="02020700000000000000" pitchFamily="17" charset="-128"/>
              <a:ea typeface="UD Digi Kyokasho N-B" panose="02020700000000000000" pitchFamily="17" charset="-128"/>
            </a:endParaRPr>
          </a:p>
        </p:txBody>
      </p:sp>
      <p:sp>
        <p:nvSpPr>
          <p:cNvPr id="32" name="TextBox 31"/>
          <p:cNvSpPr txBox="1"/>
          <p:nvPr/>
        </p:nvSpPr>
        <p:spPr>
          <a:xfrm>
            <a:off x="8983596" y="4962652"/>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ちっとも</a:t>
            </a:r>
            <a:endParaRPr lang="en-US" sz="3200" dirty="0">
              <a:latin typeface="UD Digi Kyokasho N-B" panose="02020700000000000000" pitchFamily="17" charset="-128"/>
              <a:ea typeface="UD Digi Kyokasho N-B" panose="02020700000000000000" pitchFamily="17" charset="-128"/>
            </a:endParaRPr>
          </a:p>
        </p:txBody>
      </p:sp>
      <p:sp>
        <p:nvSpPr>
          <p:cNvPr id="33" name="TextBox 32"/>
          <p:cNvSpPr txBox="1"/>
          <p:nvPr/>
        </p:nvSpPr>
        <p:spPr>
          <a:xfrm>
            <a:off x="8983596" y="4277607"/>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印象</a:t>
            </a:r>
            <a:endParaRPr lang="en-US" sz="3200" dirty="0">
              <a:latin typeface="UD Digi Kyokasho N-B" panose="02020700000000000000" pitchFamily="17" charset="-128"/>
              <a:ea typeface="UD Digi Kyokasho N-B" panose="02020700000000000000" pitchFamily="17" charset="-128"/>
            </a:endParaRPr>
          </a:p>
        </p:txBody>
      </p:sp>
      <p:sp>
        <p:nvSpPr>
          <p:cNvPr id="34" name="TextBox 33"/>
          <p:cNvSpPr txBox="1"/>
          <p:nvPr/>
        </p:nvSpPr>
        <p:spPr>
          <a:xfrm>
            <a:off x="8983596" y="1601715"/>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開発する</a:t>
            </a:r>
            <a:endParaRPr lang="en-US" sz="3200" dirty="0">
              <a:latin typeface="UD Digi Kyokasho N-B" panose="02020700000000000000" pitchFamily="17" charset="-128"/>
              <a:ea typeface="UD Digi Kyokasho N-B" panose="02020700000000000000" pitchFamily="17" charset="-128"/>
            </a:endParaRPr>
          </a:p>
        </p:txBody>
      </p:sp>
      <p:sp>
        <p:nvSpPr>
          <p:cNvPr id="35" name="TextBox 34"/>
          <p:cNvSpPr txBox="1"/>
          <p:nvPr/>
        </p:nvSpPr>
        <p:spPr>
          <a:xfrm>
            <a:off x="8983596" y="2257178"/>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実話</a:t>
            </a:r>
            <a:endParaRPr lang="en-US" sz="3200" dirty="0">
              <a:latin typeface="UD Digi Kyokasho N-B" panose="02020700000000000000" pitchFamily="17" charset="-128"/>
              <a:ea typeface="UD Digi Kyokasho N-B" panose="02020700000000000000" pitchFamily="17" charset="-128"/>
            </a:endParaRPr>
          </a:p>
        </p:txBody>
      </p:sp>
      <p:sp>
        <p:nvSpPr>
          <p:cNvPr id="36" name="TextBox 35"/>
          <p:cNvSpPr txBox="1"/>
          <p:nvPr/>
        </p:nvSpPr>
        <p:spPr>
          <a:xfrm>
            <a:off x="8983596" y="2924870"/>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感想</a:t>
            </a:r>
            <a:endParaRPr lang="en-US" sz="3200" dirty="0">
              <a:latin typeface="UD Digi Kyokasho N-B" panose="02020700000000000000" pitchFamily="17" charset="-128"/>
              <a:ea typeface="UD Digi Kyokasho N-B" panose="02020700000000000000" pitchFamily="17" charset="-128"/>
            </a:endParaRPr>
          </a:p>
        </p:txBody>
      </p:sp>
      <p:sp>
        <p:nvSpPr>
          <p:cNvPr id="37" name="TextBox 36"/>
          <p:cNvSpPr txBox="1"/>
          <p:nvPr/>
        </p:nvSpPr>
        <p:spPr>
          <a:xfrm>
            <a:off x="8983596" y="3592562"/>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述べる</a:t>
            </a:r>
            <a:endParaRPr lang="en-US" sz="3200" dirty="0">
              <a:latin typeface="UD Digi Kyokasho N-B" panose="02020700000000000000" pitchFamily="17" charset="-128"/>
              <a:ea typeface="UD Digi Kyokasho N-B" panose="02020700000000000000" pitchFamily="17" charset="-128"/>
            </a:endParaRPr>
          </a:p>
        </p:txBody>
      </p:sp>
      <p:sp>
        <p:nvSpPr>
          <p:cNvPr id="46" name="TextBox 45"/>
          <p:cNvSpPr txBox="1"/>
          <p:nvPr/>
        </p:nvSpPr>
        <p:spPr>
          <a:xfrm>
            <a:off x="339005" y="2327499"/>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せりふ</a:t>
            </a:r>
            <a:endParaRPr lang="en-US" altLang="ja-JP" sz="3200" dirty="0">
              <a:latin typeface="UD Digi Kyokasho N-B" panose="02020700000000000000" pitchFamily="17" charset="-128"/>
              <a:ea typeface="UD Digi Kyokasho N-B" panose="02020700000000000000" pitchFamily="17" charset="-128"/>
            </a:endParaRPr>
          </a:p>
        </p:txBody>
      </p:sp>
    </p:spTree>
    <p:extLst>
      <p:ext uri="{BB962C8B-B14F-4D97-AF65-F5344CB8AC3E}">
        <p14:creationId xmlns:p14="http://schemas.microsoft.com/office/powerpoint/2010/main" val="3939904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1000"/>
                                        <p:tgtEl>
                                          <p:spTgt spid="46"/>
                                        </p:tgtEl>
                                      </p:cBhvr>
                                    </p:animEffect>
                                    <p:anim calcmode="lin" valueType="num">
                                      <p:cBhvr>
                                        <p:cTn id="29" dur="1000" fill="hold"/>
                                        <p:tgtEl>
                                          <p:spTgt spid="46"/>
                                        </p:tgtEl>
                                        <p:attrNameLst>
                                          <p:attrName>ppt_x</p:attrName>
                                        </p:attrNameLst>
                                      </p:cBhvr>
                                      <p:tavLst>
                                        <p:tav tm="0">
                                          <p:val>
                                            <p:strVal val="#ppt_x"/>
                                          </p:val>
                                        </p:tav>
                                        <p:tav tm="100000">
                                          <p:val>
                                            <p:strVal val="#ppt_x"/>
                                          </p:val>
                                        </p:tav>
                                      </p:tavLst>
                                    </p:anim>
                                    <p:anim calcmode="lin" valueType="num">
                                      <p:cBhvr>
                                        <p:cTn id="3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1000"/>
                                        <p:tgtEl>
                                          <p:spTgt spid="7"/>
                                        </p:tgtEl>
                                      </p:cBhvr>
                                    </p:animEffect>
                                    <p:anim calcmode="lin" valueType="num">
                                      <p:cBhvr>
                                        <p:cTn id="64" dur="1000" fill="hold"/>
                                        <p:tgtEl>
                                          <p:spTgt spid="7"/>
                                        </p:tgtEl>
                                        <p:attrNameLst>
                                          <p:attrName>ppt_x</p:attrName>
                                        </p:attrNameLst>
                                      </p:cBhvr>
                                      <p:tavLst>
                                        <p:tav tm="0">
                                          <p:val>
                                            <p:strVal val="#ppt_x"/>
                                          </p:val>
                                        </p:tav>
                                        <p:tav tm="100000">
                                          <p:val>
                                            <p:strVal val="#ppt_x"/>
                                          </p:val>
                                        </p:tav>
                                      </p:tavLst>
                                    </p:anim>
                                    <p:anim calcmode="lin" valueType="num">
                                      <p:cBhvr>
                                        <p:cTn id="6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1000"/>
                                        <p:tgtEl>
                                          <p:spTgt spid="6"/>
                                        </p:tgtEl>
                                      </p:cBhvr>
                                    </p:animEffect>
                                    <p:anim calcmode="lin" valueType="num">
                                      <p:cBhvr>
                                        <p:cTn id="71" dur="1000" fill="hold"/>
                                        <p:tgtEl>
                                          <p:spTgt spid="6"/>
                                        </p:tgtEl>
                                        <p:attrNameLst>
                                          <p:attrName>ppt_x</p:attrName>
                                        </p:attrNameLst>
                                      </p:cBhvr>
                                      <p:tavLst>
                                        <p:tav tm="0">
                                          <p:val>
                                            <p:strVal val="#ppt_x"/>
                                          </p:val>
                                        </p:tav>
                                        <p:tav tm="100000">
                                          <p:val>
                                            <p:strVal val="#ppt_x"/>
                                          </p:val>
                                        </p:tav>
                                      </p:tavLst>
                                    </p:anim>
                                    <p:anim calcmode="lin" valueType="num">
                                      <p:cBhvr>
                                        <p:cTn id="7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1000"/>
                                        <p:tgtEl>
                                          <p:spTgt spid="22"/>
                                        </p:tgtEl>
                                      </p:cBhvr>
                                    </p:animEffect>
                                    <p:anim calcmode="lin" valueType="num">
                                      <p:cBhvr>
                                        <p:cTn id="78" dur="1000" fill="hold"/>
                                        <p:tgtEl>
                                          <p:spTgt spid="22"/>
                                        </p:tgtEl>
                                        <p:attrNameLst>
                                          <p:attrName>ppt_x</p:attrName>
                                        </p:attrNameLst>
                                      </p:cBhvr>
                                      <p:tavLst>
                                        <p:tav tm="0">
                                          <p:val>
                                            <p:strVal val="#ppt_x"/>
                                          </p:val>
                                        </p:tav>
                                        <p:tav tm="100000">
                                          <p:val>
                                            <p:strVal val="#ppt_x"/>
                                          </p:val>
                                        </p:tav>
                                      </p:tavLst>
                                    </p:anim>
                                    <p:anim calcmode="lin" valueType="num">
                                      <p:cBhvr>
                                        <p:cTn id="7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1000"/>
                                        <p:tgtEl>
                                          <p:spTgt spid="26"/>
                                        </p:tgtEl>
                                      </p:cBhvr>
                                    </p:animEffect>
                                    <p:anim calcmode="lin" valueType="num">
                                      <p:cBhvr>
                                        <p:cTn id="85" dur="1000" fill="hold"/>
                                        <p:tgtEl>
                                          <p:spTgt spid="26"/>
                                        </p:tgtEl>
                                        <p:attrNameLst>
                                          <p:attrName>ppt_x</p:attrName>
                                        </p:attrNameLst>
                                      </p:cBhvr>
                                      <p:tavLst>
                                        <p:tav tm="0">
                                          <p:val>
                                            <p:strVal val="#ppt_x"/>
                                          </p:val>
                                        </p:tav>
                                        <p:tav tm="100000">
                                          <p:val>
                                            <p:strVal val="#ppt_x"/>
                                          </p:val>
                                        </p:tav>
                                      </p:tavLst>
                                    </p:anim>
                                    <p:anim calcmode="lin" valueType="num">
                                      <p:cBhvr>
                                        <p:cTn id="8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fade">
                                      <p:cBhvr>
                                        <p:cTn id="91" dur="1000"/>
                                        <p:tgtEl>
                                          <p:spTgt spid="28"/>
                                        </p:tgtEl>
                                      </p:cBhvr>
                                    </p:animEffect>
                                    <p:anim calcmode="lin" valueType="num">
                                      <p:cBhvr>
                                        <p:cTn id="92" dur="1000" fill="hold"/>
                                        <p:tgtEl>
                                          <p:spTgt spid="28"/>
                                        </p:tgtEl>
                                        <p:attrNameLst>
                                          <p:attrName>ppt_x</p:attrName>
                                        </p:attrNameLst>
                                      </p:cBhvr>
                                      <p:tavLst>
                                        <p:tav tm="0">
                                          <p:val>
                                            <p:strVal val="#ppt_x"/>
                                          </p:val>
                                        </p:tav>
                                        <p:tav tm="100000">
                                          <p:val>
                                            <p:strVal val="#ppt_x"/>
                                          </p:val>
                                        </p:tav>
                                      </p:tavLst>
                                    </p:anim>
                                    <p:anim calcmode="lin" valueType="num">
                                      <p:cBhvr>
                                        <p:cTn id="9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1000"/>
                                        <p:tgtEl>
                                          <p:spTgt spid="29"/>
                                        </p:tgtEl>
                                      </p:cBhvr>
                                    </p:animEffect>
                                    <p:anim calcmode="lin" valueType="num">
                                      <p:cBhvr>
                                        <p:cTn id="99" dur="1000" fill="hold"/>
                                        <p:tgtEl>
                                          <p:spTgt spid="29"/>
                                        </p:tgtEl>
                                        <p:attrNameLst>
                                          <p:attrName>ppt_x</p:attrName>
                                        </p:attrNameLst>
                                      </p:cBhvr>
                                      <p:tavLst>
                                        <p:tav tm="0">
                                          <p:val>
                                            <p:strVal val="#ppt_x"/>
                                          </p:val>
                                        </p:tav>
                                        <p:tav tm="100000">
                                          <p:val>
                                            <p:strVal val="#ppt_x"/>
                                          </p:val>
                                        </p:tav>
                                      </p:tavLst>
                                    </p:anim>
                                    <p:anim calcmode="lin" valueType="num">
                                      <p:cBhvr>
                                        <p:cTn id="10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1000"/>
                                        <p:tgtEl>
                                          <p:spTgt spid="25"/>
                                        </p:tgtEl>
                                      </p:cBhvr>
                                    </p:animEffect>
                                    <p:anim calcmode="lin" valueType="num">
                                      <p:cBhvr>
                                        <p:cTn id="106" dur="1000" fill="hold"/>
                                        <p:tgtEl>
                                          <p:spTgt spid="25"/>
                                        </p:tgtEl>
                                        <p:attrNameLst>
                                          <p:attrName>ppt_x</p:attrName>
                                        </p:attrNameLst>
                                      </p:cBhvr>
                                      <p:tavLst>
                                        <p:tav tm="0">
                                          <p:val>
                                            <p:strVal val="#ppt_x"/>
                                          </p:val>
                                        </p:tav>
                                        <p:tav tm="100000">
                                          <p:val>
                                            <p:strVal val="#ppt_x"/>
                                          </p:val>
                                        </p:tav>
                                      </p:tavLst>
                                    </p:anim>
                                    <p:anim calcmode="lin" valueType="num">
                                      <p:cBhvr>
                                        <p:cTn id="10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4"/>
                                        </p:tgtEl>
                                        <p:attrNameLst>
                                          <p:attrName>style.visibility</p:attrName>
                                        </p:attrNameLst>
                                      </p:cBhvr>
                                      <p:to>
                                        <p:strVal val="visible"/>
                                      </p:to>
                                    </p:set>
                                    <p:animEffect transition="in" filter="fade">
                                      <p:cBhvr>
                                        <p:cTn id="112" dur="1000"/>
                                        <p:tgtEl>
                                          <p:spTgt spid="24"/>
                                        </p:tgtEl>
                                      </p:cBhvr>
                                    </p:animEffect>
                                    <p:anim calcmode="lin" valueType="num">
                                      <p:cBhvr>
                                        <p:cTn id="113" dur="1000" fill="hold"/>
                                        <p:tgtEl>
                                          <p:spTgt spid="24"/>
                                        </p:tgtEl>
                                        <p:attrNameLst>
                                          <p:attrName>ppt_x</p:attrName>
                                        </p:attrNameLst>
                                      </p:cBhvr>
                                      <p:tavLst>
                                        <p:tav tm="0">
                                          <p:val>
                                            <p:strVal val="#ppt_x"/>
                                          </p:val>
                                        </p:tav>
                                        <p:tav tm="100000">
                                          <p:val>
                                            <p:strVal val="#ppt_x"/>
                                          </p:val>
                                        </p:tav>
                                      </p:tavLst>
                                    </p:anim>
                                    <p:anim calcmode="lin" valueType="num">
                                      <p:cBhvr>
                                        <p:cTn id="11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23"/>
                                        </p:tgtEl>
                                        <p:attrNameLst>
                                          <p:attrName>style.visibility</p:attrName>
                                        </p:attrNameLst>
                                      </p:cBhvr>
                                      <p:to>
                                        <p:strVal val="visible"/>
                                      </p:to>
                                    </p:set>
                                    <p:animEffect transition="in" filter="fade">
                                      <p:cBhvr>
                                        <p:cTn id="119" dur="1000"/>
                                        <p:tgtEl>
                                          <p:spTgt spid="23"/>
                                        </p:tgtEl>
                                      </p:cBhvr>
                                    </p:animEffect>
                                    <p:anim calcmode="lin" valueType="num">
                                      <p:cBhvr>
                                        <p:cTn id="120" dur="1000" fill="hold"/>
                                        <p:tgtEl>
                                          <p:spTgt spid="23"/>
                                        </p:tgtEl>
                                        <p:attrNameLst>
                                          <p:attrName>ppt_x</p:attrName>
                                        </p:attrNameLst>
                                      </p:cBhvr>
                                      <p:tavLst>
                                        <p:tav tm="0">
                                          <p:val>
                                            <p:strVal val="#ppt_x"/>
                                          </p:val>
                                        </p:tav>
                                        <p:tav tm="100000">
                                          <p:val>
                                            <p:strVal val="#ppt_x"/>
                                          </p:val>
                                        </p:tav>
                                      </p:tavLst>
                                    </p:anim>
                                    <p:anim calcmode="lin" valueType="num">
                                      <p:cBhvr>
                                        <p:cTn id="12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38"/>
                                        </p:tgtEl>
                                        <p:attrNameLst>
                                          <p:attrName>style.visibility</p:attrName>
                                        </p:attrNameLst>
                                      </p:cBhvr>
                                      <p:to>
                                        <p:strVal val="visible"/>
                                      </p:to>
                                    </p:set>
                                    <p:animEffect transition="in" filter="fade">
                                      <p:cBhvr>
                                        <p:cTn id="126" dur="1000"/>
                                        <p:tgtEl>
                                          <p:spTgt spid="38"/>
                                        </p:tgtEl>
                                      </p:cBhvr>
                                    </p:animEffect>
                                    <p:anim calcmode="lin" valueType="num">
                                      <p:cBhvr>
                                        <p:cTn id="127" dur="1000" fill="hold"/>
                                        <p:tgtEl>
                                          <p:spTgt spid="38"/>
                                        </p:tgtEl>
                                        <p:attrNameLst>
                                          <p:attrName>ppt_x</p:attrName>
                                        </p:attrNameLst>
                                      </p:cBhvr>
                                      <p:tavLst>
                                        <p:tav tm="0">
                                          <p:val>
                                            <p:strVal val="#ppt_x"/>
                                          </p:val>
                                        </p:tav>
                                        <p:tav tm="100000">
                                          <p:val>
                                            <p:strVal val="#ppt_x"/>
                                          </p:val>
                                        </p:tav>
                                      </p:tavLst>
                                    </p:anim>
                                    <p:anim calcmode="lin" valueType="num">
                                      <p:cBhvr>
                                        <p:cTn id="128"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42"/>
                                        </p:tgtEl>
                                        <p:attrNameLst>
                                          <p:attrName>style.visibility</p:attrName>
                                        </p:attrNameLst>
                                      </p:cBhvr>
                                      <p:to>
                                        <p:strVal val="visible"/>
                                      </p:to>
                                    </p:set>
                                    <p:animEffect transition="in" filter="fade">
                                      <p:cBhvr>
                                        <p:cTn id="133" dur="1000"/>
                                        <p:tgtEl>
                                          <p:spTgt spid="42"/>
                                        </p:tgtEl>
                                      </p:cBhvr>
                                    </p:animEffect>
                                    <p:anim calcmode="lin" valueType="num">
                                      <p:cBhvr>
                                        <p:cTn id="134" dur="1000" fill="hold"/>
                                        <p:tgtEl>
                                          <p:spTgt spid="42"/>
                                        </p:tgtEl>
                                        <p:attrNameLst>
                                          <p:attrName>ppt_x</p:attrName>
                                        </p:attrNameLst>
                                      </p:cBhvr>
                                      <p:tavLst>
                                        <p:tav tm="0">
                                          <p:val>
                                            <p:strVal val="#ppt_x"/>
                                          </p:val>
                                        </p:tav>
                                        <p:tav tm="100000">
                                          <p:val>
                                            <p:strVal val="#ppt_x"/>
                                          </p:val>
                                        </p:tav>
                                      </p:tavLst>
                                    </p:anim>
                                    <p:anim calcmode="lin" valueType="num">
                                      <p:cBhvr>
                                        <p:cTn id="135"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43"/>
                                        </p:tgtEl>
                                        <p:attrNameLst>
                                          <p:attrName>style.visibility</p:attrName>
                                        </p:attrNameLst>
                                      </p:cBhvr>
                                      <p:to>
                                        <p:strVal val="visible"/>
                                      </p:to>
                                    </p:set>
                                    <p:animEffect transition="in" filter="fade">
                                      <p:cBhvr>
                                        <p:cTn id="140" dur="1000"/>
                                        <p:tgtEl>
                                          <p:spTgt spid="43"/>
                                        </p:tgtEl>
                                      </p:cBhvr>
                                    </p:animEffect>
                                    <p:anim calcmode="lin" valueType="num">
                                      <p:cBhvr>
                                        <p:cTn id="141" dur="1000" fill="hold"/>
                                        <p:tgtEl>
                                          <p:spTgt spid="43"/>
                                        </p:tgtEl>
                                        <p:attrNameLst>
                                          <p:attrName>ppt_x</p:attrName>
                                        </p:attrNameLst>
                                      </p:cBhvr>
                                      <p:tavLst>
                                        <p:tav tm="0">
                                          <p:val>
                                            <p:strVal val="#ppt_x"/>
                                          </p:val>
                                        </p:tav>
                                        <p:tav tm="100000">
                                          <p:val>
                                            <p:strVal val="#ppt_x"/>
                                          </p:val>
                                        </p:tav>
                                      </p:tavLst>
                                    </p:anim>
                                    <p:anim calcmode="lin" valueType="num">
                                      <p:cBhvr>
                                        <p:cTn id="142"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grpId="0" nodeType="clickEffect">
                                  <p:stCondLst>
                                    <p:cond delay="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7" dur="1000"/>
                                        <p:tgtEl>
                                          <p:spTgt spid="44"/>
                                        </p:tgtEl>
                                      </p:cBhvr>
                                    </p:animEffect>
                                    <p:anim calcmode="lin" valueType="num">
                                      <p:cBhvr>
                                        <p:cTn id="148" dur="1000" fill="hold"/>
                                        <p:tgtEl>
                                          <p:spTgt spid="44"/>
                                        </p:tgtEl>
                                        <p:attrNameLst>
                                          <p:attrName>ppt_x</p:attrName>
                                        </p:attrNameLst>
                                      </p:cBhvr>
                                      <p:tavLst>
                                        <p:tav tm="0">
                                          <p:val>
                                            <p:strVal val="#ppt_x"/>
                                          </p:val>
                                        </p:tav>
                                        <p:tav tm="100000">
                                          <p:val>
                                            <p:strVal val="#ppt_x"/>
                                          </p:val>
                                        </p:tav>
                                      </p:tavLst>
                                    </p:anim>
                                    <p:anim calcmode="lin" valueType="num">
                                      <p:cBhvr>
                                        <p:cTn id="149"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45"/>
                                        </p:tgtEl>
                                        <p:attrNameLst>
                                          <p:attrName>style.visibility</p:attrName>
                                        </p:attrNameLst>
                                      </p:cBhvr>
                                      <p:to>
                                        <p:strVal val="visible"/>
                                      </p:to>
                                    </p:set>
                                    <p:animEffect transition="in" filter="fade">
                                      <p:cBhvr>
                                        <p:cTn id="154" dur="1000"/>
                                        <p:tgtEl>
                                          <p:spTgt spid="45"/>
                                        </p:tgtEl>
                                      </p:cBhvr>
                                    </p:animEffect>
                                    <p:anim calcmode="lin" valueType="num">
                                      <p:cBhvr>
                                        <p:cTn id="155" dur="1000" fill="hold"/>
                                        <p:tgtEl>
                                          <p:spTgt spid="45"/>
                                        </p:tgtEl>
                                        <p:attrNameLst>
                                          <p:attrName>ppt_x</p:attrName>
                                        </p:attrNameLst>
                                      </p:cBhvr>
                                      <p:tavLst>
                                        <p:tav tm="0">
                                          <p:val>
                                            <p:strVal val="#ppt_x"/>
                                          </p:val>
                                        </p:tav>
                                        <p:tav tm="100000">
                                          <p:val>
                                            <p:strVal val="#ppt_x"/>
                                          </p:val>
                                        </p:tav>
                                      </p:tavLst>
                                    </p:anim>
                                    <p:anim calcmode="lin" valueType="num">
                                      <p:cBhvr>
                                        <p:cTn id="156"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42" presetClass="entr" presetSubtype="0" fill="hold" grpId="0" nodeType="clickEffect">
                                  <p:stCondLst>
                                    <p:cond delay="0"/>
                                  </p:stCondLst>
                                  <p:childTnLst>
                                    <p:set>
                                      <p:cBhvr>
                                        <p:cTn id="160" dur="1" fill="hold">
                                          <p:stCondLst>
                                            <p:cond delay="0"/>
                                          </p:stCondLst>
                                        </p:cTn>
                                        <p:tgtEl>
                                          <p:spTgt spid="41"/>
                                        </p:tgtEl>
                                        <p:attrNameLst>
                                          <p:attrName>style.visibility</p:attrName>
                                        </p:attrNameLst>
                                      </p:cBhvr>
                                      <p:to>
                                        <p:strVal val="visible"/>
                                      </p:to>
                                    </p:set>
                                    <p:animEffect transition="in" filter="fade">
                                      <p:cBhvr>
                                        <p:cTn id="161" dur="1000"/>
                                        <p:tgtEl>
                                          <p:spTgt spid="41"/>
                                        </p:tgtEl>
                                      </p:cBhvr>
                                    </p:animEffect>
                                    <p:anim calcmode="lin" valueType="num">
                                      <p:cBhvr>
                                        <p:cTn id="162" dur="1000" fill="hold"/>
                                        <p:tgtEl>
                                          <p:spTgt spid="41"/>
                                        </p:tgtEl>
                                        <p:attrNameLst>
                                          <p:attrName>ppt_x</p:attrName>
                                        </p:attrNameLst>
                                      </p:cBhvr>
                                      <p:tavLst>
                                        <p:tav tm="0">
                                          <p:val>
                                            <p:strVal val="#ppt_x"/>
                                          </p:val>
                                        </p:tav>
                                        <p:tav tm="100000">
                                          <p:val>
                                            <p:strVal val="#ppt_x"/>
                                          </p:val>
                                        </p:tav>
                                      </p:tavLst>
                                    </p:anim>
                                    <p:anim calcmode="lin" valueType="num">
                                      <p:cBhvr>
                                        <p:cTn id="163"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42" presetClass="entr" presetSubtype="0" fill="hold" grpId="0" nodeType="clickEffect">
                                  <p:stCondLst>
                                    <p:cond delay="0"/>
                                  </p:stCondLst>
                                  <p:childTnLst>
                                    <p:set>
                                      <p:cBhvr>
                                        <p:cTn id="167" dur="1" fill="hold">
                                          <p:stCondLst>
                                            <p:cond delay="0"/>
                                          </p:stCondLst>
                                        </p:cTn>
                                        <p:tgtEl>
                                          <p:spTgt spid="40"/>
                                        </p:tgtEl>
                                        <p:attrNameLst>
                                          <p:attrName>style.visibility</p:attrName>
                                        </p:attrNameLst>
                                      </p:cBhvr>
                                      <p:to>
                                        <p:strVal val="visible"/>
                                      </p:to>
                                    </p:set>
                                    <p:animEffect transition="in" filter="fade">
                                      <p:cBhvr>
                                        <p:cTn id="168" dur="1000"/>
                                        <p:tgtEl>
                                          <p:spTgt spid="40"/>
                                        </p:tgtEl>
                                      </p:cBhvr>
                                    </p:animEffect>
                                    <p:anim calcmode="lin" valueType="num">
                                      <p:cBhvr>
                                        <p:cTn id="169" dur="1000" fill="hold"/>
                                        <p:tgtEl>
                                          <p:spTgt spid="40"/>
                                        </p:tgtEl>
                                        <p:attrNameLst>
                                          <p:attrName>ppt_x</p:attrName>
                                        </p:attrNameLst>
                                      </p:cBhvr>
                                      <p:tavLst>
                                        <p:tav tm="0">
                                          <p:val>
                                            <p:strVal val="#ppt_x"/>
                                          </p:val>
                                        </p:tav>
                                        <p:tav tm="100000">
                                          <p:val>
                                            <p:strVal val="#ppt_x"/>
                                          </p:val>
                                        </p:tav>
                                      </p:tavLst>
                                    </p:anim>
                                    <p:anim calcmode="lin" valueType="num">
                                      <p:cBhvr>
                                        <p:cTn id="170"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42" presetClass="entr" presetSubtype="0" fill="hold" grpId="0" nodeType="clickEffect">
                                  <p:stCondLst>
                                    <p:cond delay="0"/>
                                  </p:stCondLst>
                                  <p:childTnLst>
                                    <p:set>
                                      <p:cBhvr>
                                        <p:cTn id="174" dur="1" fill="hold">
                                          <p:stCondLst>
                                            <p:cond delay="0"/>
                                          </p:stCondLst>
                                        </p:cTn>
                                        <p:tgtEl>
                                          <p:spTgt spid="39"/>
                                        </p:tgtEl>
                                        <p:attrNameLst>
                                          <p:attrName>style.visibility</p:attrName>
                                        </p:attrNameLst>
                                      </p:cBhvr>
                                      <p:to>
                                        <p:strVal val="visible"/>
                                      </p:to>
                                    </p:set>
                                    <p:animEffect transition="in" filter="fade">
                                      <p:cBhvr>
                                        <p:cTn id="175" dur="1000"/>
                                        <p:tgtEl>
                                          <p:spTgt spid="39"/>
                                        </p:tgtEl>
                                      </p:cBhvr>
                                    </p:animEffect>
                                    <p:anim calcmode="lin" valueType="num">
                                      <p:cBhvr>
                                        <p:cTn id="176" dur="1000" fill="hold"/>
                                        <p:tgtEl>
                                          <p:spTgt spid="39"/>
                                        </p:tgtEl>
                                        <p:attrNameLst>
                                          <p:attrName>ppt_x</p:attrName>
                                        </p:attrNameLst>
                                      </p:cBhvr>
                                      <p:tavLst>
                                        <p:tav tm="0">
                                          <p:val>
                                            <p:strVal val="#ppt_x"/>
                                          </p:val>
                                        </p:tav>
                                        <p:tav tm="100000">
                                          <p:val>
                                            <p:strVal val="#ppt_x"/>
                                          </p:val>
                                        </p:tav>
                                      </p:tavLst>
                                    </p:anim>
                                    <p:anim calcmode="lin" valueType="num">
                                      <p:cBhvr>
                                        <p:cTn id="177"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42" presetClass="entr" presetSubtype="0" fill="hold" grpId="0" nodeType="clickEffect">
                                  <p:stCondLst>
                                    <p:cond delay="0"/>
                                  </p:stCondLst>
                                  <p:childTnLst>
                                    <p:set>
                                      <p:cBhvr>
                                        <p:cTn id="181" dur="1" fill="hold">
                                          <p:stCondLst>
                                            <p:cond delay="0"/>
                                          </p:stCondLst>
                                        </p:cTn>
                                        <p:tgtEl>
                                          <p:spTgt spid="30"/>
                                        </p:tgtEl>
                                        <p:attrNameLst>
                                          <p:attrName>style.visibility</p:attrName>
                                        </p:attrNameLst>
                                      </p:cBhvr>
                                      <p:to>
                                        <p:strVal val="visible"/>
                                      </p:to>
                                    </p:set>
                                    <p:animEffect transition="in" filter="fade">
                                      <p:cBhvr>
                                        <p:cTn id="182" dur="1000"/>
                                        <p:tgtEl>
                                          <p:spTgt spid="30"/>
                                        </p:tgtEl>
                                      </p:cBhvr>
                                    </p:animEffect>
                                    <p:anim calcmode="lin" valueType="num">
                                      <p:cBhvr>
                                        <p:cTn id="183" dur="1000" fill="hold"/>
                                        <p:tgtEl>
                                          <p:spTgt spid="30"/>
                                        </p:tgtEl>
                                        <p:attrNameLst>
                                          <p:attrName>ppt_x</p:attrName>
                                        </p:attrNameLst>
                                      </p:cBhvr>
                                      <p:tavLst>
                                        <p:tav tm="0">
                                          <p:val>
                                            <p:strVal val="#ppt_x"/>
                                          </p:val>
                                        </p:tav>
                                        <p:tav tm="100000">
                                          <p:val>
                                            <p:strVal val="#ppt_x"/>
                                          </p:val>
                                        </p:tav>
                                      </p:tavLst>
                                    </p:anim>
                                    <p:anim calcmode="lin" valueType="num">
                                      <p:cBhvr>
                                        <p:cTn id="18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42" presetClass="entr" presetSubtype="0" fill="hold" grpId="0" nodeType="clickEffect">
                                  <p:stCondLst>
                                    <p:cond delay="0"/>
                                  </p:stCondLst>
                                  <p:childTnLst>
                                    <p:set>
                                      <p:cBhvr>
                                        <p:cTn id="188" dur="1" fill="hold">
                                          <p:stCondLst>
                                            <p:cond delay="0"/>
                                          </p:stCondLst>
                                        </p:cTn>
                                        <p:tgtEl>
                                          <p:spTgt spid="34"/>
                                        </p:tgtEl>
                                        <p:attrNameLst>
                                          <p:attrName>style.visibility</p:attrName>
                                        </p:attrNameLst>
                                      </p:cBhvr>
                                      <p:to>
                                        <p:strVal val="visible"/>
                                      </p:to>
                                    </p:set>
                                    <p:animEffect transition="in" filter="fade">
                                      <p:cBhvr>
                                        <p:cTn id="189" dur="1000"/>
                                        <p:tgtEl>
                                          <p:spTgt spid="34"/>
                                        </p:tgtEl>
                                      </p:cBhvr>
                                    </p:animEffect>
                                    <p:anim calcmode="lin" valueType="num">
                                      <p:cBhvr>
                                        <p:cTn id="190" dur="1000" fill="hold"/>
                                        <p:tgtEl>
                                          <p:spTgt spid="34"/>
                                        </p:tgtEl>
                                        <p:attrNameLst>
                                          <p:attrName>ppt_x</p:attrName>
                                        </p:attrNameLst>
                                      </p:cBhvr>
                                      <p:tavLst>
                                        <p:tav tm="0">
                                          <p:val>
                                            <p:strVal val="#ppt_x"/>
                                          </p:val>
                                        </p:tav>
                                        <p:tav tm="100000">
                                          <p:val>
                                            <p:strVal val="#ppt_x"/>
                                          </p:val>
                                        </p:tav>
                                      </p:tavLst>
                                    </p:anim>
                                    <p:anim calcmode="lin" valueType="num">
                                      <p:cBhvr>
                                        <p:cTn id="191"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92" fill="hold">
                      <p:stCondLst>
                        <p:cond delay="indefinite"/>
                      </p:stCondLst>
                      <p:childTnLst>
                        <p:par>
                          <p:cTn id="193" fill="hold">
                            <p:stCondLst>
                              <p:cond delay="0"/>
                            </p:stCondLst>
                            <p:childTnLst>
                              <p:par>
                                <p:cTn id="194" presetID="42" presetClass="entr" presetSubtype="0" fill="hold" grpId="0" nodeType="clickEffect">
                                  <p:stCondLst>
                                    <p:cond delay="0"/>
                                  </p:stCondLst>
                                  <p:childTnLst>
                                    <p:set>
                                      <p:cBhvr>
                                        <p:cTn id="195" dur="1" fill="hold">
                                          <p:stCondLst>
                                            <p:cond delay="0"/>
                                          </p:stCondLst>
                                        </p:cTn>
                                        <p:tgtEl>
                                          <p:spTgt spid="35"/>
                                        </p:tgtEl>
                                        <p:attrNameLst>
                                          <p:attrName>style.visibility</p:attrName>
                                        </p:attrNameLst>
                                      </p:cBhvr>
                                      <p:to>
                                        <p:strVal val="visible"/>
                                      </p:to>
                                    </p:set>
                                    <p:animEffect transition="in" filter="fade">
                                      <p:cBhvr>
                                        <p:cTn id="196" dur="1000"/>
                                        <p:tgtEl>
                                          <p:spTgt spid="35"/>
                                        </p:tgtEl>
                                      </p:cBhvr>
                                    </p:animEffect>
                                    <p:anim calcmode="lin" valueType="num">
                                      <p:cBhvr>
                                        <p:cTn id="197" dur="1000" fill="hold"/>
                                        <p:tgtEl>
                                          <p:spTgt spid="35"/>
                                        </p:tgtEl>
                                        <p:attrNameLst>
                                          <p:attrName>ppt_x</p:attrName>
                                        </p:attrNameLst>
                                      </p:cBhvr>
                                      <p:tavLst>
                                        <p:tav tm="0">
                                          <p:val>
                                            <p:strVal val="#ppt_x"/>
                                          </p:val>
                                        </p:tav>
                                        <p:tav tm="100000">
                                          <p:val>
                                            <p:strVal val="#ppt_x"/>
                                          </p:val>
                                        </p:tav>
                                      </p:tavLst>
                                    </p:anim>
                                    <p:anim calcmode="lin" valueType="num">
                                      <p:cBhvr>
                                        <p:cTn id="198"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ID="42" presetClass="entr" presetSubtype="0" fill="hold" grpId="0" nodeType="clickEffect">
                                  <p:stCondLst>
                                    <p:cond delay="0"/>
                                  </p:stCondLst>
                                  <p:childTnLst>
                                    <p:set>
                                      <p:cBhvr>
                                        <p:cTn id="202" dur="1" fill="hold">
                                          <p:stCondLst>
                                            <p:cond delay="0"/>
                                          </p:stCondLst>
                                        </p:cTn>
                                        <p:tgtEl>
                                          <p:spTgt spid="36"/>
                                        </p:tgtEl>
                                        <p:attrNameLst>
                                          <p:attrName>style.visibility</p:attrName>
                                        </p:attrNameLst>
                                      </p:cBhvr>
                                      <p:to>
                                        <p:strVal val="visible"/>
                                      </p:to>
                                    </p:set>
                                    <p:animEffect transition="in" filter="fade">
                                      <p:cBhvr>
                                        <p:cTn id="203" dur="1000"/>
                                        <p:tgtEl>
                                          <p:spTgt spid="36"/>
                                        </p:tgtEl>
                                      </p:cBhvr>
                                    </p:animEffect>
                                    <p:anim calcmode="lin" valueType="num">
                                      <p:cBhvr>
                                        <p:cTn id="204" dur="1000" fill="hold"/>
                                        <p:tgtEl>
                                          <p:spTgt spid="36"/>
                                        </p:tgtEl>
                                        <p:attrNameLst>
                                          <p:attrName>ppt_x</p:attrName>
                                        </p:attrNameLst>
                                      </p:cBhvr>
                                      <p:tavLst>
                                        <p:tav tm="0">
                                          <p:val>
                                            <p:strVal val="#ppt_x"/>
                                          </p:val>
                                        </p:tav>
                                        <p:tav tm="100000">
                                          <p:val>
                                            <p:strVal val="#ppt_x"/>
                                          </p:val>
                                        </p:tav>
                                      </p:tavLst>
                                    </p:anim>
                                    <p:anim calcmode="lin" valueType="num">
                                      <p:cBhvr>
                                        <p:cTn id="205"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206" fill="hold">
                      <p:stCondLst>
                        <p:cond delay="indefinite"/>
                      </p:stCondLst>
                      <p:childTnLst>
                        <p:par>
                          <p:cTn id="207" fill="hold">
                            <p:stCondLst>
                              <p:cond delay="0"/>
                            </p:stCondLst>
                            <p:childTnLst>
                              <p:par>
                                <p:cTn id="208" presetID="42" presetClass="entr" presetSubtype="0" fill="hold" grpId="0" nodeType="clickEffect">
                                  <p:stCondLst>
                                    <p:cond delay="0"/>
                                  </p:stCondLst>
                                  <p:childTnLst>
                                    <p:set>
                                      <p:cBhvr>
                                        <p:cTn id="209" dur="1" fill="hold">
                                          <p:stCondLst>
                                            <p:cond delay="0"/>
                                          </p:stCondLst>
                                        </p:cTn>
                                        <p:tgtEl>
                                          <p:spTgt spid="37"/>
                                        </p:tgtEl>
                                        <p:attrNameLst>
                                          <p:attrName>style.visibility</p:attrName>
                                        </p:attrNameLst>
                                      </p:cBhvr>
                                      <p:to>
                                        <p:strVal val="visible"/>
                                      </p:to>
                                    </p:set>
                                    <p:animEffect transition="in" filter="fade">
                                      <p:cBhvr>
                                        <p:cTn id="210" dur="1000"/>
                                        <p:tgtEl>
                                          <p:spTgt spid="37"/>
                                        </p:tgtEl>
                                      </p:cBhvr>
                                    </p:animEffect>
                                    <p:anim calcmode="lin" valueType="num">
                                      <p:cBhvr>
                                        <p:cTn id="211" dur="1000" fill="hold"/>
                                        <p:tgtEl>
                                          <p:spTgt spid="37"/>
                                        </p:tgtEl>
                                        <p:attrNameLst>
                                          <p:attrName>ppt_x</p:attrName>
                                        </p:attrNameLst>
                                      </p:cBhvr>
                                      <p:tavLst>
                                        <p:tav tm="0">
                                          <p:val>
                                            <p:strVal val="#ppt_x"/>
                                          </p:val>
                                        </p:tav>
                                        <p:tav tm="100000">
                                          <p:val>
                                            <p:strVal val="#ppt_x"/>
                                          </p:val>
                                        </p:tav>
                                      </p:tavLst>
                                    </p:anim>
                                    <p:anim calcmode="lin" valueType="num">
                                      <p:cBhvr>
                                        <p:cTn id="212"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42" presetClass="entr" presetSubtype="0" fill="hold" grpId="0" nodeType="clickEffect">
                                  <p:stCondLst>
                                    <p:cond delay="0"/>
                                  </p:stCondLst>
                                  <p:childTnLst>
                                    <p:set>
                                      <p:cBhvr>
                                        <p:cTn id="216" dur="1" fill="hold">
                                          <p:stCondLst>
                                            <p:cond delay="0"/>
                                          </p:stCondLst>
                                        </p:cTn>
                                        <p:tgtEl>
                                          <p:spTgt spid="33"/>
                                        </p:tgtEl>
                                        <p:attrNameLst>
                                          <p:attrName>style.visibility</p:attrName>
                                        </p:attrNameLst>
                                      </p:cBhvr>
                                      <p:to>
                                        <p:strVal val="visible"/>
                                      </p:to>
                                    </p:set>
                                    <p:animEffect transition="in" filter="fade">
                                      <p:cBhvr>
                                        <p:cTn id="217" dur="1000"/>
                                        <p:tgtEl>
                                          <p:spTgt spid="33"/>
                                        </p:tgtEl>
                                      </p:cBhvr>
                                    </p:animEffect>
                                    <p:anim calcmode="lin" valueType="num">
                                      <p:cBhvr>
                                        <p:cTn id="218" dur="1000" fill="hold"/>
                                        <p:tgtEl>
                                          <p:spTgt spid="33"/>
                                        </p:tgtEl>
                                        <p:attrNameLst>
                                          <p:attrName>ppt_x</p:attrName>
                                        </p:attrNameLst>
                                      </p:cBhvr>
                                      <p:tavLst>
                                        <p:tav tm="0">
                                          <p:val>
                                            <p:strVal val="#ppt_x"/>
                                          </p:val>
                                        </p:tav>
                                        <p:tav tm="100000">
                                          <p:val>
                                            <p:strVal val="#ppt_x"/>
                                          </p:val>
                                        </p:tav>
                                      </p:tavLst>
                                    </p:anim>
                                    <p:anim calcmode="lin" valueType="num">
                                      <p:cBhvr>
                                        <p:cTn id="21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20" fill="hold">
                      <p:stCondLst>
                        <p:cond delay="indefinite"/>
                      </p:stCondLst>
                      <p:childTnLst>
                        <p:par>
                          <p:cTn id="221" fill="hold">
                            <p:stCondLst>
                              <p:cond delay="0"/>
                            </p:stCondLst>
                            <p:childTnLst>
                              <p:par>
                                <p:cTn id="222" presetID="42" presetClass="entr" presetSubtype="0" fill="hold" grpId="0" nodeType="clickEffect">
                                  <p:stCondLst>
                                    <p:cond delay="0"/>
                                  </p:stCondLst>
                                  <p:childTnLst>
                                    <p:set>
                                      <p:cBhvr>
                                        <p:cTn id="223" dur="1" fill="hold">
                                          <p:stCondLst>
                                            <p:cond delay="0"/>
                                          </p:stCondLst>
                                        </p:cTn>
                                        <p:tgtEl>
                                          <p:spTgt spid="32"/>
                                        </p:tgtEl>
                                        <p:attrNameLst>
                                          <p:attrName>style.visibility</p:attrName>
                                        </p:attrNameLst>
                                      </p:cBhvr>
                                      <p:to>
                                        <p:strVal val="visible"/>
                                      </p:to>
                                    </p:set>
                                    <p:animEffect transition="in" filter="fade">
                                      <p:cBhvr>
                                        <p:cTn id="224" dur="1000"/>
                                        <p:tgtEl>
                                          <p:spTgt spid="32"/>
                                        </p:tgtEl>
                                      </p:cBhvr>
                                    </p:animEffect>
                                    <p:anim calcmode="lin" valueType="num">
                                      <p:cBhvr>
                                        <p:cTn id="225" dur="1000" fill="hold"/>
                                        <p:tgtEl>
                                          <p:spTgt spid="32"/>
                                        </p:tgtEl>
                                        <p:attrNameLst>
                                          <p:attrName>ppt_x</p:attrName>
                                        </p:attrNameLst>
                                      </p:cBhvr>
                                      <p:tavLst>
                                        <p:tav tm="0">
                                          <p:val>
                                            <p:strVal val="#ppt_x"/>
                                          </p:val>
                                        </p:tav>
                                        <p:tav tm="100000">
                                          <p:val>
                                            <p:strVal val="#ppt_x"/>
                                          </p:val>
                                        </p:tav>
                                      </p:tavLst>
                                    </p:anim>
                                    <p:anim calcmode="lin" valueType="num">
                                      <p:cBhvr>
                                        <p:cTn id="22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27" fill="hold">
                      <p:stCondLst>
                        <p:cond delay="indefinite"/>
                      </p:stCondLst>
                      <p:childTnLst>
                        <p:par>
                          <p:cTn id="228" fill="hold">
                            <p:stCondLst>
                              <p:cond delay="0"/>
                            </p:stCondLst>
                            <p:childTnLst>
                              <p:par>
                                <p:cTn id="229" presetID="42" presetClass="entr" presetSubtype="0" fill="hold" grpId="0" nodeType="clickEffect">
                                  <p:stCondLst>
                                    <p:cond delay="0"/>
                                  </p:stCondLst>
                                  <p:childTnLst>
                                    <p:set>
                                      <p:cBhvr>
                                        <p:cTn id="230" dur="1" fill="hold">
                                          <p:stCondLst>
                                            <p:cond delay="0"/>
                                          </p:stCondLst>
                                        </p:cTn>
                                        <p:tgtEl>
                                          <p:spTgt spid="31"/>
                                        </p:tgtEl>
                                        <p:attrNameLst>
                                          <p:attrName>style.visibility</p:attrName>
                                        </p:attrNameLst>
                                      </p:cBhvr>
                                      <p:to>
                                        <p:strVal val="visible"/>
                                      </p:to>
                                    </p:set>
                                    <p:animEffect transition="in" filter="fade">
                                      <p:cBhvr>
                                        <p:cTn id="231" dur="1000"/>
                                        <p:tgtEl>
                                          <p:spTgt spid="31"/>
                                        </p:tgtEl>
                                      </p:cBhvr>
                                    </p:animEffect>
                                    <p:anim calcmode="lin" valueType="num">
                                      <p:cBhvr>
                                        <p:cTn id="232" dur="1000" fill="hold"/>
                                        <p:tgtEl>
                                          <p:spTgt spid="31"/>
                                        </p:tgtEl>
                                        <p:attrNameLst>
                                          <p:attrName>ppt_x</p:attrName>
                                        </p:attrNameLst>
                                      </p:cBhvr>
                                      <p:tavLst>
                                        <p:tav tm="0">
                                          <p:val>
                                            <p:strVal val="#ppt_x"/>
                                          </p:val>
                                        </p:tav>
                                        <p:tav tm="100000">
                                          <p:val>
                                            <p:strVal val="#ppt_x"/>
                                          </p:val>
                                        </p:tav>
                                      </p:tavLst>
                                    </p:anim>
                                    <p:anim calcmode="lin" valueType="num">
                                      <p:cBhvr>
                                        <p:cTn id="23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0" grpId="0" bldLvl="0" animBg="1"/>
      <p:bldP spid="11" grpId="0" animBg="1"/>
      <p:bldP spid="12" grpId="0" bldLvl="0" animBg="1"/>
      <p:bldP spid="13" grpId="0" bldLvl="0" animBg="1"/>
      <p:bldP spid="22" grpId="0" bldLvl="0" animBg="1"/>
      <p:bldP spid="23" grpId="0" bldLvl="0" animBg="1"/>
      <p:bldP spid="24" grpId="0" bldLvl="0" animBg="1"/>
      <p:bldP spid="25" grpId="0" bldLvl="0" animBg="1"/>
      <p:bldP spid="26" grpId="0" bldLvl="0" animBg="1"/>
      <p:bldP spid="28" grpId="0" bldLvl="0" animBg="1"/>
      <p:bldP spid="29" grpId="0" bldLvl="0" animBg="1"/>
      <p:bldP spid="38" grpId="0" bldLvl="0" animBg="1"/>
      <p:bldP spid="39" grpId="0" bldLvl="0" animBg="1"/>
      <p:bldP spid="40" grpId="0" bldLvl="0" animBg="1"/>
      <p:bldP spid="41" grpId="0" bldLvl="0" animBg="1"/>
      <p:bldP spid="42" grpId="0" bldLvl="0" animBg="1"/>
      <p:bldP spid="43" grpId="0" bldLvl="0" animBg="1"/>
      <p:bldP spid="44" grpId="0" bldLvl="0" animBg="1"/>
      <p:bldP spid="45" grpId="0" bldLvl="0" animBg="1"/>
      <p:bldP spid="30" grpId="0" bldLvl="0" animBg="1"/>
      <p:bldP spid="31" grpId="0" bldLvl="0" animBg="1"/>
      <p:bldP spid="32" grpId="0" bldLvl="0" animBg="1"/>
      <p:bldP spid="33" grpId="0" bldLvl="0" animBg="1"/>
      <p:bldP spid="34" grpId="0" bldLvl="0" animBg="1"/>
      <p:bldP spid="35" grpId="0" bldLvl="0" animBg="1"/>
      <p:bldP spid="36" grpId="0" bldLvl="0" animBg="1"/>
      <p:bldP spid="37" grpId="0" bldLvl="0" animBg="1"/>
      <p:bldP spid="46"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3.1</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～っこない</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絶対に～ない／できないと強く思う（親しい人との話し言葉）</a:t>
            </a:r>
            <a:endParaRPr lang="ja-JP" sz="1800"/>
          </a:p>
        </p:txBody>
      </p:sp>
      <p:sp>
        <p:nvSpPr>
          <p:cNvPr id="9" name="conn 9"/>
          <p:cNvSpPr/>
          <p:nvPr/>
        </p:nvSpPr>
        <p:spPr>
          <a:xfrm>
            <a:off x="685800" y="2148840"/>
            <a:ext cx="10820095" cy="18288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Vます ＋ </a:t>
            </a:r>
            <a:r>
              <a:rPr lang="ja-JP" altLang="en-US" sz="2200" b="1" dirty="0">
                <a:solidFill>
                  <a:srgbClr val="A64B31"/>
                </a:solidFill>
                <a:highlight>
                  <a:srgbClr val="F9E2A0"/>
                </a:highlight>
                <a:latin typeface="Meiryo"/>
                <a:ea typeface="Meiryo"/>
                <a:cs typeface="Meiryo"/>
              </a:rPr>
              <a:t>っこない</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歌えます → 歌え</a:t>
            </a:r>
            <a:r>
              <a:rPr lang="ja-JP" altLang="en-US" sz="1700" b="1" dirty="0">
                <a:solidFill>
                  <a:srgbClr val="A64B31"/>
                </a:solidFill>
                <a:highlight>
                  <a:srgbClr val="F9E2A0"/>
                </a:highlight>
                <a:latin typeface="Meiryo"/>
                <a:ea typeface="Meiryo"/>
                <a:cs typeface="Meiryo"/>
              </a:rPr>
              <a:t>っこない</a:t>
            </a:r>
            <a:endParaRPr lang="ja-JP" sz="1700"/>
          </a:p>
        </p:txBody>
      </p:sp>
      <p:sp>
        <p:nvSpPr>
          <p:cNvPr id="13" name="ex 13"/>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行きます → 行き</a:t>
            </a:r>
            <a:r>
              <a:rPr lang="ja-JP" altLang="en-US" sz="1700" b="1" dirty="0">
                <a:solidFill>
                  <a:srgbClr val="A64B31"/>
                </a:solidFill>
                <a:highlight>
                  <a:srgbClr val="F9E2A0"/>
                </a:highlight>
                <a:latin typeface="Meiryo"/>
                <a:ea typeface="Meiryo"/>
                <a:cs typeface="Meiryo"/>
              </a:rPr>
              <a:t>っこない</a:t>
            </a:r>
            <a:endParaRPr lang="ja-JP" sz="1700"/>
          </a:p>
        </p:txBody>
      </p:sp>
      <p:sp>
        <p:nvSpPr>
          <p:cNvPr id="14" name="ex 14"/>
          <p:cNvSpPr txBox="1"/>
          <p:nvPr/>
        </p:nvSpPr>
        <p:spPr>
          <a:xfrm>
            <a:off x="7726680" y="32918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できます → でき</a:t>
            </a:r>
            <a:r>
              <a:rPr lang="ja-JP" altLang="en-US" sz="1700" b="1" dirty="0">
                <a:solidFill>
                  <a:srgbClr val="A64B31"/>
                </a:solidFill>
                <a:highlight>
                  <a:srgbClr val="F9E2A0"/>
                </a:highlight>
                <a:latin typeface="Meiryo"/>
                <a:ea typeface="Meiryo"/>
                <a:cs typeface="Meiryo"/>
              </a:rPr>
              <a:t>っこない</a:t>
            </a:r>
            <a:endParaRPr lang="ja-JP" sz="1700"/>
          </a:p>
        </p:txBody>
      </p:sp>
      <p:sp>
        <p:nvSpPr>
          <p:cNvPr id="15" name="pill 15"/>
          <p:cNvSpPr txBox="1"/>
          <p:nvPr/>
        </p:nvSpPr>
        <p:spPr>
          <a:xfrm>
            <a:off x="685800" y="4297680"/>
            <a:ext cx="8636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意味</a:t>
            </a:r>
            <a:endParaRPr lang="ja-JP" sz="1600"/>
          </a:p>
        </p:txBody>
      </p:sp>
      <p:sp>
        <p:nvSpPr>
          <p:cNvPr id="16" name="body 16"/>
          <p:cNvSpPr txBox="1"/>
          <p:nvPr/>
        </p:nvSpPr>
        <p:spPr>
          <a:xfrm>
            <a:off x="685800" y="4864608"/>
            <a:ext cx="520430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話し手の強い否定の判断を表す。</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可能形や「わかる・できる」とよく使う。</a:t>
            </a:r>
            <a:endParaRPr lang="ja-JP" sz="1600"/>
          </a:p>
        </p:txBody>
      </p:sp>
      <p:sp>
        <p:nvSpPr>
          <p:cNvPr id="17" name="rei 17"/>
          <p:cNvSpPr txBox="1"/>
          <p:nvPr/>
        </p:nvSpPr>
        <p:spPr>
          <a:xfrm>
            <a:off x="685800" y="56885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18" name="pex 18"/>
          <p:cNvSpPr txBox="1"/>
          <p:nvPr/>
        </p:nvSpPr>
        <p:spPr>
          <a:xfrm>
            <a:off x="1188720" y="5670296"/>
            <a:ext cx="4701388" cy="37871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900" b="0" dirty="0">
                <a:solidFill>
                  <a:srgbClr val="1F271D"/>
                </a:solidFill>
                <a:latin typeface="Meiryo"/>
                <a:ea typeface="Meiryo"/>
                <a:cs typeface="Meiryo"/>
              </a:rPr>
              <a:t>こんな問題、わかり</a:t>
            </a:r>
            <a:r>
              <a:rPr lang="ja-JP" altLang="en-US" sz="1900" b="1" dirty="0">
                <a:solidFill>
                  <a:srgbClr val="A64B31"/>
                </a:solidFill>
                <a:highlight>
                  <a:srgbClr val="F9E2A0"/>
                </a:highlight>
                <a:latin typeface="Meiryo"/>
                <a:ea typeface="Meiryo"/>
                <a:cs typeface="Meiryo"/>
              </a:rPr>
              <a:t>っこない</a:t>
            </a:r>
            <a:r>
              <a:rPr lang="ja-JP" altLang="en-US" sz="1900" b="0" dirty="0">
                <a:solidFill>
                  <a:srgbClr val="1F271D"/>
                </a:solidFill>
                <a:latin typeface="Meiryo"/>
                <a:ea typeface="Meiryo"/>
                <a:cs typeface="Meiryo"/>
              </a:rPr>
              <a:t>よ。</a:t>
            </a:r>
            <a:endParaRPr lang="ja-JP" sz="1900"/>
          </a:p>
        </p:txBody>
      </p:sp>
      <p:sp>
        <p:nvSpPr>
          <p:cNvPr id="19" name="vrule 19"/>
          <p:cNvSpPr/>
          <p:nvPr/>
        </p:nvSpPr>
        <p:spPr>
          <a:xfrm>
            <a:off x="6095848" y="4343400"/>
            <a:ext cx="13716" cy="2103120"/>
          </a:xfrm>
          <a:prstGeom prst="rect">
            <a:avLst/>
          </a:prstGeom>
          <a:solidFill>
            <a:srgbClr val="DBCCBA"/>
          </a:solidFill>
          <a:ln>
            <a:noFill/>
          </a:ln>
        </p:spPr>
        <p:txBody>
          <a:bodyPr rtlCol="0" anchor="ctr"/>
          <a:lstStyle/>
          <a:p>
            <a:endParaRPr lang="ja-JP"/>
          </a:p>
        </p:txBody>
      </p:sp>
      <p:sp>
        <p:nvSpPr>
          <p:cNvPr id="20" name="pill 20"/>
          <p:cNvSpPr txBox="1"/>
          <p:nvPr/>
        </p:nvSpPr>
        <p:spPr>
          <a:xfrm>
            <a:off x="6301588" y="4297680"/>
            <a:ext cx="863600"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注意</a:t>
            </a:r>
            <a:endParaRPr lang="ja-JP" sz="1600"/>
          </a:p>
        </p:txBody>
      </p:sp>
      <p:sp>
        <p:nvSpPr>
          <p:cNvPr id="21" name="body 21"/>
          <p:cNvSpPr txBox="1"/>
          <p:nvPr/>
        </p:nvSpPr>
        <p:spPr>
          <a:xfrm>
            <a:off x="6301588" y="4864608"/>
            <a:ext cx="520430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親しい人との会話で使う。</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目上の人には「～わけがない」を使う。</a:t>
            </a:r>
            <a:endParaRPr lang="ja-JP" sz="1600"/>
          </a:p>
        </p:txBody>
      </p:sp>
      <p:sp>
        <p:nvSpPr>
          <p:cNvPr id="22" name="rei 22"/>
          <p:cNvSpPr txBox="1"/>
          <p:nvPr/>
        </p:nvSpPr>
        <p:spPr>
          <a:xfrm>
            <a:off x="6301588" y="56885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3" name="pex 23"/>
          <p:cNvSpPr txBox="1"/>
          <p:nvPr/>
        </p:nvSpPr>
        <p:spPr>
          <a:xfrm>
            <a:off x="6804508" y="5670296"/>
            <a:ext cx="4701388" cy="37871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900" b="0" dirty="0">
                <a:solidFill>
                  <a:srgbClr val="1F271D"/>
                </a:solidFill>
                <a:latin typeface="Meiryo"/>
                <a:ea typeface="Meiryo"/>
                <a:cs typeface="Meiryo"/>
              </a:rPr>
              <a:t>× 先生、私にはでき</a:t>
            </a:r>
            <a:r>
              <a:rPr lang="ja-JP" altLang="en-US" sz="1900" b="1" dirty="0">
                <a:solidFill>
                  <a:srgbClr val="A64B31"/>
                </a:solidFill>
                <a:highlight>
                  <a:srgbClr val="F9E2A0"/>
                </a:highlight>
                <a:latin typeface="Meiryo"/>
                <a:ea typeface="Meiryo"/>
                <a:cs typeface="Meiryo"/>
              </a:rPr>
              <a:t>っこない</a:t>
            </a:r>
            <a:r>
              <a:rPr lang="ja-JP" altLang="en-US" sz="1900" b="0" dirty="0">
                <a:solidFill>
                  <a:srgbClr val="1F271D"/>
                </a:solidFill>
                <a:latin typeface="Meiryo"/>
                <a:ea typeface="Meiryo"/>
                <a:cs typeface="Meiryo"/>
              </a:rPr>
              <a:t>です。</a:t>
            </a:r>
            <a:endParaRPr lang="ja-JP" sz="19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500"/>
                                        <p:tgtEl>
                                          <p:spTgt spid="19"/>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500"/>
                                        <p:tgtEl>
                                          <p:spTgt spid="20"/>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up)">
                                      <p:cBhvr>
                                        <p:cTn id="5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4732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～っこない</a:t>
            </a:r>
            <a:endParaRPr lang="ja-JP" sz="1600"/>
          </a:p>
        </p:txBody>
      </p:sp>
      <p:sp>
        <p:nvSpPr>
          <p:cNvPr id="6" name="t 6"/>
          <p:cNvSpPr txBox="1"/>
          <p:nvPr/>
        </p:nvSpPr>
        <p:spPr>
          <a:xfrm>
            <a:off x="23418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例①②</a:t>
            </a:r>
            <a:endParaRPr lang="ja-JP" sz="1400"/>
          </a:p>
        </p:txBody>
      </p:sp>
      <p:sp>
        <p:nvSpPr>
          <p:cNvPr id="7" name="badge 7"/>
          <p:cNvSpPr txBox="1"/>
          <p:nvPr/>
        </p:nvSpPr>
        <p:spPr>
          <a:xfrm>
            <a:off x="685800" y="127355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badge 8"/>
          <p:cNvSpPr txBox="1"/>
          <p:nvPr/>
        </p:nvSpPr>
        <p:spPr>
          <a:xfrm>
            <a:off x="1490472" y="130556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9" name="line 9"/>
          <p:cNvSpPr txBox="1"/>
          <p:nvPr/>
        </p:nvSpPr>
        <p:spPr>
          <a:xfrm>
            <a:off x="2148840" y="1325880"/>
            <a:ext cx="935705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0" dirty="0">
                <a:solidFill>
                  <a:srgbClr val="1F271D"/>
                </a:solidFill>
                <a:latin typeface="Meiryo"/>
                <a:ea typeface="Meiryo"/>
                <a:cs typeface="Meiryo"/>
              </a:rPr>
              <a:t>ねえ、この曲、歌える？</a:t>
            </a:r>
            <a:endParaRPr lang="ja-JP" sz="2600"/>
          </a:p>
        </p:txBody>
      </p:sp>
      <p:sp>
        <p:nvSpPr>
          <p:cNvPr id="10" name="badge 10"/>
          <p:cNvSpPr txBox="1"/>
          <p:nvPr/>
        </p:nvSpPr>
        <p:spPr>
          <a:xfrm>
            <a:off x="1490472" y="1914144"/>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1" name="line 11"/>
          <p:cNvSpPr txBox="1"/>
          <p:nvPr/>
        </p:nvSpPr>
        <p:spPr>
          <a:xfrm>
            <a:off x="2148840" y="1934464"/>
            <a:ext cx="935705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0" dirty="0">
                <a:solidFill>
                  <a:srgbClr val="1F271D"/>
                </a:solidFill>
                <a:latin typeface="Meiryo"/>
                <a:ea typeface="Meiryo"/>
                <a:cs typeface="Meiryo"/>
              </a:rPr>
              <a:t>わあ、音が高いね。だめだめ、僕には歌え</a:t>
            </a:r>
            <a:r>
              <a:rPr lang="ja-JP" altLang="en-US" sz="2600" b="1" dirty="0">
                <a:solidFill>
                  <a:srgbClr val="A64B31"/>
                </a:solidFill>
                <a:highlight>
                  <a:srgbClr val="F9E2A0"/>
                </a:highlight>
                <a:latin typeface="Meiryo"/>
                <a:ea typeface="Meiryo"/>
                <a:cs typeface="Meiryo"/>
              </a:rPr>
              <a:t>っこない</a:t>
            </a:r>
            <a:r>
              <a:rPr lang="ja-JP" altLang="en-US" sz="2600" b="0" dirty="0">
                <a:solidFill>
                  <a:srgbClr val="1F271D"/>
                </a:solidFill>
                <a:latin typeface="Meiryo"/>
                <a:ea typeface="Meiryo"/>
                <a:cs typeface="Meiryo"/>
              </a:rPr>
              <a:t>よ。</a:t>
            </a:r>
            <a:endParaRPr lang="ja-JP" sz="2600"/>
          </a:p>
        </p:txBody>
      </p:sp>
      <p:sp>
        <p:nvSpPr>
          <p:cNvPr id="12" name="rule 12"/>
          <p:cNvSpPr/>
          <p:nvPr/>
        </p:nvSpPr>
        <p:spPr>
          <a:xfrm>
            <a:off x="685800" y="2671064"/>
            <a:ext cx="9174175" cy="18288"/>
          </a:xfrm>
          <a:prstGeom prst="rect">
            <a:avLst/>
          </a:prstGeom>
          <a:solidFill>
            <a:srgbClr val="DBCCBA"/>
          </a:solidFill>
          <a:ln>
            <a:noFill/>
          </a:ln>
        </p:spPr>
        <p:txBody>
          <a:bodyPr rtlCol="0" anchor="ctr"/>
          <a:lstStyle/>
          <a:p>
            <a:endParaRPr lang="ja-JP"/>
          </a:p>
        </p:txBody>
      </p:sp>
      <p:sp>
        <p:nvSpPr>
          <p:cNvPr id="13" name="badge 13"/>
          <p:cNvSpPr txBox="1"/>
          <p:nvPr/>
        </p:nvSpPr>
        <p:spPr>
          <a:xfrm>
            <a:off x="685800" y="2938780"/>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14" name="badge 14"/>
          <p:cNvSpPr txBox="1"/>
          <p:nvPr/>
        </p:nvSpPr>
        <p:spPr>
          <a:xfrm>
            <a:off x="1490472" y="2970784"/>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15" name="line 15"/>
          <p:cNvSpPr txBox="1"/>
          <p:nvPr/>
        </p:nvSpPr>
        <p:spPr>
          <a:xfrm>
            <a:off x="2148840" y="2991104"/>
            <a:ext cx="935705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0" dirty="0">
                <a:solidFill>
                  <a:srgbClr val="1F271D"/>
                </a:solidFill>
                <a:latin typeface="Meiryo"/>
                <a:ea typeface="Meiryo"/>
                <a:cs typeface="Meiryo"/>
              </a:rPr>
              <a:t>北海道旅行に小林さんを誘ったら、一緒に行くかな？</a:t>
            </a:r>
            <a:endParaRPr lang="ja-JP" sz="2600"/>
          </a:p>
        </p:txBody>
      </p:sp>
      <p:sp>
        <p:nvSpPr>
          <p:cNvPr id="16" name="badge 16"/>
          <p:cNvSpPr txBox="1"/>
          <p:nvPr/>
        </p:nvSpPr>
        <p:spPr>
          <a:xfrm>
            <a:off x="1490472" y="3579368"/>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7" name="line 17"/>
          <p:cNvSpPr txBox="1"/>
          <p:nvPr/>
        </p:nvSpPr>
        <p:spPr>
          <a:xfrm>
            <a:off x="2148840" y="3599688"/>
            <a:ext cx="935705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0" dirty="0">
                <a:solidFill>
                  <a:srgbClr val="1F271D"/>
                </a:solidFill>
                <a:latin typeface="Meiryo"/>
                <a:ea typeface="Meiryo"/>
                <a:cs typeface="Meiryo"/>
              </a:rPr>
              <a:t>小林さん？　行き</a:t>
            </a:r>
            <a:r>
              <a:rPr lang="ja-JP" altLang="en-US" sz="2600" b="1" dirty="0">
                <a:solidFill>
                  <a:srgbClr val="A64B31"/>
                </a:solidFill>
                <a:highlight>
                  <a:srgbClr val="F9E2A0"/>
                </a:highlight>
                <a:latin typeface="Meiryo"/>
                <a:ea typeface="Meiryo"/>
                <a:cs typeface="Meiryo"/>
              </a:rPr>
              <a:t>っこない</a:t>
            </a:r>
            <a:r>
              <a:rPr lang="ja-JP" altLang="en-US" sz="2600" b="0" dirty="0">
                <a:solidFill>
                  <a:srgbClr val="1F271D"/>
                </a:solidFill>
                <a:latin typeface="Meiryo"/>
                <a:ea typeface="Meiryo"/>
                <a:cs typeface="Meiryo"/>
              </a:rPr>
              <a:t>よ。</a:t>
            </a:r>
            <a:endParaRPr lang="ja-JP" sz="2600"/>
          </a:p>
          <a:p>
            <a:pPr algn="l">
              <a:lnSpc>
                <a:spcPct val="118000"/>
              </a:lnSpc>
              <a:spcBef>
                <a:spcPts val="0"/>
              </a:spcBef>
              <a:spcAft>
                <a:spcPts val="200"/>
              </a:spcAft>
              <a:buNone/>
            </a:pPr>
            <a:r>
              <a:rPr lang="ja-JP" altLang="en-US" sz="2600" b="0" dirty="0">
                <a:solidFill>
                  <a:srgbClr val="1F271D"/>
                </a:solidFill>
                <a:latin typeface="Meiryo"/>
                <a:ea typeface="Meiryo"/>
                <a:cs typeface="Meiryo"/>
              </a:rPr>
              <a:t>寒い所、嫌いって言ってたから。</a:t>
            </a:r>
            <a:endParaRPr lang="ja-JP" sz="2600"/>
          </a:p>
        </p:txBody>
      </p:sp>
      <p:sp>
        <p:nvSpPr>
          <p:cNvPr id="18" name="note 18"/>
          <p:cNvSpPr txBox="1"/>
          <p:nvPr/>
        </p:nvSpPr>
        <p:spPr>
          <a:xfrm rot="-72000">
            <a:off x="777240" y="5623560"/>
            <a:ext cx="9646920" cy="100584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②「寒い所が嫌い」という理由から、「絶対に行かない」と判断している。</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500"/>
                                        <p:tgtEl>
                                          <p:spTgt spid="15"/>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up)">
                                      <p:cBhvr>
                                        <p:cTn id="16" dur="500"/>
                                        <p:tgtEl>
                                          <p:spTgt spid="16"/>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up)">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up)">
                                      <p:cBhvr>
                                        <p:cTn id="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4732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～っこない</a:t>
            </a:r>
            <a:endParaRPr lang="ja-JP" sz="1600"/>
          </a:p>
        </p:txBody>
      </p:sp>
      <p:sp>
        <p:nvSpPr>
          <p:cNvPr id="6" name="t 6"/>
          <p:cNvSpPr txBox="1"/>
          <p:nvPr/>
        </p:nvSpPr>
        <p:spPr>
          <a:xfrm>
            <a:off x="23418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　翻訳練習　Câu 1/9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47320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Bài tập nhiều thế này thì làm sao mà xong trong một ngày được.</a:t>
            </a:r>
            <a:endParaRPr lang="ja-JP" sz="2600"/>
          </a:p>
        </p:txBody>
      </p:sp>
      <p:sp>
        <p:nvSpPr>
          <p:cNvPr id="9" name="pill 9"/>
          <p:cNvSpPr txBox="1"/>
          <p:nvPr/>
        </p:nvSpPr>
        <p:spPr>
          <a:xfrm>
            <a:off x="685800" y="321056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321056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終わる</a:t>
            </a:r>
            <a:endParaRPr lang="ja-JP" sz="1800"/>
          </a:p>
        </p:txBody>
      </p:sp>
      <p:sp>
        <p:nvSpPr>
          <p:cNvPr id="11" name="ANS_bg 11"/>
          <p:cNvSpPr/>
          <p:nvPr/>
        </p:nvSpPr>
        <p:spPr>
          <a:xfrm>
            <a:off x="685800" y="389636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407924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444500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こんなにたくさんの宿題、1日で終わり</a:t>
            </a:r>
            <a:r>
              <a:rPr lang="ja-JP" altLang="en-US" sz="2600" b="1" dirty="0">
                <a:solidFill>
                  <a:srgbClr val="F2C14E"/>
                </a:solidFill>
                <a:latin typeface="Meiryo"/>
                <a:ea typeface="Meiryo"/>
                <a:cs typeface="Meiryo"/>
              </a:rPr>
              <a:t>っこない</a:t>
            </a:r>
            <a:r>
              <a:rPr lang="ja-JP" altLang="en-US" sz="2600" b="1" dirty="0">
                <a:solidFill>
                  <a:srgbClr val="FFFFFF"/>
                </a:solidFill>
                <a:latin typeface="Meiryo"/>
                <a:ea typeface="Meiryo"/>
                <a:cs typeface="Meiryo"/>
              </a:rPr>
              <a:t>よ。</a:t>
            </a:r>
            <a:endParaRPr lang="ja-JP" sz="2600"/>
          </a:p>
        </p:txBody>
      </p:sp>
      <p:sp>
        <p:nvSpPr>
          <p:cNvPr id="14" name="t 14"/>
          <p:cNvSpPr txBox="1"/>
          <p:nvPr/>
        </p:nvSpPr>
        <p:spPr>
          <a:xfrm>
            <a:off x="1005840" y="499872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別の表現：こんなに多い宿題、1日で終わるわけがない。（硬い言い方）</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4732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～っこない</a:t>
            </a:r>
            <a:endParaRPr lang="ja-JP" sz="1600"/>
          </a:p>
        </p:txBody>
      </p:sp>
      <p:sp>
        <p:nvSpPr>
          <p:cNvPr id="6" name="t 6"/>
          <p:cNvSpPr txBox="1"/>
          <p:nvPr/>
        </p:nvSpPr>
        <p:spPr>
          <a:xfrm>
            <a:off x="23418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　翻訳練習　Câu 2/9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Có nói với anh ấy thì anh ấy cũng chẳng hiểu đâu.</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わかる</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彼に言っても、わかり</a:t>
            </a:r>
            <a:r>
              <a:rPr lang="ja-JP" altLang="en-US" sz="2600" b="1" dirty="0">
                <a:solidFill>
                  <a:srgbClr val="F2C14E"/>
                </a:solidFill>
                <a:latin typeface="Meiryo"/>
                <a:ea typeface="Meiryo"/>
                <a:cs typeface="Meiryo"/>
              </a:rPr>
              <a:t>っこない</a:t>
            </a:r>
            <a:r>
              <a:rPr lang="ja-JP" altLang="en-US" sz="2600" b="1" dirty="0">
                <a:solidFill>
                  <a:srgbClr val="FFFFFF"/>
                </a:solidFill>
                <a:latin typeface="Meiryo"/>
                <a:ea typeface="Meiryo"/>
                <a:cs typeface="Meiryo"/>
              </a:rPr>
              <a:t>よ。</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別の表現：彼に話したって、わかりっこない。</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4732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～っこない</a:t>
            </a:r>
            <a:endParaRPr lang="ja-JP" sz="1600"/>
          </a:p>
        </p:txBody>
      </p:sp>
      <p:sp>
        <p:nvSpPr>
          <p:cNvPr id="6" name="t 6"/>
          <p:cNvSpPr txBox="1"/>
          <p:nvPr/>
        </p:nvSpPr>
        <p:spPr>
          <a:xfrm>
            <a:off x="23418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　翻訳練習　Câu 3/9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Đội mình làm sao thắng được đội đó. Họ mạnh quá mà.</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勝つ（可能形）</a:t>
            </a:r>
            <a:endParaRPr lang="ja-JP" sz="1800"/>
          </a:p>
        </p:txBody>
      </p:sp>
      <p:sp>
        <p:nvSpPr>
          <p:cNvPr id="11" name="ANS_bg 11"/>
          <p:cNvSpPr/>
          <p:nvPr/>
        </p:nvSpPr>
        <p:spPr>
          <a:xfrm>
            <a:off x="685800" y="3434080"/>
            <a:ext cx="10820095" cy="206756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私たちのチームがあのチームに勝て</a:t>
            </a:r>
            <a:r>
              <a:rPr lang="ja-JP" altLang="en-US" sz="2600" b="1" dirty="0">
                <a:solidFill>
                  <a:srgbClr val="F2C14E"/>
                </a:solidFill>
                <a:latin typeface="Meiryo"/>
                <a:ea typeface="Meiryo"/>
                <a:cs typeface="Meiryo"/>
              </a:rPr>
              <a:t>っこない</a:t>
            </a:r>
            <a:r>
              <a:rPr lang="ja-JP" altLang="en-US" sz="2600" b="1" dirty="0">
                <a:solidFill>
                  <a:srgbClr val="FFFFFF"/>
                </a:solidFill>
                <a:latin typeface="Meiryo"/>
                <a:ea typeface="Meiryo"/>
                <a:cs typeface="Meiryo"/>
              </a:rPr>
              <a:t>よ。強すぎるから。</a:t>
            </a:r>
            <a:endParaRPr lang="ja-JP" sz="2600"/>
          </a:p>
        </p:txBody>
      </p:sp>
      <p:sp>
        <p:nvSpPr>
          <p:cNvPr id="14" name="t 14"/>
          <p:cNvSpPr txBox="1"/>
          <p:nvPr/>
        </p:nvSpPr>
        <p:spPr>
          <a:xfrm>
            <a:off x="1005840" y="499872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別の表現：あのチームには勝てっこないよ。強すぎる。</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3.2</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～もん・～んだもん</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個人的な理由や言い訳を言う。子どもっぽい言い方</a:t>
            </a:r>
            <a:endParaRPr lang="ja-JP" sz="1800"/>
          </a:p>
        </p:txBody>
      </p:sp>
      <p:sp>
        <p:nvSpPr>
          <p:cNvPr id="9" name="conn 9"/>
          <p:cNvSpPr/>
          <p:nvPr/>
        </p:nvSpPr>
        <p:spPr>
          <a:xfrm>
            <a:off x="685800" y="2148840"/>
            <a:ext cx="10820095" cy="18288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普通形 ＋ </a:t>
            </a:r>
            <a:r>
              <a:rPr lang="ja-JP" altLang="en-US" sz="2200" b="1" dirty="0">
                <a:solidFill>
                  <a:srgbClr val="A64B31"/>
                </a:solidFill>
                <a:highlight>
                  <a:srgbClr val="F9E2A0"/>
                </a:highlight>
                <a:latin typeface="Meiryo"/>
                <a:ea typeface="Meiryo"/>
                <a:cs typeface="Meiryo"/>
              </a:rPr>
              <a:t>もん</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怖い</a:t>
            </a:r>
            <a:r>
              <a:rPr lang="ja-JP" altLang="en-US" sz="1700" b="1" dirty="0">
                <a:solidFill>
                  <a:srgbClr val="A64B31"/>
                </a:solidFill>
                <a:highlight>
                  <a:srgbClr val="F9E2A0"/>
                </a:highlight>
                <a:latin typeface="Meiryo"/>
                <a:ea typeface="Meiryo"/>
                <a:cs typeface="Meiryo"/>
              </a:rPr>
              <a:t>もん</a:t>
            </a:r>
            <a:r>
              <a:rPr lang="ja-JP" altLang="en-US" sz="1700" b="0" dirty="0">
                <a:solidFill>
                  <a:srgbClr val="7A6F62"/>
                </a:solidFill>
                <a:latin typeface="Meiryo"/>
                <a:ea typeface="Meiryo"/>
                <a:cs typeface="Meiryo"/>
              </a:rPr>
              <a:t>　できる</a:t>
            </a:r>
            <a:r>
              <a:rPr lang="ja-JP" altLang="en-US" sz="1700" b="1" dirty="0">
                <a:solidFill>
                  <a:srgbClr val="A64B31"/>
                </a:solidFill>
                <a:highlight>
                  <a:srgbClr val="F9E2A0"/>
                </a:highlight>
                <a:latin typeface="Meiryo"/>
                <a:ea typeface="Meiryo"/>
                <a:cs typeface="Meiryo"/>
              </a:rPr>
              <a:t>もん</a:t>
            </a:r>
            <a:endParaRPr lang="ja-JP" sz="1700"/>
          </a:p>
        </p:txBody>
      </p:sp>
      <p:sp>
        <p:nvSpPr>
          <p:cNvPr id="13" name="form 13"/>
          <p:cNvSpPr txBox="1"/>
          <p:nvPr/>
        </p:nvSpPr>
        <p:spPr>
          <a:xfrm>
            <a:off x="2103120" y="28346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普通形 ＋ </a:t>
            </a:r>
            <a:r>
              <a:rPr lang="ja-JP" altLang="en-US" sz="2200" b="1" dirty="0">
                <a:solidFill>
                  <a:srgbClr val="A64B31"/>
                </a:solidFill>
                <a:highlight>
                  <a:srgbClr val="F9E2A0"/>
                </a:highlight>
                <a:latin typeface="Meiryo"/>
                <a:ea typeface="Meiryo"/>
                <a:cs typeface="Meiryo"/>
              </a:rPr>
              <a:t>んだもん</a:t>
            </a:r>
            <a:endParaRPr lang="ja-JP" sz="2200"/>
          </a:p>
        </p:txBody>
      </p:sp>
      <p:sp>
        <p:nvSpPr>
          <p:cNvPr id="14" name="ex 14"/>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行きたい</a:t>
            </a:r>
            <a:r>
              <a:rPr lang="ja-JP" altLang="en-US" sz="1700" b="1" dirty="0">
                <a:solidFill>
                  <a:srgbClr val="A64B31"/>
                </a:solidFill>
                <a:highlight>
                  <a:srgbClr val="F9E2A0"/>
                </a:highlight>
                <a:latin typeface="Meiryo"/>
                <a:ea typeface="Meiryo"/>
                <a:cs typeface="Meiryo"/>
              </a:rPr>
              <a:t>んだもん</a:t>
            </a:r>
            <a:endParaRPr lang="ja-JP" sz="1700"/>
          </a:p>
        </p:txBody>
      </p:sp>
      <p:sp>
        <p:nvSpPr>
          <p:cNvPr id="15" name="form 15"/>
          <p:cNvSpPr txBox="1"/>
          <p:nvPr/>
        </p:nvSpPr>
        <p:spPr>
          <a:xfrm>
            <a:off x="2103120" y="32918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Aな・N ＋ </a:t>
            </a:r>
            <a:r>
              <a:rPr lang="ja-JP" altLang="en-US" sz="2200" b="1" dirty="0">
                <a:solidFill>
                  <a:srgbClr val="A64B31"/>
                </a:solidFill>
                <a:highlight>
                  <a:srgbClr val="F9E2A0"/>
                </a:highlight>
                <a:latin typeface="Meiryo"/>
                <a:ea typeface="Meiryo"/>
                <a:cs typeface="Meiryo"/>
              </a:rPr>
              <a:t>なんだもん</a:t>
            </a:r>
            <a:endParaRPr lang="ja-JP" sz="2200"/>
          </a:p>
        </p:txBody>
      </p:sp>
      <p:sp>
        <p:nvSpPr>
          <p:cNvPr id="16" name="ex 16"/>
          <p:cNvSpPr txBox="1"/>
          <p:nvPr/>
        </p:nvSpPr>
        <p:spPr>
          <a:xfrm>
            <a:off x="7726680" y="32918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嫌い</a:t>
            </a:r>
            <a:r>
              <a:rPr lang="ja-JP" altLang="en-US" sz="1700" b="1" dirty="0">
                <a:solidFill>
                  <a:srgbClr val="A64B31"/>
                </a:solidFill>
                <a:highlight>
                  <a:srgbClr val="F9E2A0"/>
                </a:highlight>
                <a:latin typeface="Meiryo"/>
                <a:ea typeface="Meiryo"/>
                <a:cs typeface="Meiryo"/>
              </a:rPr>
              <a:t>なんだもん</a:t>
            </a:r>
            <a:endParaRPr lang="ja-JP" sz="1700"/>
          </a:p>
        </p:txBody>
      </p:sp>
      <p:sp>
        <p:nvSpPr>
          <p:cNvPr id="17" name="pill 17"/>
          <p:cNvSpPr txBox="1"/>
          <p:nvPr/>
        </p:nvSpPr>
        <p:spPr>
          <a:xfrm>
            <a:off x="685800" y="4297680"/>
            <a:ext cx="14732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いつ使う？</a:t>
            </a:r>
            <a:endParaRPr lang="ja-JP" sz="1600"/>
          </a:p>
        </p:txBody>
      </p:sp>
      <p:sp>
        <p:nvSpPr>
          <p:cNvPr id="18" name="body 18"/>
          <p:cNvSpPr txBox="1"/>
          <p:nvPr/>
        </p:nvSpPr>
        <p:spPr>
          <a:xfrm>
            <a:off x="685800" y="48646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理由や言い訳を言う。</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a:t>
            </a:r>
            <a:r>
              <a:rPr lang="ja-JP" altLang="en-US" sz="1600" b="1" dirty="0">
                <a:solidFill>
                  <a:srgbClr val="7A5F2E"/>
                </a:solidFill>
                <a:latin typeface="Meiryo"/>
                <a:ea typeface="Meiryo"/>
                <a:cs typeface="Meiryo"/>
              </a:rPr>
              <a:t>だって</a:t>
            </a:r>
            <a:r>
              <a:rPr lang="ja-JP" altLang="en-US" sz="1600" b="0" dirty="0">
                <a:solidFill>
                  <a:srgbClr val="1F271D"/>
                </a:solidFill>
                <a:latin typeface="Meiryo"/>
                <a:ea typeface="Meiryo"/>
                <a:cs typeface="Meiryo"/>
              </a:rPr>
              <a:t>、～もん」が多い。</a:t>
            </a:r>
            <a:endParaRPr lang="ja-JP" sz="1600"/>
          </a:p>
        </p:txBody>
      </p:sp>
      <p:sp>
        <p:nvSpPr>
          <p:cNvPr id="19" name="rei 19"/>
          <p:cNvSpPr txBox="1"/>
          <p:nvPr/>
        </p:nvSpPr>
        <p:spPr>
          <a:xfrm>
            <a:off x="685800" y="56885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0" name="pex 20"/>
          <p:cNvSpPr txBox="1"/>
          <p:nvPr/>
        </p:nvSpPr>
        <p:spPr>
          <a:xfrm>
            <a:off x="1188720" y="56702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1" dirty="0">
                <a:solidFill>
                  <a:srgbClr val="7A5F2E"/>
                </a:solidFill>
                <a:latin typeface="Meiryo"/>
                <a:ea typeface="Meiryo"/>
                <a:cs typeface="Meiryo"/>
              </a:rPr>
              <a:t>だって</a:t>
            </a:r>
            <a:r>
              <a:rPr lang="ja-JP" altLang="en-US" sz="1700" b="0" dirty="0">
                <a:solidFill>
                  <a:srgbClr val="1F271D"/>
                </a:solidFill>
                <a:latin typeface="Meiryo"/>
                <a:ea typeface="Meiryo"/>
                <a:cs typeface="Meiryo"/>
              </a:rPr>
              <a:t>、怖い</a:t>
            </a:r>
            <a:r>
              <a:rPr lang="ja-JP" altLang="en-US" sz="1700" b="1" dirty="0">
                <a:solidFill>
                  <a:srgbClr val="A64B31"/>
                </a:solidFill>
                <a:highlight>
                  <a:srgbClr val="F9E2A0"/>
                </a:highlight>
                <a:latin typeface="Meiryo"/>
                <a:ea typeface="Meiryo"/>
                <a:cs typeface="Meiryo"/>
              </a:rPr>
              <a:t>もん</a:t>
            </a:r>
            <a:r>
              <a:rPr lang="ja-JP" altLang="en-US" sz="1700" b="0" dirty="0">
                <a:solidFill>
                  <a:srgbClr val="1F271D"/>
                </a:solidFill>
                <a:latin typeface="Meiryo"/>
                <a:ea typeface="Meiryo"/>
                <a:cs typeface="Meiryo"/>
              </a:rPr>
              <a:t>。</a:t>
            </a:r>
            <a:endParaRPr lang="ja-JP" sz="1700"/>
          </a:p>
        </p:txBody>
      </p:sp>
      <p:sp>
        <p:nvSpPr>
          <p:cNvPr id="21" name="vrule 21"/>
          <p:cNvSpPr/>
          <p:nvPr/>
        </p:nvSpPr>
        <p:spPr>
          <a:xfrm>
            <a:off x="4223918" y="4343400"/>
            <a:ext cx="13716" cy="2103120"/>
          </a:xfrm>
          <a:prstGeom prst="rect">
            <a:avLst/>
          </a:prstGeom>
          <a:solidFill>
            <a:srgbClr val="DBCCBA"/>
          </a:solidFill>
          <a:ln>
            <a:noFill/>
          </a:ln>
        </p:spPr>
        <p:txBody>
          <a:bodyPr rtlCol="0" anchor="ctr"/>
          <a:lstStyle/>
          <a:p>
            <a:endParaRPr lang="ja-JP"/>
          </a:p>
        </p:txBody>
      </p:sp>
      <p:sp>
        <p:nvSpPr>
          <p:cNvPr id="22" name="pill 22"/>
          <p:cNvSpPr txBox="1"/>
          <p:nvPr/>
        </p:nvSpPr>
        <p:spPr>
          <a:xfrm>
            <a:off x="4429658" y="4297680"/>
            <a:ext cx="1270000"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だれと？</a:t>
            </a:r>
            <a:endParaRPr lang="ja-JP" sz="1600"/>
          </a:p>
        </p:txBody>
      </p:sp>
      <p:sp>
        <p:nvSpPr>
          <p:cNvPr id="23" name="body 23"/>
          <p:cNvSpPr txBox="1"/>
          <p:nvPr/>
        </p:nvSpPr>
        <p:spPr>
          <a:xfrm>
            <a:off x="4429658" y="48646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子どもや、親しい人に甘えるとき。</a:t>
            </a:r>
            <a:endParaRPr lang="ja-JP" sz="1600"/>
          </a:p>
        </p:txBody>
      </p:sp>
      <p:sp>
        <p:nvSpPr>
          <p:cNvPr id="24" name="rei 24"/>
          <p:cNvSpPr txBox="1"/>
          <p:nvPr/>
        </p:nvSpPr>
        <p:spPr>
          <a:xfrm>
            <a:off x="4429658" y="56885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5" name="pex 25"/>
          <p:cNvSpPr txBox="1"/>
          <p:nvPr/>
        </p:nvSpPr>
        <p:spPr>
          <a:xfrm>
            <a:off x="4932578" y="5670296"/>
            <a:ext cx="2829458" cy="343662"/>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一人でできる</a:t>
            </a:r>
            <a:r>
              <a:rPr lang="ja-JP" altLang="en-US" sz="1700" b="1" dirty="0">
                <a:solidFill>
                  <a:srgbClr val="A64B31"/>
                </a:solidFill>
                <a:highlight>
                  <a:srgbClr val="F9E2A0"/>
                </a:highlight>
                <a:latin typeface="Meiryo"/>
                <a:ea typeface="Meiryo"/>
                <a:cs typeface="Meiryo"/>
              </a:rPr>
              <a:t>もん</a:t>
            </a:r>
            <a:r>
              <a:rPr lang="ja-JP" altLang="en-US" sz="1700" b="0" dirty="0">
                <a:solidFill>
                  <a:srgbClr val="1F271D"/>
                </a:solidFill>
                <a:latin typeface="Meiryo"/>
                <a:ea typeface="Meiryo"/>
                <a:cs typeface="Meiryo"/>
              </a:rPr>
              <a:t>。</a:t>
            </a:r>
            <a:endParaRPr lang="ja-JP" sz="1700"/>
          </a:p>
        </p:txBody>
      </p:sp>
      <p:sp>
        <p:nvSpPr>
          <p:cNvPr id="26" name="vrule 26"/>
          <p:cNvSpPr/>
          <p:nvPr/>
        </p:nvSpPr>
        <p:spPr>
          <a:xfrm>
            <a:off x="7967777" y="4343400"/>
            <a:ext cx="13716" cy="2103120"/>
          </a:xfrm>
          <a:prstGeom prst="rect">
            <a:avLst/>
          </a:prstGeom>
          <a:solidFill>
            <a:srgbClr val="DBCCBA"/>
          </a:solidFill>
          <a:ln>
            <a:noFill/>
          </a:ln>
        </p:spPr>
        <p:txBody>
          <a:bodyPr rtlCol="0" anchor="ctr"/>
          <a:lstStyle/>
          <a:p>
            <a:endParaRPr lang="ja-JP"/>
          </a:p>
        </p:txBody>
      </p:sp>
      <p:sp>
        <p:nvSpPr>
          <p:cNvPr id="27" name="pill 27"/>
          <p:cNvSpPr txBox="1"/>
          <p:nvPr/>
        </p:nvSpPr>
        <p:spPr>
          <a:xfrm>
            <a:off x="8173517" y="4297680"/>
            <a:ext cx="863600" cy="402336"/>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注意</a:t>
            </a:r>
            <a:endParaRPr lang="ja-JP" sz="1600"/>
          </a:p>
        </p:txBody>
      </p:sp>
      <p:sp>
        <p:nvSpPr>
          <p:cNvPr id="28" name="body 28"/>
          <p:cNvSpPr txBox="1"/>
          <p:nvPr/>
        </p:nvSpPr>
        <p:spPr>
          <a:xfrm>
            <a:off x="8173517" y="48646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会社・目上の人には</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「～ものですから」を使う。</a:t>
            </a:r>
            <a:endParaRPr lang="ja-JP" sz="1600"/>
          </a:p>
        </p:txBody>
      </p:sp>
      <p:sp>
        <p:nvSpPr>
          <p:cNvPr id="29" name="rei 29"/>
          <p:cNvSpPr txBox="1"/>
          <p:nvPr/>
        </p:nvSpPr>
        <p:spPr>
          <a:xfrm>
            <a:off x="8173517" y="56885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30" name="pex 30"/>
          <p:cNvSpPr txBox="1"/>
          <p:nvPr/>
        </p:nvSpPr>
        <p:spPr>
          <a:xfrm>
            <a:off x="8676437" y="56702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電車が遅れた</a:t>
            </a:r>
            <a:r>
              <a:rPr lang="ja-JP" altLang="en-US" sz="1700" b="1" dirty="0">
                <a:solidFill>
                  <a:srgbClr val="7A5F2E"/>
                </a:solidFill>
                <a:latin typeface="Meiryo"/>
                <a:ea typeface="Meiryo"/>
                <a:cs typeface="Meiryo"/>
              </a:rPr>
              <a:t>ものですから</a:t>
            </a:r>
            <a:r>
              <a:rPr lang="ja-JP" altLang="en-US" sz="1700" b="0" dirty="0">
                <a:solidFill>
                  <a:srgbClr val="1F271D"/>
                </a:solidFill>
                <a:latin typeface="Meiryo"/>
                <a:ea typeface="Meiryo"/>
                <a:cs typeface="Meiryo"/>
              </a:rPr>
              <a:t>。</a:t>
            </a:r>
            <a:endParaRPr lang="ja-JP" sz="17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500"/>
                                        <p:tgtEl>
                                          <p:spTgt spid="15"/>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up)">
                                      <p:cBhvr>
                                        <p:cTn id="39" dur="500"/>
                                        <p:tgtEl>
                                          <p:spTgt spid="19"/>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up)">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up)">
                                      <p:cBhvr>
                                        <p:cTn id="53" dur="500"/>
                                        <p:tgtEl>
                                          <p:spTgt spid="23"/>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up)">
                                      <p:cBhvr>
                                        <p:cTn id="56" dur="500"/>
                                        <p:tgtEl>
                                          <p:spTgt spid="24"/>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ipe(up)">
                                      <p:cBhvr>
                                        <p:cTn id="59" dur="500"/>
                                        <p:tgtEl>
                                          <p:spTgt spid="25"/>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up)">
                                      <p:cBhvr>
                                        <p:cTn id="64" dur="500"/>
                                        <p:tgtEl>
                                          <p:spTgt spid="26"/>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up)">
                                      <p:cBhvr>
                                        <p:cTn id="67" dur="500"/>
                                        <p:tgtEl>
                                          <p:spTgt spid="27"/>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wipe(up)">
                                      <p:cBhvr>
                                        <p:cTn id="70" dur="500"/>
                                        <p:tgtEl>
                                          <p:spTgt spid="28"/>
                                        </p:tgtEl>
                                      </p:cBhvr>
                                    </p:animEffect>
                                  </p:childTnLst>
                                </p:cTn>
                              </p:par>
                              <p:par>
                                <p:cTn id="71" presetID="22" presetClass="entr" presetSubtype="1"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wipe(up)">
                                      <p:cBhvr>
                                        <p:cTn id="73" dur="500"/>
                                        <p:tgtEl>
                                          <p:spTgt spid="29"/>
                                        </p:tgtEl>
                                      </p:cBhvr>
                                    </p:animEffect>
                                  </p:childTnLst>
                                </p:cTn>
                              </p:par>
                              <p:par>
                                <p:cTn id="74" presetID="22" presetClass="entr" presetSubtype="1" fill="hold" grpId="0"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wipe(up)">
                                      <p:cBhvr>
                                        <p:cTn id="7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～もん・～んだもん</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例①②</a:t>
            </a:r>
            <a:endParaRPr lang="ja-JP" sz="1400"/>
          </a:p>
        </p:txBody>
      </p:sp>
      <p:sp>
        <p:nvSpPr>
          <p:cNvPr id="7" name="badge 7"/>
          <p:cNvSpPr txBox="1"/>
          <p:nvPr/>
        </p:nvSpPr>
        <p:spPr>
          <a:xfrm>
            <a:off x="685800" y="128244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badge 8"/>
          <p:cNvSpPr txBox="1"/>
          <p:nvPr/>
        </p:nvSpPr>
        <p:spPr>
          <a:xfrm>
            <a:off x="1490472" y="131445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9" name="line 9"/>
          <p:cNvSpPr txBox="1"/>
          <p:nvPr/>
        </p:nvSpPr>
        <p:spPr>
          <a:xfrm>
            <a:off x="2148840" y="1325880"/>
            <a:ext cx="9357055" cy="9601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700" b="0" dirty="0">
                <a:solidFill>
                  <a:srgbClr val="1F271D"/>
                </a:solidFill>
                <a:latin typeface="Meiryo"/>
                <a:ea typeface="Meiryo"/>
                <a:cs typeface="Meiryo"/>
              </a:rPr>
              <a:t>どうしてジェットコースターに乗らないの？</a:t>
            </a:r>
            <a:endParaRPr lang="ja-JP" sz="2700"/>
          </a:p>
          <a:p>
            <a:pPr algn="l">
              <a:lnSpc>
                <a:spcPct val="118000"/>
              </a:lnSpc>
              <a:spcBef>
                <a:spcPts val="0"/>
              </a:spcBef>
              <a:spcAft>
                <a:spcPts val="200"/>
              </a:spcAft>
              <a:buNone/>
            </a:pPr>
            <a:r>
              <a:rPr lang="ja-JP" altLang="en-US" sz="2700" b="0" dirty="0">
                <a:solidFill>
                  <a:srgbClr val="1F271D"/>
                </a:solidFill>
                <a:latin typeface="Meiryo"/>
                <a:ea typeface="Meiryo"/>
                <a:cs typeface="Meiryo"/>
              </a:rPr>
              <a:t>おもしろいよ。</a:t>
            </a:r>
            <a:endParaRPr lang="ja-JP" sz="2700"/>
          </a:p>
        </p:txBody>
      </p:sp>
      <p:sp>
        <p:nvSpPr>
          <p:cNvPr id="10" name="badge 10"/>
          <p:cNvSpPr txBox="1"/>
          <p:nvPr/>
        </p:nvSpPr>
        <p:spPr>
          <a:xfrm>
            <a:off x="1490472" y="2420874"/>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1" name="line 11"/>
          <p:cNvSpPr txBox="1"/>
          <p:nvPr/>
        </p:nvSpPr>
        <p:spPr>
          <a:xfrm>
            <a:off x="2148840" y="2432304"/>
            <a:ext cx="9357055" cy="4800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700" b="1" dirty="0">
                <a:solidFill>
                  <a:srgbClr val="7A5F2E"/>
                </a:solidFill>
                <a:latin typeface="Meiryo"/>
                <a:ea typeface="Meiryo"/>
                <a:cs typeface="Meiryo"/>
              </a:rPr>
              <a:t>だって</a:t>
            </a:r>
            <a:r>
              <a:rPr lang="ja-JP" altLang="en-US" sz="2700" b="0" dirty="0">
                <a:solidFill>
                  <a:srgbClr val="1F271D"/>
                </a:solidFill>
                <a:latin typeface="Meiryo"/>
                <a:ea typeface="Meiryo"/>
                <a:cs typeface="Meiryo"/>
              </a:rPr>
              <a:t>、怖い</a:t>
            </a:r>
            <a:r>
              <a:rPr lang="ja-JP" altLang="en-US" sz="2700" b="1" dirty="0">
                <a:solidFill>
                  <a:srgbClr val="A64B31"/>
                </a:solidFill>
                <a:highlight>
                  <a:srgbClr val="F9E2A0"/>
                </a:highlight>
                <a:latin typeface="Meiryo"/>
                <a:ea typeface="Meiryo"/>
                <a:cs typeface="Meiryo"/>
              </a:rPr>
              <a:t>もん</a:t>
            </a:r>
            <a:r>
              <a:rPr lang="ja-JP" altLang="en-US" sz="2700" b="0" dirty="0">
                <a:solidFill>
                  <a:srgbClr val="1F271D"/>
                </a:solidFill>
                <a:latin typeface="Meiryo"/>
                <a:ea typeface="Meiryo"/>
                <a:cs typeface="Meiryo"/>
              </a:rPr>
              <a:t>。</a:t>
            </a:r>
            <a:endParaRPr lang="ja-JP" sz="2700"/>
          </a:p>
        </p:txBody>
      </p:sp>
      <p:sp>
        <p:nvSpPr>
          <p:cNvPr id="12" name="rule 12"/>
          <p:cNvSpPr/>
          <p:nvPr/>
        </p:nvSpPr>
        <p:spPr>
          <a:xfrm>
            <a:off x="685800" y="3186684"/>
            <a:ext cx="9174175" cy="18288"/>
          </a:xfrm>
          <a:prstGeom prst="rect">
            <a:avLst/>
          </a:prstGeom>
          <a:solidFill>
            <a:srgbClr val="DBCCBA"/>
          </a:solidFill>
          <a:ln>
            <a:noFill/>
          </a:ln>
        </p:spPr>
        <p:txBody>
          <a:bodyPr rtlCol="0" anchor="ctr"/>
          <a:lstStyle/>
          <a:p>
            <a:endParaRPr lang="ja-JP"/>
          </a:p>
        </p:txBody>
      </p:sp>
      <p:sp>
        <p:nvSpPr>
          <p:cNvPr id="13" name="badge 13"/>
          <p:cNvSpPr txBox="1"/>
          <p:nvPr/>
        </p:nvSpPr>
        <p:spPr>
          <a:xfrm>
            <a:off x="685800" y="3463290"/>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14" name="badge 14"/>
          <p:cNvSpPr txBox="1"/>
          <p:nvPr/>
        </p:nvSpPr>
        <p:spPr>
          <a:xfrm>
            <a:off x="1490472" y="3495294"/>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15" name="line 15"/>
          <p:cNvSpPr txBox="1"/>
          <p:nvPr/>
        </p:nvSpPr>
        <p:spPr>
          <a:xfrm>
            <a:off x="2148840" y="3506724"/>
            <a:ext cx="9357055" cy="4800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700" b="0" dirty="0">
                <a:solidFill>
                  <a:srgbClr val="1F271D"/>
                </a:solidFill>
                <a:latin typeface="Meiryo"/>
                <a:ea typeface="Meiryo"/>
                <a:cs typeface="Meiryo"/>
              </a:rPr>
              <a:t>あれ？　なんでニンジン残してるの？</a:t>
            </a:r>
            <a:endParaRPr lang="ja-JP" sz="2700"/>
          </a:p>
        </p:txBody>
      </p:sp>
      <p:sp>
        <p:nvSpPr>
          <p:cNvPr id="16" name="badge 16"/>
          <p:cNvSpPr txBox="1"/>
          <p:nvPr/>
        </p:nvSpPr>
        <p:spPr>
          <a:xfrm>
            <a:off x="1490472" y="4121658"/>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7" name="line 17"/>
          <p:cNvSpPr txBox="1"/>
          <p:nvPr/>
        </p:nvSpPr>
        <p:spPr>
          <a:xfrm>
            <a:off x="2148840" y="4133088"/>
            <a:ext cx="9357055" cy="4800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700" b="1" dirty="0">
                <a:solidFill>
                  <a:srgbClr val="7A5F2E"/>
                </a:solidFill>
                <a:latin typeface="Meiryo"/>
                <a:ea typeface="Meiryo"/>
                <a:cs typeface="Meiryo"/>
              </a:rPr>
              <a:t>だって</a:t>
            </a:r>
            <a:r>
              <a:rPr lang="ja-JP" altLang="en-US" sz="2700" b="0" dirty="0">
                <a:solidFill>
                  <a:srgbClr val="1F271D"/>
                </a:solidFill>
                <a:latin typeface="Meiryo"/>
                <a:ea typeface="Meiryo"/>
                <a:cs typeface="Meiryo"/>
              </a:rPr>
              <a:t>、嫌い</a:t>
            </a:r>
            <a:r>
              <a:rPr lang="ja-JP" altLang="en-US" sz="2700" b="1" dirty="0">
                <a:solidFill>
                  <a:srgbClr val="A64B31"/>
                </a:solidFill>
                <a:highlight>
                  <a:srgbClr val="F9E2A0"/>
                </a:highlight>
                <a:latin typeface="Meiryo"/>
                <a:ea typeface="Meiryo"/>
                <a:cs typeface="Meiryo"/>
              </a:rPr>
              <a:t>なんだもん</a:t>
            </a:r>
            <a:r>
              <a:rPr lang="ja-JP" altLang="en-US" sz="2700" b="0" dirty="0">
                <a:solidFill>
                  <a:srgbClr val="1F271D"/>
                </a:solidFill>
                <a:latin typeface="Meiryo"/>
                <a:ea typeface="Meiryo"/>
                <a:cs typeface="Meiryo"/>
              </a:rPr>
              <a:t>。</a:t>
            </a:r>
            <a:endParaRPr lang="ja-JP" sz="2700"/>
          </a:p>
        </p:txBody>
      </p:sp>
      <p:sp>
        <p:nvSpPr>
          <p:cNvPr id="18" name="note 18"/>
          <p:cNvSpPr txBox="1"/>
          <p:nvPr/>
        </p:nvSpPr>
        <p:spPr>
          <a:xfrm rot="-72000">
            <a:off x="777240" y="5623560"/>
            <a:ext cx="8961120" cy="68580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「だって、～もん」：自分の気持ちを理由にして言い訳をしている。</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500"/>
                                        <p:tgtEl>
                                          <p:spTgt spid="15"/>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up)">
                                      <p:cBhvr>
                                        <p:cTn id="16" dur="500"/>
                                        <p:tgtEl>
                                          <p:spTgt spid="16"/>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up)">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up)">
                                      <p:cBhvr>
                                        <p:cTn id="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～もん・～んだもん</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　翻訳練習　Câu 4/9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47320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A: Sao không ăn rau?</a:t>
            </a:r>
            <a:endParaRPr lang="ja-JP" sz="2600"/>
          </a:p>
          <a:p>
            <a:pPr algn="l">
              <a:lnSpc>
                <a:spcPct val="118000"/>
              </a:lnSpc>
              <a:spcBef>
                <a:spcPts val="0"/>
              </a:spcBef>
              <a:spcAft>
                <a:spcPts val="200"/>
              </a:spcAft>
              <a:buNone/>
            </a:pPr>
            <a:r>
              <a:rPr lang="ja-JP" altLang="en-US" sz="2600" b="1" dirty="0">
                <a:solidFill>
                  <a:srgbClr val="1F271D"/>
                </a:solidFill>
                <a:latin typeface="Arial"/>
                <a:ea typeface="Meiryo"/>
                <a:cs typeface="Arial"/>
              </a:rPr>
              <a:t>B: Tại vì nó đắng mà.</a:t>
            </a:r>
            <a:endParaRPr lang="ja-JP" sz="2600"/>
          </a:p>
        </p:txBody>
      </p:sp>
      <p:sp>
        <p:nvSpPr>
          <p:cNvPr id="9" name="pill 9"/>
          <p:cNvSpPr txBox="1"/>
          <p:nvPr/>
        </p:nvSpPr>
        <p:spPr>
          <a:xfrm>
            <a:off x="685800" y="321056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321056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苦い</a:t>
            </a:r>
            <a:endParaRPr lang="ja-JP" sz="1800"/>
          </a:p>
        </p:txBody>
      </p:sp>
      <p:sp>
        <p:nvSpPr>
          <p:cNvPr id="11" name="ANS_bg 11"/>
          <p:cNvSpPr/>
          <p:nvPr/>
        </p:nvSpPr>
        <p:spPr>
          <a:xfrm>
            <a:off x="685800" y="3896360"/>
            <a:ext cx="10820095" cy="206756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407924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4445000"/>
            <a:ext cx="1018001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A：どうして野菜を食べないの？</a:t>
            </a:r>
            <a:endParaRPr lang="ja-JP" sz="2600"/>
          </a:p>
          <a:p>
            <a:pPr algn="l">
              <a:lnSpc>
                <a:spcPct val="118000"/>
              </a:lnSpc>
              <a:spcBef>
                <a:spcPts val="0"/>
              </a:spcBef>
              <a:spcAft>
                <a:spcPts val="200"/>
              </a:spcAft>
              <a:buNone/>
            </a:pPr>
            <a:r>
              <a:rPr lang="ja-JP" altLang="en-US" sz="2600" b="1" dirty="0">
                <a:solidFill>
                  <a:srgbClr val="FFFFFF"/>
                </a:solidFill>
                <a:latin typeface="Meiryo"/>
                <a:ea typeface="Meiryo"/>
                <a:cs typeface="Meiryo"/>
              </a:rPr>
              <a:t>B：</a:t>
            </a:r>
            <a:r>
              <a:rPr lang="ja-JP" altLang="en-US" sz="2600" b="1" dirty="0">
                <a:solidFill>
                  <a:srgbClr val="F3E3C3"/>
                </a:solidFill>
                <a:latin typeface="Meiryo"/>
                <a:ea typeface="Meiryo"/>
                <a:cs typeface="Meiryo"/>
              </a:rPr>
              <a:t>だって</a:t>
            </a:r>
            <a:r>
              <a:rPr lang="ja-JP" altLang="en-US" sz="2600" b="1" dirty="0">
                <a:solidFill>
                  <a:srgbClr val="FFFFFF"/>
                </a:solidFill>
                <a:latin typeface="Meiryo"/>
                <a:ea typeface="Meiryo"/>
                <a:cs typeface="Meiryo"/>
              </a:rPr>
              <a:t>、苦い</a:t>
            </a:r>
            <a:r>
              <a:rPr lang="ja-JP" altLang="en-US" sz="2600" b="1" dirty="0">
                <a:solidFill>
                  <a:srgbClr val="F2C14E"/>
                </a:solidFill>
                <a:latin typeface="Meiryo"/>
                <a:ea typeface="Meiryo"/>
                <a:cs typeface="Meiryo"/>
              </a:rPr>
              <a:t>んだもん</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546100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別の表現：B：だって、苦いもん。</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～もん・～んだもん</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　翻訳練習　Câu 5/9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Mẹ ơi, con không muốn đi học. Tại vì con buồn ngủ mà.</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眠い</a:t>
            </a:r>
            <a:endParaRPr lang="ja-JP" sz="1800"/>
          </a:p>
        </p:txBody>
      </p:sp>
      <p:sp>
        <p:nvSpPr>
          <p:cNvPr id="11" name="ANS_bg 11"/>
          <p:cNvSpPr/>
          <p:nvPr/>
        </p:nvSpPr>
        <p:spPr>
          <a:xfrm>
            <a:off x="685800" y="3434080"/>
            <a:ext cx="10820095" cy="206756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お母さん、学校に行きたくない。</a:t>
            </a:r>
            <a:r>
              <a:rPr lang="ja-JP" altLang="en-US" sz="2600" b="1" dirty="0">
                <a:solidFill>
                  <a:srgbClr val="F3E3C3"/>
                </a:solidFill>
                <a:latin typeface="Meiryo"/>
                <a:ea typeface="Meiryo"/>
                <a:cs typeface="Meiryo"/>
              </a:rPr>
              <a:t>だって</a:t>
            </a:r>
            <a:r>
              <a:rPr lang="ja-JP" altLang="en-US" sz="2600" b="1" dirty="0">
                <a:solidFill>
                  <a:srgbClr val="FFFFFF"/>
                </a:solidFill>
                <a:latin typeface="Meiryo"/>
                <a:ea typeface="Meiryo"/>
                <a:cs typeface="Meiryo"/>
              </a:rPr>
              <a:t>、眠い</a:t>
            </a:r>
            <a:r>
              <a:rPr lang="ja-JP" altLang="en-US" sz="2600" b="1" dirty="0">
                <a:solidFill>
                  <a:srgbClr val="F2C14E"/>
                </a:solidFill>
                <a:latin typeface="Meiryo"/>
                <a:ea typeface="Meiryo"/>
                <a:cs typeface="Meiryo"/>
              </a:rPr>
              <a:t>んだもん</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99872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別の表現：…だって、眠いもん。</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～もん・～んだもん</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　翻訳練習　Câu 6/9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Tớ không muốn ra ngoài đâu. Tại vì bên ngoài lạnh mà.</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寒い</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出かけたくないよ。</a:t>
            </a:r>
            <a:r>
              <a:rPr lang="ja-JP" altLang="en-US" sz="2600" b="1" dirty="0">
                <a:solidFill>
                  <a:srgbClr val="F3E3C3"/>
                </a:solidFill>
                <a:latin typeface="Meiryo"/>
                <a:ea typeface="Meiryo"/>
                <a:cs typeface="Meiryo"/>
              </a:rPr>
              <a:t>だって</a:t>
            </a:r>
            <a:r>
              <a:rPr lang="ja-JP" altLang="en-US" sz="2600" b="1" dirty="0">
                <a:solidFill>
                  <a:srgbClr val="FFFFFF"/>
                </a:solidFill>
                <a:latin typeface="Meiryo"/>
                <a:ea typeface="Meiryo"/>
                <a:cs typeface="Meiryo"/>
              </a:rPr>
              <a:t>、外、寒い</a:t>
            </a:r>
            <a:r>
              <a:rPr lang="ja-JP" altLang="en-US" sz="2600" b="1" dirty="0">
                <a:solidFill>
                  <a:srgbClr val="F2C14E"/>
                </a:solidFill>
                <a:latin typeface="Meiryo"/>
                <a:ea typeface="Meiryo"/>
                <a:cs typeface="Meiryo"/>
              </a:rPr>
              <a:t>んだもん</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別の表現：出かけたくない。だって、外は寒いもん。</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どっちがいい？</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　3.2 練習</a:t>
            </a:r>
            <a:endParaRPr lang="ja-JP" sz="1400"/>
          </a:p>
        </p:txBody>
      </p:sp>
      <p:sp>
        <p:nvSpPr>
          <p:cNvPr id="7" name="badge 7"/>
          <p:cNvSpPr txBox="1"/>
          <p:nvPr/>
        </p:nvSpPr>
        <p:spPr>
          <a:xfrm>
            <a:off x="685800" y="1097280"/>
            <a:ext cx="512064" cy="51206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900" b="1" dirty="0">
                <a:solidFill>
                  <a:srgbClr val="FFFFFF"/>
                </a:solidFill>
                <a:latin typeface="Meiryo"/>
                <a:ea typeface="Meiryo"/>
                <a:cs typeface="Meiryo"/>
              </a:rPr>
              <a:t>1</a:t>
            </a:r>
            <a:endParaRPr lang="ja-JP" sz="1900"/>
          </a:p>
        </p:txBody>
      </p:sp>
      <p:sp>
        <p:nvSpPr>
          <p:cNvPr id="8" name="pill 8"/>
          <p:cNvSpPr txBox="1"/>
          <p:nvPr/>
        </p:nvSpPr>
        <p:spPr>
          <a:xfrm>
            <a:off x="1417320" y="1152144"/>
            <a:ext cx="990600" cy="402336"/>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400" b="1" dirty="0">
                <a:solidFill>
                  <a:srgbClr val="FFFFFF"/>
                </a:solidFill>
                <a:latin typeface="Meiryo"/>
                <a:ea typeface="Meiryo"/>
                <a:cs typeface="Meiryo"/>
              </a:rPr>
              <a:t>会社で</a:t>
            </a:r>
            <a:endParaRPr lang="ja-JP" sz="1400"/>
          </a:p>
        </p:txBody>
      </p:sp>
      <p:sp>
        <p:nvSpPr>
          <p:cNvPr id="9" name="badge 9"/>
          <p:cNvSpPr txBox="1"/>
          <p:nvPr/>
        </p:nvSpPr>
        <p:spPr>
          <a:xfrm>
            <a:off x="1417320" y="1764792"/>
            <a:ext cx="475488" cy="475488"/>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A</a:t>
            </a:r>
            <a:endParaRPr lang="ja-JP" sz="1600"/>
          </a:p>
        </p:txBody>
      </p:sp>
      <p:sp>
        <p:nvSpPr>
          <p:cNvPr id="10" name="t 10"/>
          <p:cNvSpPr txBox="1"/>
          <p:nvPr/>
        </p:nvSpPr>
        <p:spPr>
          <a:xfrm>
            <a:off x="2057400" y="1719072"/>
            <a:ext cx="914400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0" dirty="0">
                <a:solidFill>
                  <a:srgbClr val="1F271D"/>
                </a:solidFill>
                <a:latin typeface="Meiryo"/>
                <a:ea typeface="Meiryo"/>
                <a:cs typeface="Meiryo"/>
              </a:rPr>
              <a:t>どうしたんですか。遅かったですね。</a:t>
            </a:r>
            <a:endParaRPr lang="ja-JP" sz="2400"/>
          </a:p>
        </p:txBody>
      </p:sp>
      <p:sp>
        <p:nvSpPr>
          <p:cNvPr id="11" name="badge 11"/>
          <p:cNvSpPr txBox="1"/>
          <p:nvPr/>
        </p:nvSpPr>
        <p:spPr>
          <a:xfrm>
            <a:off x="1417320" y="2404872"/>
            <a:ext cx="475488" cy="475488"/>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B</a:t>
            </a:r>
            <a:endParaRPr lang="ja-JP" sz="1600"/>
          </a:p>
        </p:txBody>
      </p:sp>
      <p:sp>
        <p:nvSpPr>
          <p:cNvPr id="12" name="t 12"/>
          <p:cNvSpPr txBox="1"/>
          <p:nvPr/>
        </p:nvSpPr>
        <p:spPr>
          <a:xfrm>
            <a:off x="2057400" y="2359152"/>
            <a:ext cx="393192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0" dirty="0">
                <a:solidFill>
                  <a:srgbClr val="1F271D"/>
                </a:solidFill>
                <a:latin typeface="Meiryo"/>
                <a:ea typeface="Meiryo"/>
                <a:cs typeface="Meiryo"/>
              </a:rPr>
              <a:t>すみません。電車が遅れた</a:t>
            </a:r>
            <a:endParaRPr lang="ja-JP" sz="2400"/>
          </a:p>
        </p:txBody>
      </p:sp>
      <p:sp>
        <p:nvSpPr>
          <p:cNvPr id="13" name="t 13"/>
          <p:cNvSpPr txBox="1"/>
          <p:nvPr/>
        </p:nvSpPr>
        <p:spPr>
          <a:xfrm>
            <a:off x="5715000" y="2359152"/>
            <a:ext cx="45720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0" dirty="0">
                <a:solidFill>
                  <a:srgbClr val="1F271D"/>
                </a:solidFill>
                <a:latin typeface="Meiryo"/>
                <a:ea typeface="Meiryo"/>
                <a:cs typeface="Meiryo"/>
              </a:rPr>
              <a:t>［</a:t>
            </a:r>
            <a:endParaRPr lang="ja-JP" sz="2400"/>
          </a:p>
        </p:txBody>
      </p:sp>
      <p:sp>
        <p:nvSpPr>
          <p:cNvPr id="14" name="t 14"/>
          <p:cNvSpPr txBox="1"/>
          <p:nvPr/>
        </p:nvSpPr>
        <p:spPr>
          <a:xfrm>
            <a:off x="6248400" y="2359152"/>
            <a:ext cx="210312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1" dirty="0">
                <a:solidFill>
                  <a:srgbClr val="7A5F2E"/>
                </a:solidFill>
                <a:latin typeface="Meiryo"/>
                <a:ea typeface="Meiryo"/>
                <a:cs typeface="Meiryo"/>
              </a:rPr>
              <a:t>ものですから</a:t>
            </a:r>
            <a:endParaRPr lang="ja-JP" sz="2400"/>
          </a:p>
        </p:txBody>
      </p:sp>
      <p:sp>
        <p:nvSpPr>
          <p:cNvPr id="15" name="maru 15"/>
          <p:cNvSpPr/>
          <p:nvPr/>
        </p:nvSpPr>
        <p:spPr>
          <a:xfrm>
            <a:off x="6019800" y="2295144"/>
            <a:ext cx="2377440" cy="694944"/>
          </a:xfrm>
          <a:prstGeom prst="ellipse">
            <a:avLst/>
          </a:prstGeom>
          <a:noFill/>
          <a:ln w="34925">
            <a:solidFill>
              <a:srgbClr val="A64B31"/>
            </a:solidFill>
          </a:ln>
        </p:spPr>
        <p:txBody>
          <a:bodyPr rtlCol="0" anchor="ctr"/>
          <a:lstStyle/>
          <a:p>
            <a:endParaRPr lang="ja-JP"/>
          </a:p>
        </p:txBody>
      </p:sp>
      <p:sp>
        <p:nvSpPr>
          <p:cNvPr id="16" name="t 16"/>
          <p:cNvSpPr txBox="1"/>
          <p:nvPr/>
        </p:nvSpPr>
        <p:spPr>
          <a:xfrm>
            <a:off x="8351520" y="2359152"/>
            <a:ext cx="45720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0" dirty="0">
                <a:solidFill>
                  <a:srgbClr val="7A6F62"/>
                </a:solidFill>
                <a:latin typeface="Meiryo"/>
                <a:ea typeface="Meiryo"/>
                <a:cs typeface="Meiryo"/>
              </a:rPr>
              <a:t>・</a:t>
            </a:r>
            <a:endParaRPr lang="ja-JP" sz="2400"/>
          </a:p>
        </p:txBody>
      </p:sp>
      <p:sp>
        <p:nvSpPr>
          <p:cNvPr id="17" name="t 17"/>
          <p:cNvSpPr txBox="1"/>
          <p:nvPr/>
        </p:nvSpPr>
        <p:spPr>
          <a:xfrm>
            <a:off x="8930640" y="2359152"/>
            <a:ext cx="149352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1" dirty="0">
                <a:solidFill>
                  <a:srgbClr val="7A5F2E"/>
                </a:solidFill>
                <a:latin typeface="Meiryo"/>
                <a:ea typeface="Meiryo"/>
                <a:cs typeface="Meiryo"/>
              </a:rPr>
              <a:t>んだもん</a:t>
            </a:r>
            <a:endParaRPr lang="ja-JP" sz="2400"/>
          </a:p>
        </p:txBody>
      </p:sp>
      <p:sp>
        <p:nvSpPr>
          <p:cNvPr id="18" name="t 18"/>
          <p:cNvSpPr txBox="1"/>
          <p:nvPr/>
        </p:nvSpPr>
        <p:spPr>
          <a:xfrm>
            <a:off x="10378440" y="2359152"/>
            <a:ext cx="91440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0" dirty="0">
                <a:solidFill>
                  <a:srgbClr val="1F271D"/>
                </a:solidFill>
                <a:latin typeface="Meiryo"/>
                <a:ea typeface="Meiryo"/>
                <a:cs typeface="Meiryo"/>
              </a:rPr>
              <a:t>］。</a:t>
            </a:r>
            <a:endParaRPr lang="ja-JP" sz="2400"/>
          </a:p>
        </p:txBody>
      </p:sp>
      <p:sp>
        <p:nvSpPr>
          <p:cNvPr id="19" name="t 19"/>
          <p:cNvSpPr txBox="1"/>
          <p:nvPr/>
        </p:nvSpPr>
        <p:spPr>
          <a:xfrm>
            <a:off x="2057400" y="3054096"/>
            <a:ext cx="5961888" cy="457200"/>
          </a:xfrm>
          <a:prstGeom prst="roundRect">
            <a:avLst>
              <a:gd name="adj" fmla="val 50000"/>
            </a:avLst>
          </a:prstGeom>
          <a:solidFill>
            <a:srgbClr val="F3E3C3"/>
          </a:solidFill>
          <a:ln>
            <a:noFill/>
          </a:ln>
        </p:spPr>
        <p:txBody>
          <a:bodyPr wrap="square" lIns="137160" tIns="137160" rIns="137160" bIns="137160" rtlCol="0" anchor="ctr">
            <a:noAutofit/>
          </a:bodyPr>
          <a:lstStyle/>
          <a:p>
            <a:pPr algn="l">
              <a:lnSpc>
                <a:spcPct val="115000"/>
              </a:lnSpc>
              <a:spcBef>
                <a:spcPts val="0"/>
              </a:spcBef>
              <a:spcAft>
                <a:spcPts val="200"/>
              </a:spcAft>
              <a:buNone/>
            </a:pPr>
            <a:r>
              <a:rPr lang="ja-JP" altLang="en-US" sz="1800" b="1" dirty="0">
                <a:solidFill>
                  <a:srgbClr val="A64B31"/>
                </a:solidFill>
                <a:latin typeface="Meiryo"/>
                <a:ea typeface="Meiryo"/>
                <a:cs typeface="Meiryo"/>
              </a:rPr>
              <a:t>会社で話している → 改まった「ものですから」</a:t>
            </a:r>
            <a:endParaRPr lang="ja-JP" sz="1800"/>
          </a:p>
        </p:txBody>
      </p:sp>
      <p:sp>
        <p:nvSpPr>
          <p:cNvPr id="20" name="badge 20"/>
          <p:cNvSpPr txBox="1"/>
          <p:nvPr/>
        </p:nvSpPr>
        <p:spPr>
          <a:xfrm>
            <a:off x="685800" y="3922776"/>
            <a:ext cx="512064" cy="51206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900" b="1" dirty="0">
                <a:solidFill>
                  <a:srgbClr val="FFFFFF"/>
                </a:solidFill>
                <a:latin typeface="Meiryo"/>
                <a:ea typeface="Meiryo"/>
                <a:cs typeface="Meiryo"/>
              </a:rPr>
              <a:t>2</a:t>
            </a:r>
            <a:endParaRPr lang="ja-JP" sz="1900"/>
          </a:p>
        </p:txBody>
      </p:sp>
      <p:sp>
        <p:nvSpPr>
          <p:cNvPr id="21" name="pill 21"/>
          <p:cNvSpPr txBox="1"/>
          <p:nvPr/>
        </p:nvSpPr>
        <p:spPr>
          <a:xfrm>
            <a:off x="1417320" y="3977640"/>
            <a:ext cx="812800" cy="402336"/>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400" b="1" dirty="0">
                <a:solidFill>
                  <a:srgbClr val="FFFFFF"/>
                </a:solidFill>
                <a:latin typeface="Meiryo"/>
                <a:ea typeface="Meiryo"/>
                <a:cs typeface="Meiryo"/>
              </a:rPr>
              <a:t>家で</a:t>
            </a:r>
            <a:endParaRPr lang="ja-JP" sz="1400"/>
          </a:p>
        </p:txBody>
      </p:sp>
      <p:sp>
        <p:nvSpPr>
          <p:cNvPr id="22" name="badge 22"/>
          <p:cNvSpPr txBox="1"/>
          <p:nvPr/>
        </p:nvSpPr>
        <p:spPr>
          <a:xfrm>
            <a:off x="1417320" y="4590288"/>
            <a:ext cx="475488" cy="475488"/>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父</a:t>
            </a:r>
            <a:endParaRPr lang="ja-JP" sz="1600"/>
          </a:p>
        </p:txBody>
      </p:sp>
      <p:sp>
        <p:nvSpPr>
          <p:cNvPr id="23" name="t 23"/>
          <p:cNvSpPr txBox="1"/>
          <p:nvPr/>
        </p:nvSpPr>
        <p:spPr>
          <a:xfrm>
            <a:off x="2057400" y="4544568"/>
            <a:ext cx="914400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0" dirty="0">
                <a:solidFill>
                  <a:srgbClr val="1F271D"/>
                </a:solidFill>
                <a:latin typeface="Meiryo"/>
                <a:ea typeface="Meiryo"/>
                <a:cs typeface="Meiryo"/>
              </a:rPr>
              <a:t>だいじょうぶ？　手伝おうか。</a:t>
            </a:r>
            <a:endParaRPr lang="ja-JP" sz="2400"/>
          </a:p>
        </p:txBody>
      </p:sp>
      <p:sp>
        <p:nvSpPr>
          <p:cNvPr id="24" name="badge 24"/>
          <p:cNvSpPr txBox="1"/>
          <p:nvPr/>
        </p:nvSpPr>
        <p:spPr>
          <a:xfrm>
            <a:off x="1417320" y="5230368"/>
            <a:ext cx="475488" cy="475488"/>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子</a:t>
            </a:r>
            <a:endParaRPr lang="ja-JP" sz="1600"/>
          </a:p>
        </p:txBody>
      </p:sp>
      <p:sp>
        <p:nvSpPr>
          <p:cNvPr id="25" name="t 25"/>
          <p:cNvSpPr txBox="1"/>
          <p:nvPr/>
        </p:nvSpPr>
        <p:spPr>
          <a:xfrm>
            <a:off x="2057400" y="5184648"/>
            <a:ext cx="332232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0" dirty="0">
                <a:solidFill>
                  <a:srgbClr val="1F271D"/>
                </a:solidFill>
                <a:latin typeface="Meiryo"/>
                <a:ea typeface="Meiryo"/>
                <a:cs typeface="Meiryo"/>
              </a:rPr>
              <a:t>いいよ。一人でできる</a:t>
            </a:r>
            <a:endParaRPr lang="ja-JP" sz="2400"/>
          </a:p>
        </p:txBody>
      </p:sp>
      <p:sp>
        <p:nvSpPr>
          <p:cNvPr id="26" name="t 26"/>
          <p:cNvSpPr txBox="1"/>
          <p:nvPr/>
        </p:nvSpPr>
        <p:spPr>
          <a:xfrm>
            <a:off x="5105400" y="5184648"/>
            <a:ext cx="45720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0" dirty="0">
                <a:solidFill>
                  <a:srgbClr val="1F271D"/>
                </a:solidFill>
                <a:latin typeface="Meiryo"/>
                <a:ea typeface="Meiryo"/>
                <a:cs typeface="Meiryo"/>
              </a:rPr>
              <a:t>［</a:t>
            </a:r>
            <a:endParaRPr lang="ja-JP" sz="2400"/>
          </a:p>
        </p:txBody>
      </p:sp>
      <p:sp>
        <p:nvSpPr>
          <p:cNvPr id="27" name="t 27"/>
          <p:cNvSpPr txBox="1"/>
          <p:nvPr/>
        </p:nvSpPr>
        <p:spPr>
          <a:xfrm>
            <a:off x="5638800" y="5184648"/>
            <a:ext cx="118872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1" dirty="0">
                <a:solidFill>
                  <a:srgbClr val="7A5F2E"/>
                </a:solidFill>
                <a:latin typeface="Meiryo"/>
                <a:ea typeface="Meiryo"/>
                <a:cs typeface="Meiryo"/>
              </a:rPr>
              <a:t>もので</a:t>
            </a:r>
            <a:endParaRPr lang="ja-JP" sz="2400"/>
          </a:p>
        </p:txBody>
      </p:sp>
      <p:sp>
        <p:nvSpPr>
          <p:cNvPr id="28" name="t 28"/>
          <p:cNvSpPr txBox="1"/>
          <p:nvPr/>
        </p:nvSpPr>
        <p:spPr>
          <a:xfrm>
            <a:off x="6827520" y="5184648"/>
            <a:ext cx="45720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0" dirty="0">
                <a:solidFill>
                  <a:srgbClr val="7A6F62"/>
                </a:solidFill>
                <a:latin typeface="Meiryo"/>
                <a:ea typeface="Meiryo"/>
                <a:cs typeface="Meiryo"/>
              </a:rPr>
              <a:t>・</a:t>
            </a:r>
            <a:endParaRPr lang="ja-JP" sz="2400"/>
          </a:p>
        </p:txBody>
      </p:sp>
      <p:sp>
        <p:nvSpPr>
          <p:cNvPr id="29" name="t 29"/>
          <p:cNvSpPr txBox="1"/>
          <p:nvPr/>
        </p:nvSpPr>
        <p:spPr>
          <a:xfrm>
            <a:off x="7406640" y="5184648"/>
            <a:ext cx="88392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1" dirty="0">
                <a:solidFill>
                  <a:srgbClr val="7A5F2E"/>
                </a:solidFill>
                <a:latin typeface="Meiryo"/>
                <a:ea typeface="Meiryo"/>
                <a:cs typeface="Meiryo"/>
              </a:rPr>
              <a:t>もん</a:t>
            </a:r>
            <a:endParaRPr lang="ja-JP" sz="2400"/>
          </a:p>
        </p:txBody>
      </p:sp>
      <p:sp>
        <p:nvSpPr>
          <p:cNvPr id="30" name="maru 30"/>
          <p:cNvSpPr/>
          <p:nvPr/>
        </p:nvSpPr>
        <p:spPr>
          <a:xfrm>
            <a:off x="7178040" y="5120640"/>
            <a:ext cx="1158240" cy="694944"/>
          </a:xfrm>
          <a:prstGeom prst="ellipse">
            <a:avLst/>
          </a:prstGeom>
          <a:noFill/>
          <a:ln w="34925">
            <a:solidFill>
              <a:srgbClr val="A64B31"/>
            </a:solidFill>
          </a:ln>
        </p:spPr>
        <p:txBody>
          <a:bodyPr rtlCol="0" anchor="ctr"/>
          <a:lstStyle/>
          <a:p>
            <a:endParaRPr lang="ja-JP"/>
          </a:p>
        </p:txBody>
      </p:sp>
      <p:sp>
        <p:nvSpPr>
          <p:cNvPr id="31" name="t 31"/>
          <p:cNvSpPr txBox="1"/>
          <p:nvPr/>
        </p:nvSpPr>
        <p:spPr>
          <a:xfrm>
            <a:off x="8244840" y="5184648"/>
            <a:ext cx="914400" cy="56692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400" b="0" dirty="0">
                <a:solidFill>
                  <a:srgbClr val="1F271D"/>
                </a:solidFill>
                <a:latin typeface="Meiryo"/>
                <a:ea typeface="Meiryo"/>
                <a:cs typeface="Meiryo"/>
              </a:rPr>
              <a:t>］。</a:t>
            </a:r>
            <a:endParaRPr lang="ja-JP" sz="2400"/>
          </a:p>
        </p:txBody>
      </p:sp>
      <p:sp>
        <p:nvSpPr>
          <p:cNvPr id="32" name="t 32"/>
          <p:cNvSpPr txBox="1"/>
          <p:nvPr/>
        </p:nvSpPr>
        <p:spPr>
          <a:xfrm>
            <a:off x="2057400" y="5879592"/>
            <a:ext cx="6419088" cy="457200"/>
          </a:xfrm>
          <a:prstGeom prst="roundRect">
            <a:avLst>
              <a:gd name="adj" fmla="val 50000"/>
            </a:avLst>
          </a:prstGeom>
          <a:solidFill>
            <a:srgbClr val="F3E3C3"/>
          </a:solidFill>
          <a:ln>
            <a:noFill/>
          </a:ln>
        </p:spPr>
        <p:txBody>
          <a:bodyPr wrap="square" lIns="137160" tIns="137160" rIns="137160" bIns="137160" rtlCol="0" anchor="ctr">
            <a:noAutofit/>
          </a:bodyPr>
          <a:lstStyle/>
          <a:p>
            <a:pPr algn="l">
              <a:lnSpc>
                <a:spcPct val="115000"/>
              </a:lnSpc>
              <a:spcBef>
                <a:spcPts val="0"/>
              </a:spcBef>
              <a:spcAft>
                <a:spcPts val="200"/>
              </a:spcAft>
              <a:buNone/>
            </a:pPr>
            <a:r>
              <a:rPr lang="ja-JP" altLang="en-US" sz="1800" b="1" dirty="0">
                <a:solidFill>
                  <a:srgbClr val="A64B31"/>
                </a:solidFill>
                <a:latin typeface="Meiryo"/>
                <a:ea typeface="Meiryo"/>
                <a:cs typeface="Meiryo"/>
              </a:rPr>
              <a:t>子どもが父親に話している → 子どもっぽい「もん」</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7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heel(1)">
                                      <p:cBhvr>
                                        <p:cTn id="17" dur="7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up)">
                                      <p:cBhvr>
                                        <p:cTn id="2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9" grpId="0" animBg="1"/>
      <p:bldP spid="30" grpId="0" animBg="1"/>
      <p:bldP spid="32"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88E425F9-FCF6-BE23-8C8E-ACC15A319C11}"/>
              </a:ext>
            </a:extLst>
          </p:cNvPr>
          <p:cNvSpPr/>
          <p:nvPr/>
        </p:nvSpPr>
        <p:spPr>
          <a:xfrm>
            <a:off x="245774" y="664296"/>
            <a:ext cx="11700452" cy="4245647"/>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600" b="1" i="0" u="none" strike="noStrike" kern="0" cap="none" spc="0" normalizeH="0" baseline="0" noProof="0" dirty="0">
                <a:ln w="22225">
                  <a:solidFill>
                    <a:srgbClr val="ED7D31"/>
                  </a:solidFill>
                  <a:prstDash val="solid"/>
                </a:ln>
                <a:solidFill>
                  <a:srgbClr val="A64B31">
                    <a:lumMod val="75000"/>
                  </a:srgbClr>
                </a:solidFill>
                <a:effectLst/>
                <a:uLnTx/>
                <a:uFillTx/>
                <a:latin typeface="HGPSoeiKakupoptai" panose="040B0A00000000000000" pitchFamily="82" charset="-128"/>
                <a:ea typeface="HGPSoeiKakupoptai" panose="040B0A00000000000000" pitchFamily="82" charset="-128"/>
                <a:cs typeface="Arial"/>
                <a:sym typeface="Arial"/>
              </a:rPr>
              <a:t>Part 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0" cap="none" spc="0" normalizeH="0" baseline="0" noProof="0" dirty="0">
                <a:ln w="22225">
                  <a:solidFill>
                    <a:srgbClr val="ED7D31"/>
                  </a:solidFill>
                  <a:prstDash val="solid"/>
                </a:ln>
                <a:solidFill>
                  <a:srgbClr val="313752">
                    <a:lumMod val="50000"/>
                  </a:srgbClr>
                </a:solidFill>
                <a:effectLst/>
                <a:uLnTx/>
                <a:uFillTx/>
                <a:latin typeface="UD Digi Kyokasho N-B" panose="02020700000000000000" pitchFamily="17" charset="-128"/>
                <a:ea typeface="UD Digi Kyokasho N-B" panose="02020700000000000000" pitchFamily="17" charset="-128"/>
                <a:cs typeface="Arial"/>
                <a:sym typeface="Arial"/>
              </a:rPr>
              <a:t> </a:t>
            </a:r>
            <a:endParaRPr kumimoji="0" lang="en-US" sz="9600" b="1" i="0" u="none" strike="noStrike" kern="0" cap="none" spc="0" normalizeH="0" baseline="0" noProof="0" dirty="0">
              <a:ln w="22225">
                <a:solidFill>
                  <a:srgbClr val="ED7D31"/>
                </a:solidFill>
                <a:prstDash val="solid"/>
              </a:ln>
              <a:solidFill>
                <a:srgbClr val="1F271D">
                  <a:lumMod val="90000"/>
                  <a:lumOff val="10000"/>
                </a:srgbClr>
              </a:solidFill>
              <a:effectLst/>
              <a:uLnTx/>
              <a:uFillTx/>
              <a:latin typeface="UD Digi Kyokasho N-B" panose="02020700000000000000" pitchFamily="17" charset="-128"/>
              <a:ea typeface="UD Digi Kyokasho N-B" panose="02020700000000000000" pitchFamily="17" charset="-128"/>
              <a:cs typeface="Arial"/>
              <a:sym typeface="Arial"/>
            </a:endParaRPr>
          </a:p>
        </p:txBody>
      </p:sp>
      <p:pic>
        <p:nvPicPr>
          <p:cNvPr id="2" name="Google Shape;368;p40">
            <a:extLst>
              <a:ext uri="{FF2B5EF4-FFF2-40B4-BE49-F238E27FC236}">
                <a16:creationId xmlns:a16="http://schemas.microsoft.com/office/drawing/2014/main" id="{D86EED46-F645-F758-804D-C983D8CE15B4}"/>
              </a:ext>
            </a:extLst>
          </p:cNvPr>
          <p:cNvPicPr preferRelativeResize="0"/>
          <p:nvPr/>
        </p:nvPicPr>
        <p:blipFill>
          <a:blip r:embed="rId3">
            <a:alphaModFix/>
          </a:blip>
          <a:stretch>
            <a:fillRect/>
          </a:stretch>
        </p:blipFill>
        <p:spPr>
          <a:xfrm>
            <a:off x="9033328" y="2787120"/>
            <a:ext cx="3955573" cy="5143501"/>
          </a:xfrm>
          <a:prstGeom prst="rect">
            <a:avLst/>
          </a:prstGeom>
          <a:noFill/>
          <a:ln>
            <a:noFill/>
          </a:ln>
        </p:spPr>
      </p:pic>
    </p:spTree>
    <p:extLst>
      <p:ext uri="{BB962C8B-B14F-4D97-AF65-F5344CB8AC3E}">
        <p14:creationId xmlns:p14="http://schemas.microsoft.com/office/powerpoint/2010/main" val="376231679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9640" y="1016676"/>
            <a:ext cx="3297864"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勘違い　</a:t>
            </a:r>
            <a:endParaRPr lang="en-US" sz="3200" dirty="0">
              <a:latin typeface="UD Digi Kyokasho N-B" panose="02020700000000000000" pitchFamily="17" charset="-128"/>
              <a:ea typeface="UD Digi Kyokasho N-B" panose="02020700000000000000" pitchFamily="17" charset="-128"/>
            </a:endParaRPr>
          </a:p>
        </p:txBody>
      </p:sp>
      <p:sp>
        <p:nvSpPr>
          <p:cNvPr id="6" name="TextBox 5"/>
          <p:cNvSpPr txBox="1"/>
          <p:nvPr/>
        </p:nvSpPr>
        <p:spPr>
          <a:xfrm>
            <a:off x="4434308" y="1034029"/>
            <a:ext cx="2577813"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飛び上がる</a:t>
            </a:r>
          </a:p>
        </p:txBody>
      </p:sp>
      <p:sp>
        <p:nvSpPr>
          <p:cNvPr id="7" name="TextBox 6"/>
          <p:cNvSpPr txBox="1"/>
          <p:nvPr/>
        </p:nvSpPr>
        <p:spPr>
          <a:xfrm>
            <a:off x="339640" y="5631554"/>
            <a:ext cx="3297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優勝する</a:t>
            </a:r>
          </a:p>
        </p:txBody>
      </p:sp>
      <p:sp>
        <p:nvSpPr>
          <p:cNvPr id="8" name="TextBox 7"/>
          <p:cNvSpPr txBox="1"/>
          <p:nvPr/>
        </p:nvSpPr>
        <p:spPr>
          <a:xfrm>
            <a:off x="339005" y="4946509"/>
            <a:ext cx="3297865"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必死な</a:t>
            </a:r>
          </a:p>
        </p:txBody>
      </p:sp>
      <p:sp>
        <p:nvSpPr>
          <p:cNvPr id="9" name="TextBox 8"/>
          <p:cNvSpPr txBox="1"/>
          <p:nvPr/>
        </p:nvSpPr>
        <p:spPr>
          <a:xfrm>
            <a:off x="339640" y="1677160"/>
            <a:ext cx="3297864"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顔が広い</a:t>
            </a:r>
            <a:endParaRPr lang="en-US" altLang="ja-JP" sz="3200" dirty="0">
              <a:latin typeface="UD Digi Kyokasho N-B" panose="02020700000000000000" pitchFamily="17" charset="-128"/>
              <a:ea typeface="UD Digi Kyokasho N-B" panose="02020700000000000000" pitchFamily="17" charset="-128"/>
            </a:endParaRPr>
          </a:p>
        </p:txBody>
      </p:sp>
      <p:sp>
        <p:nvSpPr>
          <p:cNvPr id="10" name="TextBox 9"/>
          <p:cNvSpPr txBox="1"/>
          <p:nvPr/>
        </p:nvSpPr>
        <p:spPr>
          <a:xfrm>
            <a:off x="339004" y="2969389"/>
            <a:ext cx="3298500"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顔から火が出る</a:t>
            </a:r>
          </a:p>
        </p:txBody>
      </p:sp>
      <p:sp>
        <p:nvSpPr>
          <p:cNvPr id="11" name="TextBox 10"/>
          <p:cNvSpPr txBox="1"/>
          <p:nvPr/>
        </p:nvSpPr>
        <p:spPr>
          <a:xfrm>
            <a:off x="339004" y="3610709"/>
            <a:ext cx="3297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表現</a:t>
            </a:r>
          </a:p>
        </p:txBody>
      </p:sp>
      <p:sp>
        <p:nvSpPr>
          <p:cNvPr id="12" name="TextBox 11"/>
          <p:cNvSpPr txBox="1"/>
          <p:nvPr/>
        </p:nvSpPr>
        <p:spPr>
          <a:xfrm>
            <a:off x="339005" y="4246224"/>
            <a:ext cx="3297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黙る</a:t>
            </a:r>
          </a:p>
        </p:txBody>
      </p:sp>
      <p:sp>
        <p:nvSpPr>
          <p:cNvPr id="13" name="Flowchart: Punched Tape 12"/>
          <p:cNvSpPr/>
          <p:nvPr/>
        </p:nvSpPr>
        <p:spPr>
          <a:xfrm>
            <a:off x="4880885" y="64510"/>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dirty="0">
                <a:solidFill>
                  <a:srgbClr val="F6F3EA"/>
                </a:solidFill>
                <a:latin typeface="UD Digi Kyokasho N-B" panose="02020700000000000000" pitchFamily="17" charset="-128"/>
                <a:ea typeface="UD Digi Kyokasho N-B" panose="02020700000000000000" pitchFamily="17" charset="-128"/>
              </a:rPr>
              <a:t>言葉</a:t>
            </a:r>
            <a:endParaRPr lang="en-US" sz="3600" dirty="0">
              <a:solidFill>
                <a:srgbClr val="F6F3EA"/>
              </a:solidFill>
              <a:latin typeface="UD Digi Kyokasho N-B" panose="02020700000000000000" pitchFamily="17" charset="-128"/>
              <a:ea typeface="UD Digi Kyokasho N-B" panose="02020700000000000000" pitchFamily="17" charset="-128"/>
            </a:endParaRPr>
          </a:p>
        </p:txBody>
      </p:sp>
      <p:sp>
        <p:nvSpPr>
          <p:cNvPr id="22" name="TextBox 21"/>
          <p:cNvSpPr txBox="1"/>
          <p:nvPr/>
        </p:nvSpPr>
        <p:spPr>
          <a:xfrm>
            <a:off x="4434308" y="1693401"/>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飛び出す</a:t>
            </a:r>
          </a:p>
        </p:txBody>
      </p:sp>
      <p:sp>
        <p:nvSpPr>
          <p:cNvPr id="23" name="TextBox 22"/>
          <p:cNvSpPr txBox="1"/>
          <p:nvPr/>
        </p:nvSpPr>
        <p:spPr>
          <a:xfrm>
            <a:off x="4434309" y="5703045"/>
            <a:ext cx="2577813"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照れくさい</a:t>
            </a:r>
          </a:p>
        </p:txBody>
      </p:sp>
      <p:sp>
        <p:nvSpPr>
          <p:cNvPr id="24" name="TextBox 23"/>
          <p:cNvSpPr txBox="1"/>
          <p:nvPr/>
        </p:nvSpPr>
        <p:spPr>
          <a:xfrm>
            <a:off x="4434309" y="5018000"/>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chemeClr val="tx1"/>
                </a:solidFill>
                <a:latin typeface="UD Digi Kyokasho N-B" panose="02020700000000000000" pitchFamily="17" charset="-128"/>
                <a:ea typeface="UD Digi Kyokasho N-B" panose="02020700000000000000" pitchFamily="17" charset="-128"/>
              </a:rPr>
              <a:t>緊張する</a:t>
            </a:r>
          </a:p>
        </p:txBody>
      </p:sp>
      <p:sp>
        <p:nvSpPr>
          <p:cNvPr id="25" name="TextBox 24"/>
          <p:cNvSpPr txBox="1"/>
          <p:nvPr/>
        </p:nvSpPr>
        <p:spPr>
          <a:xfrm>
            <a:off x="4433991" y="4334165"/>
            <a:ext cx="2577813" cy="583565"/>
          </a:xfrm>
          <a:prstGeom prst="rect">
            <a:avLst/>
          </a:prstGeom>
          <a:solidFill>
            <a:schemeClr val="accent3">
              <a:lumMod val="40000"/>
              <a:lumOff val="60000"/>
            </a:schemeClr>
          </a:solidFill>
        </p:spPr>
        <p:txBody>
          <a:bodyPr wrap="square" rtlCol="0">
            <a:spAutoFit/>
          </a:bodyPr>
          <a:lstStyle/>
          <a:p>
            <a:r>
              <a:rPr lang="ja-JP" altLang="en-US" sz="3200" dirty="0">
                <a:solidFill>
                  <a:schemeClr val="tx1"/>
                </a:solidFill>
                <a:latin typeface="UD Digi Kyokasho N-B" panose="02020700000000000000" pitchFamily="17" charset="-128"/>
                <a:ea typeface="UD Digi Kyokasho N-B" panose="02020700000000000000" pitchFamily="17" charset="-128"/>
              </a:rPr>
              <a:t>ほっぺた</a:t>
            </a:r>
          </a:p>
        </p:txBody>
      </p:sp>
      <p:sp>
        <p:nvSpPr>
          <p:cNvPr id="26" name="TextBox 25"/>
          <p:cNvSpPr txBox="1"/>
          <p:nvPr/>
        </p:nvSpPr>
        <p:spPr>
          <a:xfrm>
            <a:off x="4434309" y="2353984"/>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飛び込む</a:t>
            </a:r>
          </a:p>
        </p:txBody>
      </p:sp>
      <p:sp>
        <p:nvSpPr>
          <p:cNvPr id="29" name="TextBox 28"/>
          <p:cNvSpPr txBox="1"/>
          <p:nvPr/>
        </p:nvSpPr>
        <p:spPr>
          <a:xfrm>
            <a:off x="4434309" y="3647910"/>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もう少しで</a:t>
            </a:r>
          </a:p>
        </p:txBody>
      </p:sp>
      <p:sp>
        <p:nvSpPr>
          <p:cNvPr id="38" name="TextBox 37"/>
          <p:cNvSpPr txBox="1"/>
          <p:nvPr/>
        </p:nvSpPr>
        <p:spPr>
          <a:xfrm>
            <a:off x="8318508" y="1034029"/>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焦る</a:t>
            </a:r>
            <a:endParaRPr lang="en-US" sz="3200" dirty="0">
              <a:latin typeface="UD Digi Kyokasho N-B" panose="02020700000000000000" pitchFamily="17" charset="-128"/>
              <a:ea typeface="UD Digi Kyokasho N-B" panose="02020700000000000000" pitchFamily="17" charset="-128"/>
            </a:endParaRPr>
          </a:p>
        </p:txBody>
      </p:sp>
      <p:sp>
        <p:nvSpPr>
          <p:cNvPr id="39" name="TextBox 38"/>
          <p:cNvSpPr txBox="1"/>
          <p:nvPr/>
        </p:nvSpPr>
        <p:spPr>
          <a:xfrm>
            <a:off x="8318508" y="5720398"/>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ためらう</a:t>
            </a:r>
            <a:endParaRPr lang="en-US" sz="3200" dirty="0">
              <a:latin typeface="UD Digi Kyokasho N-B" panose="02020700000000000000" pitchFamily="17" charset="-128"/>
              <a:ea typeface="UD Digi Kyokasho N-B" panose="02020700000000000000" pitchFamily="17" charset="-128"/>
            </a:endParaRPr>
          </a:p>
        </p:txBody>
      </p:sp>
      <p:sp>
        <p:nvSpPr>
          <p:cNvPr id="40" name="TextBox 39"/>
          <p:cNvSpPr txBox="1"/>
          <p:nvPr/>
        </p:nvSpPr>
        <p:spPr>
          <a:xfrm>
            <a:off x="8318507" y="5035352"/>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もどかしい</a:t>
            </a:r>
            <a:endParaRPr lang="en-US" sz="3200" dirty="0">
              <a:latin typeface="UD Digi Kyokasho N-B" panose="02020700000000000000" pitchFamily="17" charset="-128"/>
              <a:ea typeface="UD Digi Kyokasho N-B" panose="02020700000000000000" pitchFamily="17" charset="-128"/>
            </a:endParaRPr>
          </a:p>
        </p:txBody>
      </p:sp>
      <p:sp>
        <p:nvSpPr>
          <p:cNvPr id="41" name="TextBox 40"/>
          <p:cNvSpPr txBox="1"/>
          <p:nvPr/>
        </p:nvSpPr>
        <p:spPr>
          <a:xfrm>
            <a:off x="8318508" y="4350308"/>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後悔する</a:t>
            </a:r>
            <a:endParaRPr lang="en-US" sz="3200" dirty="0">
              <a:latin typeface="UD Digi Kyokasho N-B" panose="02020700000000000000" pitchFamily="17" charset="-128"/>
              <a:ea typeface="UD Digi Kyokasho N-B" panose="02020700000000000000" pitchFamily="17" charset="-128"/>
            </a:endParaRPr>
          </a:p>
        </p:txBody>
      </p:sp>
      <p:sp>
        <p:nvSpPr>
          <p:cNvPr id="42" name="TextBox 41"/>
          <p:cNvSpPr txBox="1"/>
          <p:nvPr/>
        </p:nvSpPr>
        <p:spPr>
          <a:xfrm>
            <a:off x="8318508" y="1694249"/>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焦げる</a:t>
            </a:r>
            <a:endParaRPr lang="en-US" sz="3200" dirty="0">
              <a:latin typeface="UD Digi Kyokasho N-B" panose="02020700000000000000" pitchFamily="17" charset="-128"/>
              <a:ea typeface="UD Digi Kyokasho N-B" panose="02020700000000000000" pitchFamily="17" charset="-128"/>
            </a:endParaRPr>
          </a:p>
        </p:txBody>
      </p:sp>
      <p:sp>
        <p:nvSpPr>
          <p:cNvPr id="43" name="TextBox 42"/>
          <p:cNvSpPr txBox="1"/>
          <p:nvPr/>
        </p:nvSpPr>
        <p:spPr>
          <a:xfrm>
            <a:off x="8318508" y="2329879"/>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恥ずかしい</a:t>
            </a:r>
            <a:endParaRPr lang="en-US" sz="3200" dirty="0">
              <a:latin typeface="UD Digi Kyokasho N-B" panose="02020700000000000000" pitchFamily="17" charset="-128"/>
              <a:ea typeface="UD Digi Kyokasho N-B" panose="02020700000000000000" pitchFamily="17" charset="-128"/>
            </a:endParaRPr>
          </a:p>
        </p:txBody>
      </p:sp>
      <p:sp>
        <p:nvSpPr>
          <p:cNvPr id="44" name="TextBox 43"/>
          <p:cNvSpPr txBox="1"/>
          <p:nvPr/>
        </p:nvSpPr>
        <p:spPr>
          <a:xfrm>
            <a:off x="8318506" y="2997571"/>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照れる</a:t>
            </a:r>
            <a:endParaRPr lang="en-US" sz="3200" dirty="0">
              <a:latin typeface="UD Digi Kyokasho N-B" panose="02020700000000000000" pitchFamily="17" charset="-128"/>
              <a:ea typeface="UD Digi Kyokasho N-B" panose="02020700000000000000" pitchFamily="17" charset="-128"/>
            </a:endParaRPr>
          </a:p>
        </p:txBody>
      </p:sp>
      <p:sp>
        <p:nvSpPr>
          <p:cNvPr id="45" name="TextBox 44"/>
          <p:cNvSpPr txBox="1"/>
          <p:nvPr/>
        </p:nvSpPr>
        <p:spPr>
          <a:xfrm>
            <a:off x="8318508" y="3665263"/>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悔しい</a:t>
            </a:r>
            <a:endParaRPr lang="en-US" sz="3200" dirty="0">
              <a:latin typeface="UD Digi Kyokasho N-B" panose="02020700000000000000" pitchFamily="17" charset="-128"/>
              <a:ea typeface="UD Digi Kyokasho N-B" panose="02020700000000000000" pitchFamily="17" charset="-128"/>
            </a:endParaRPr>
          </a:p>
        </p:txBody>
      </p:sp>
      <p:sp>
        <p:nvSpPr>
          <p:cNvPr id="46" name="TextBox 45"/>
          <p:cNvSpPr txBox="1"/>
          <p:nvPr/>
        </p:nvSpPr>
        <p:spPr>
          <a:xfrm>
            <a:off x="339005" y="2327499"/>
            <a:ext cx="3297864"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顔が大きい</a:t>
            </a:r>
            <a:endParaRPr lang="en-US" altLang="ja-JP" sz="3200" dirty="0">
              <a:latin typeface="UD Digi Kyokasho N-B" panose="02020700000000000000" pitchFamily="17" charset="-128"/>
              <a:ea typeface="UD Digi Kyokasho N-B" panose="02020700000000000000" pitchFamily="17" charset="-128"/>
            </a:endParaRPr>
          </a:p>
        </p:txBody>
      </p:sp>
      <p:sp>
        <p:nvSpPr>
          <p:cNvPr id="27" name="TextBox 26">
            <a:extLst>
              <a:ext uri="{FF2B5EF4-FFF2-40B4-BE49-F238E27FC236}">
                <a16:creationId xmlns:a16="http://schemas.microsoft.com/office/drawing/2014/main" id="{ABC86104-E3CA-4254-A40F-0CF867C3C6C9}"/>
              </a:ext>
            </a:extLst>
          </p:cNvPr>
          <p:cNvSpPr txBox="1"/>
          <p:nvPr/>
        </p:nvSpPr>
        <p:spPr>
          <a:xfrm>
            <a:off x="4480883" y="3012395"/>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飛び込む</a:t>
            </a:r>
          </a:p>
        </p:txBody>
      </p:sp>
    </p:spTree>
    <p:extLst>
      <p:ext uri="{BB962C8B-B14F-4D97-AF65-F5344CB8AC3E}">
        <p14:creationId xmlns:p14="http://schemas.microsoft.com/office/powerpoint/2010/main" val="237575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1000"/>
                                        <p:tgtEl>
                                          <p:spTgt spid="46"/>
                                        </p:tgtEl>
                                      </p:cBhvr>
                                    </p:animEffect>
                                    <p:anim calcmode="lin" valueType="num">
                                      <p:cBhvr>
                                        <p:cTn id="29" dur="1000" fill="hold"/>
                                        <p:tgtEl>
                                          <p:spTgt spid="46"/>
                                        </p:tgtEl>
                                        <p:attrNameLst>
                                          <p:attrName>ppt_x</p:attrName>
                                        </p:attrNameLst>
                                      </p:cBhvr>
                                      <p:tavLst>
                                        <p:tav tm="0">
                                          <p:val>
                                            <p:strVal val="#ppt_x"/>
                                          </p:val>
                                        </p:tav>
                                        <p:tav tm="100000">
                                          <p:val>
                                            <p:strVal val="#ppt_x"/>
                                          </p:val>
                                        </p:tav>
                                      </p:tavLst>
                                    </p:anim>
                                    <p:anim calcmode="lin" valueType="num">
                                      <p:cBhvr>
                                        <p:cTn id="3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1000"/>
                                        <p:tgtEl>
                                          <p:spTgt spid="7"/>
                                        </p:tgtEl>
                                      </p:cBhvr>
                                    </p:animEffect>
                                    <p:anim calcmode="lin" valueType="num">
                                      <p:cBhvr>
                                        <p:cTn id="64" dur="1000" fill="hold"/>
                                        <p:tgtEl>
                                          <p:spTgt spid="7"/>
                                        </p:tgtEl>
                                        <p:attrNameLst>
                                          <p:attrName>ppt_x</p:attrName>
                                        </p:attrNameLst>
                                      </p:cBhvr>
                                      <p:tavLst>
                                        <p:tav tm="0">
                                          <p:val>
                                            <p:strVal val="#ppt_x"/>
                                          </p:val>
                                        </p:tav>
                                        <p:tav tm="100000">
                                          <p:val>
                                            <p:strVal val="#ppt_x"/>
                                          </p:val>
                                        </p:tav>
                                      </p:tavLst>
                                    </p:anim>
                                    <p:anim calcmode="lin" valueType="num">
                                      <p:cBhvr>
                                        <p:cTn id="6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1000"/>
                                        <p:tgtEl>
                                          <p:spTgt spid="6"/>
                                        </p:tgtEl>
                                      </p:cBhvr>
                                    </p:animEffect>
                                    <p:anim calcmode="lin" valueType="num">
                                      <p:cBhvr>
                                        <p:cTn id="71" dur="1000" fill="hold"/>
                                        <p:tgtEl>
                                          <p:spTgt spid="6"/>
                                        </p:tgtEl>
                                        <p:attrNameLst>
                                          <p:attrName>ppt_x</p:attrName>
                                        </p:attrNameLst>
                                      </p:cBhvr>
                                      <p:tavLst>
                                        <p:tav tm="0">
                                          <p:val>
                                            <p:strVal val="#ppt_x"/>
                                          </p:val>
                                        </p:tav>
                                        <p:tav tm="100000">
                                          <p:val>
                                            <p:strVal val="#ppt_x"/>
                                          </p:val>
                                        </p:tav>
                                      </p:tavLst>
                                    </p:anim>
                                    <p:anim calcmode="lin" valueType="num">
                                      <p:cBhvr>
                                        <p:cTn id="7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1000"/>
                                        <p:tgtEl>
                                          <p:spTgt spid="22"/>
                                        </p:tgtEl>
                                      </p:cBhvr>
                                    </p:animEffect>
                                    <p:anim calcmode="lin" valueType="num">
                                      <p:cBhvr>
                                        <p:cTn id="78" dur="1000" fill="hold"/>
                                        <p:tgtEl>
                                          <p:spTgt spid="22"/>
                                        </p:tgtEl>
                                        <p:attrNameLst>
                                          <p:attrName>ppt_x</p:attrName>
                                        </p:attrNameLst>
                                      </p:cBhvr>
                                      <p:tavLst>
                                        <p:tav tm="0">
                                          <p:val>
                                            <p:strVal val="#ppt_x"/>
                                          </p:val>
                                        </p:tav>
                                        <p:tav tm="100000">
                                          <p:val>
                                            <p:strVal val="#ppt_x"/>
                                          </p:val>
                                        </p:tav>
                                      </p:tavLst>
                                    </p:anim>
                                    <p:anim calcmode="lin" valueType="num">
                                      <p:cBhvr>
                                        <p:cTn id="7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1000"/>
                                        <p:tgtEl>
                                          <p:spTgt spid="26"/>
                                        </p:tgtEl>
                                      </p:cBhvr>
                                    </p:animEffect>
                                    <p:anim calcmode="lin" valueType="num">
                                      <p:cBhvr>
                                        <p:cTn id="85" dur="1000" fill="hold"/>
                                        <p:tgtEl>
                                          <p:spTgt spid="26"/>
                                        </p:tgtEl>
                                        <p:attrNameLst>
                                          <p:attrName>ppt_x</p:attrName>
                                        </p:attrNameLst>
                                      </p:cBhvr>
                                      <p:tavLst>
                                        <p:tav tm="0">
                                          <p:val>
                                            <p:strVal val="#ppt_x"/>
                                          </p:val>
                                        </p:tav>
                                        <p:tav tm="100000">
                                          <p:val>
                                            <p:strVal val="#ppt_x"/>
                                          </p:val>
                                        </p:tav>
                                      </p:tavLst>
                                    </p:anim>
                                    <p:anim calcmode="lin" valueType="num">
                                      <p:cBhvr>
                                        <p:cTn id="8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1000"/>
                                        <p:tgtEl>
                                          <p:spTgt spid="29"/>
                                        </p:tgtEl>
                                      </p:cBhvr>
                                    </p:animEffect>
                                    <p:anim calcmode="lin" valueType="num">
                                      <p:cBhvr>
                                        <p:cTn id="92" dur="1000" fill="hold"/>
                                        <p:tgtEl>
                                          <p:spTgt spid="29"/>
                                        </p:tgtEl>
                                        <p:attrNameLst>
                                          <p:attrName>ppt_x</p:attrName>
                                        </p:attrNameLst>
                                      </p:cBhvr>
                                      <p:tavLst>
                                        <p:tav tm="0">
                                          <p:val>
                                            <p:strVal val="#ppt_x"/>
                                          </p:val>
                                        </p:tav>
                                        <p:tav tm="100000">
                                          <p:val>
                                            <p:strVal val="#ppt_x"/>
                                          </p:val>
                                        </p:tav>
                                      </p:tavLst>
                                    </p:anim>
                                    <p:anim calcmode="lin" valueType="num">
                                      <p:cBhvr>
                                        <p:cTn id="93"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1000"/>
                                        <p:tgtEl>
                                          <p:spTgt spid="25"/>
                                        </p:tgtEl>
                                      </p:cBhvr>
                                    </p:animEffect>
                                    <p:anim calcmode="lin" valueType="num">
                                      <p:cBhvr>
                                        <p:cTn id="99" dur="1000" fill="hold"/>
                                        <p:tgtEl>
                                          <p:spTgt spid="25"/>
                                        </p:tgtEl>
                                        <p:attrNameLst>
                                          <p:attrName>ppt_x</p:attrName>
                                        </p:attrNameLst>
                                      </p:cBhvr>
                                      <p:tavLst>
                                        <p:tav tm="0">
                                          <p:val>
                                            <p:strVal val="#ppt_x"/>
                                          </p:val>
                                        </p:tav>
                                        <p:tav tm="100000">
                                          <p:val>
                                            <p:strVal val="#ppt_x"/>
                                          </p:val>
                                        </p:tav>
                                      </p:tavLst>
                                    </p:anim>
                                    <p:anim calcmode="lin" valueType="num">
                                      <p:cBhvr>
                                        <p:cTn id="10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1000"/>
                                        <p:tgtEl>
                                          <p:spTgt spid="24"/>
                                        </p:tgtEl>
                                      </p:cBhvr>
                                    </p:animEffect>
                                    <p:anim calcmode="lin" valueType="num">
                                      <p:cBhvr>
                                        <p:cTn id="106" dur="1000" fill="hold"/>
                                        <p:tgtEl>
                                          <p:spTgt spid="24"/>
                                        </p:tgtEl>
                                        <p:attrNameLst>
                                          <p:attrName>ppt_x</p:attrName>
                                        </p:attrNameLst>
                                      </p:cBhvr>
                                      <p:tavLst>
                                        <p:tav tm="0">
                                          <p:val>
                                            <p:strVal val="#ppt_x"/>
                                          </p:val>
                                        </p:tav>
                                        <p:tav tm="100000">
                                          <p:val>
                                            <p:strVal val="#ppt_x"/>
                                          </p:val>
                                        </p:tav>
                                      </p:tavLst>
                                    </p:anim>
                                    <p:anim calcmode="lin" valueType="num">
                                      <p:cBhvr>
                                        <p:cTn id="10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1000"/>
                                        <p:tgtEl>
                                          <p:spTgt spid="23"/>
                                        </p:tgtEl>
                                      </p:cBhvr>
                                    </p:animEffect>
                                    <p:anim calcmode="lin" valueType="num">
                                      <p:cBhvr>
                                        <p:cTn id="113" dur="1000" fill="hold"/>
                                        <p:tgtEl>
                                          <p:spTgt spid="23"/>
                                        </p:tgtEl>
                                        <p:attrNameLst>
                                          <p:attrName>ppt_x</p:attrName>
                                        </p:attrNameLst>
                                      </p:cBhvr>
                                      <p:tavLst>
                                        <p:tav tm="0">
                                          <p:val>
                                            <p:strVal val="#ppt_x"/>
                                          </p:val>
                                        </p:tav>
                                        <p:tav tm="100000">
                                          <p:val>
                                            <p:strVal val="#ppt_x"/>
                                          </p:val>
                                        </p:tav>
                                      </p:tavLst>
                                    </p:anim>
                                    <p:anim calcmode="lin" valueType="num">
                                      <p:cBhvr>
                                        <p:cTn id="1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1000"/>
                                        <p:tgtEl>
                                          <p:spTgt spid="38"/>
                                        </p:tgtEl>
                                      </p:cBhvr>
                                    </p:animEffect>
                                    <p:anim calcmode="lin" valueType="num">
                                      <p:cBhvr>
                                        <p:cTn id="120" dur="1000" fill="hold"/>
                                        <p:tgtEl>
                                          <p:spTgt spid="38"/>
                                        </p:tgtEl>
                                        <p:attrNameLst>
                                          <p:attrName>ppt_x</p:attrName>
                                        </p:attrNameLst>
                                      </p:cBhvr>
                                      <p:tavLst>
                                        <p:tav tm="0">
                                          <p:val>
                                            <p:strVal val="#ppt_x"/>
                                          </p:val>
                                        </p:tav>
                                        <p:tav tm="100000">
                                          <p:val>
                                            <p:strVal val="#ppt_x"/>
                                          </p:val>
                                        </p:tav>
                                      </p:tavLst>
                                    </p:anim>
                                    <p:anim calcmode="lin" valueType="num">
                                      <p:cBhvr>
                                        <p:cTn id="121"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1000"/>
                                        <p:tgtEl>
                                          <p:spTgt spid="42"/>
                                        </p:tgtEl>
                                      </p:cBhvr>
                                    </p:animEffect>
                                    <p:anim calcmode="lin" valueType="num">
                                      <p:cBhvr>
                                        <p:cTn id="127" dur="1000" fill="hold"/>
                                        <p:tgtEl>
                                          <p:spTgt spid="42"/>
                                        </p:tgtEl>
                                        <p:attrNameLst>
                                          <p:attrName>ppt_x</p:attrName>
                                        </p:attrNameLst>
                                      </p:cBhvr>
                                      <p:tavLst>
                                        <p:tav tm="0">
                                          <p:val>
                                            <p:strVal val="#ppt_x"/>
                                          </p:val>
                                        </p:tav>
                                        <p:tav tm="100000">
                                          <p:val>
                                            <p:strVal val="#ppt_x"/>
                                          </p:val>
                                        </p:tav>
                                      </p:tavLst>
                                    </p:anim>
                                    <p:anim calcmode="lin" valueType="num">
                                      <p:cBhvr>
                                        <p:cTn id="128"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1000"/>
                                        <p:tgtEl>
                                          <p:spTgt spid="43"/>
                                        </p:tgtEl>
                                      </p:cBhvr>
                                    </p:animEffect>
                                    <p:anim calcmode="lin" valueType="num">
                                      <p:cBhvr>
                                        <p:cTn id="134" dur="1000" fill="hold"/>
                                        <p:tgtEl>
                                          <p:spTgt spid="43"/>
                                        </p:tgtEl>
                                        <p:attrNameLst>
                                          <p:attrName>ppt_x</p:attrName>
                                        </p:attrNameLst>
                                      </p:cBhvr>
                                      <p:tavLst>
                                        <p:tav tm="0">
                                          <p:val>
                                            <p:strVal val="#ppt_x"/>
                                          </p:val>
                                        </p:tav>
                                        <p:tav tm="100000">
                                          <p:val>
                                            <p:strVal val="#ppt_x"/>
                                          </p:val>
                                        </p:tav>
                                      </p:tavLst>
                                    </p:anim>
                                    <p:anim calcmode="lin" valueType="num">
                                      <p:cBhvr>
                                        <p:cTn id="135"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44"/>
                                        </p:tgtEl>
                                        <p:attrNameLst>
                                          <p:attrName>style.visibility</p:attrName>
                                        </p:attrNameLst>
                                      </p:cBhvr>
                                      <p:to>
                                        <p:strVal val="visible"/>
                                      </p:to>
                                    </p:set>
                                    <p:animEffect transition="in" filter="fade">
                                      <p:cBhvr>
                                        <p:cTn id="140" dur="1000"/>
                                        <p:tgtEl>
                                          <p:spTgt spid="44"/>
                                        </p:tgtEl>
                                      </p:cBhvr>
                                    </p:animEffect>
                                    <p:anim calcmode="lin" valueType="num">
                                      <p:cBhvr>
                                        <p:cTn id="141" dur="1000" fill="hold"/>
                                        <p:tgtEl>
                                          <p:spTgt spid="44"/>
                                        </p:tgtEl>
                                        <p:attrNameLst>
                                          <p:attrName>ppt_x</p:attrName>
                                        </p:attrNameLst>
                                      </p:cBhvr>
                                      <p:tavLst>
                                        <p:tav tm="0">
                                          <p:val>
                                            <p:strVal val="#ppt_x"/>
                                          </p:val>
                                        </p:tav>
                                        <p:tav tm="100000">
                                          <p:val>
                                            <p:strVal val="#ppt_x"/>
                                          </p:val>
                                        </p:tav>
                                      </p:tavLst>
                                    </p:anim>
                                    <p:anim calcmode="lin" valueType="num">
                                      <p:cBhvr>
                                        <p:cTn id="142"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grpId="0" nodeType="clickEffect">
                                  <p:stCondLst>
                                    <p:cond delay="0"/>
                                  </p:stCondLst>
                                  <p:childTnLst>
                                    <p:set>
                                      <p:cBhvr>
                                        <p:cTn id="146" dur="1" fill="hold">
                                          <p:stCondLst>
                                            <p:cond delay="0"/>
                                          </p:stCondLst>
                                        </p:cTn>
                                        <p:tgtEl>
                                          <p:spTgt spid="45"/>
                                        </p:tgtEl>
                                        <p:attrNameLst>
                                          <p:attrName>style.visibility</p:attrName>
                                        </p:attrNameLst>
                                      </p:cBhvr>
                                      <p:to>
                                        <p:strVal val="visible"/>
                                      </p:to>
                                    </p:set>
                                    <p:animEffect transition="in" filter="fade">
                                      <p:cBhvr>
                                        <p:cTn id="147" dur="1000"/>
                                        <p:tgtEl>
                                          <p:spTgt spid="45"/>
                                        </p:tgtEl>
                                      </p:cBhvr>
                                    </p:animEffect>
                                    <p:anim calcmode="lin" valueType="num">
                                      <p:cBhvr>
                                        <p:cTn id="148" dur="1000" fill="hold"/>
                                        <p:tgtEl>
                                          <p:spTgt spid="45"/>
                                        </p:tgtEl>
                                        <p:attrNameLst>
                                          <p:attrName>ppt_x</p:attrName>
                                        </p:attrNameLst>
                                      </p:cBhvr>
                                      <p:tavLst>
                                        <p:tav tm="0">
                                          <p:val>
                                            <p:strVal val="#ppt_x"/>
                                          </p:val>
                                        </p:tav>
                                        <p:tav tm="100000">
                                          <p:val>
                                            <p:strVal val="#ppt_x"/>
                                          </p:val>
                                        </p:tav>
                                      </p:tavLst>
                                    </p:anim>
                                    <p:anim calcmode="lin" valueType="num">
                                      <p:cBhvr>
                                        <p:cTn id="149"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41"/>
                                        </p:tgtEl>
                                        <p:attrNameLst>
                                          <p:attrName>style.visibility</p:attrName>
                                        </p:attrNameLst>
                                      </p:cBhvr>
                                      <p:to>
                                        <p:strVal val="visible"/>
                                      </p:to>
                                    </p:set>
                                    <p:animEffect transition="in" filter="fade">
                                      <p:cBhvr>
                                        <p:cTn id="154" dur="1000"/>
                                        <p:tgtEl>
                                          <p:spTgt spid="41"/>
                                        </p:tgtEl>
                                      </p:cBhvr>
                                    </p:animEffect>
                                    <p:anim calcmode="lin" valueType="num">
                                      <p:cBhvr>
                                        <p:cTn id="155" dur="1000" fill="hold"/>
                                        <p:tgtEl>
                                          <p:spTgt spid="41"/>
                                        </p:tgtEl>
                                        <p:attrNameLst>
                                          <p:attrName>ppt_x</p:attrName>
                                        </p:attrNameLst>
                                      </p:cBhvr>
                                      <p:tavLst>
                                        <p:tav tm="0">
                                          <p:val>
                                            <p:strVal val="#ppt_x"/>
                                          </p:val>
                                        </p:tav>
                                        <p:tav tm="100000">
                                          <p:val>
                                            <p:strVal val="#ppt_x"/>
                                          </p:val>
                                        </p:tav>
                                      </p:tavLst>
                                    </p:anim>
                                    <p:anim calcmode="lin" valueType="num">
                                      <p:cBhvr>
                                        <p:cTn id="156"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42" presetClass="entr" presetSubtype="0" fill="hold" grpId="0" nodeType="clickEffect">
                                  <p:stCondLst>
                                    <p:cond delay="0"/>
                                  </p:stCondLst>
                                  <p:childTnLst>
                                    <p:set>
                                      <p:cBhvr>
                                        <p:cTn id="160" dur="1" fill="hold">
                                          <p:stCondLst>
                                            <p:cond delay="0"/>
                                          </p:stCondLst>
                                        </p:cTn>
                                        <p:tgtEl>
                                          <p:spTgt spid="40"/>
                                        </p:tgtEl>
                                        <p:attrNameLst>
                                          <p:attrName>style.visibility</p:attrName>
                                        </p:attrNameLst>
                                      </p:cBhvr>
                                      <p:to>
                                        <p:strVal val="visible"/>
                                      </p:to>
                                    </p:set>
                                    <p:animEffect transition="in" filter="fade">
                                      <p:cBhvr>
                                        <p:cTn id="161" dur="1000"/>
                                        <p:tgtEl>
                                          <p:spTgt spid="40"/>
                                        </p:tgtEl>
                                      </p:cBhvr>
                                    </p:animEffect>
                                    <p:anim calcmode="lin" valueType="num">
                                      <p:cBhvr>
                                        <p:cTn id="162" dur="1000" fill="hold"/>
                                        <p:tgtEl>
                                          <p:spTgt spid="40"/>
                                        </p:tgtEl>
                                        <p:attrNameLst>
                                          <p:attrName>ppt_x</p:attrName>
                                        </p:attrNameLst>
                                      </p:cBhvr>
                                      <p:tavLst>
                                        <p:tav tm="0">
                                          <p:val>
                                            <p:strVal val="#ppt_x"/>
                                          </p:val>
                                        </p:tav>
                                        <p:tav tm="100000">
                                          <p:val>
                                            <p:strVal val="#ppt_x"/>
                                          </p:val>
                                        </p:tav>
                                      </p:tavLst>
                                    </p:anim>
                                    <p:anim calcmode="lin" valueType="num">
                                      <p:cBhvr>
                                        <p:cTn id="16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42" presetClass="entr" presetSubtype="0" fill="hold" grpId="0" nodeType="clickEffect">
                                  <p:stCondLst>
                                    <p:cond delay="0"/>
                                  </p:stCondLst>
                                  <p:childTnLst>
                                    <p:set>
                                      <p:cBhvr>
                                        <p:cTn id="167" dur="1" fill="hold">
                                          <p:stCondLst>
                                            <p:cond delay="0"/>
                                          </p:stCondLst>
                                        </p:cTn>
                                        <p:tgtEl>
                                          <p:spTgt spid="39"/>
                                        </p:tgtEl>
                                        <p:attrNameLst>
                                          <p:attrName>style.visibility</p:attrName>
                                        </p:attrNameLst>
                                      </p:cBhvr>
                                      <p:to>
                                        <p:strVal val="visible"/>
                                      </p:to>
                                    </p:set>
                                    <p:animEffect transition="in" filter="fade">
                                      <p:cBhvr>
                                        <p:cTn id="168" dur="1000"/>
                                        <p:tgtEl>
                                          <p:spTgt spid="39"/>
                                        </p:tgtEl>
                                      </p:cBhvr>
                                    </p:animEffect>
                                    <p:anim calcmode="lin" valueType="num">
                                      <p:cBhvr>
                                        <p:cTn id="169" dur="1000" fill="hold"/>
                                        <p:tgtEl>
                                          <p:spTgt spid="39"/>
                                        </p:tgtEl>
                                        <p:attrNameLst>
                                          <p:attrName>ppt_x</p:attrName>
                                        </p:attrNameLst>
                                      </p:cBhvr>
                                      <p:tavLst>
                                        <p:tav tm="0">
                                          <p:val>
                                            <p:strVal val="#ppt_x"/>
                                          </p:val>
                                        </p:tav>
                                        <p:tav tm="100000">
                                          <p:val>
                                            <p:strVal val="#ppt_x"/>
                                          </p:val>
                                        </p:tav>
                                      </p:tavLst>
                                    </p:anim>
                                    <p:anim calcmode="lin" valueType="num">
                                      <p:cBhvr>
                                        <p:cTn id="170"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42" presetClass="entr" presetSubtype="0" fill="hold" grpId="0" nodeType="clickEffect">
                                  <p:stCondLst>
                                    <p:cond delay="0"/>
                                  </p:stCondLst>
                                  <p:childTnLst>
                                    <p:set>
                                      <p:cBhvr>
                                        <p:cTn id="174" dur="1" fill="hold">
                                          <p:stCondLst>
                                            <p:cond delay="0"/>
                                          </p:stCondLst>
                                        </p:cTn>
                                        <p:tgtEl>
                                          <p:spTgt spid="27"/>
                                        </p:tgtEl>
                                        <p:attrNameLst>
                                          <p:attrName>style.visibility</p:attrName>
                                        </p:attrNameLst>
                                      </p:cBhvr>
                                      <p:to>
                                        <p:strVal val="visible"/>
                                      </p:to>
                                    </p:set>
                                    <p:animEffect transition="in" filter="fade">
                                      <p:cBhvr>
                                        <p:cTn id="175" dur="1000"/>
                                        <p:tgtEl>
                                          <p:spTgt spid="27"/>
                                        </p:tgtEl>
                                      </p:cBhvr>
                                    </p:animEffect>
                                    <p:anim calcmode="lin" valueType="num">
                                      <p:cBhvr>
                                        <p:cTn id="176" dur="1000" fill="hold"/>
                                        <p:tgtEl>
                                          <p:spTgt spid="27"/>
                                        </p:tgtEl>
                                        <p:attrNameLst>
                                          <p:attrName>ppt_x</p:attrName>
                                        </p:attrNameLst>
                                      </p:cBhvr>
                                      <p:tavLst>
                                        <p:tav tm="0">
                                          <p:val>
                                            <p:strVal val="#ppt_x"/>
                                          </p:val>
                                        </p:tav>
                                        <p:tav tm="100000">
                                          <p:val>
                                            <p:strVal val="#ppt_x"/>
                                          </p:val>
                                        </p:tav>
                                      </p:tavLst>
                                    </p:anim>
                                    <p:anim calcmode="lin" valueType="num">
                                      <p:cBhvr>
                                        <p:cTn id="177"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0" grpId="0" bldLvl="0" animBg="1"/>
      <p:bldP spid="11" grpId="0" animBg="1"/>
      <p:bldP spid="12" grpId="0" bldLvl="0" animBg="1"/>
      <p:bldP spid="13" grpId="0" bldLvl="0" animBg="1"/>
      <p:bldP spid="22" grpId="0" bldLvl="0" animBg="1"/>
      <p:bldP spid="23" grpId="0" bldLvl="0" animBg="1"/>
      <p:bldP spid="24" grpId="0" bldLvl="0" animBg="1"/>
      <p:bldP spid="25" grpId="0" bldLvl="0" animBg="1"/>
      <p:bldP spid="26" grpId="0" bldLvl="0" animBg="1"/>
      <p:bldP spid="29" grpId="0" bldLvl="0" animBg="1"/>
      <p:bldP spid="38" grpId="0" bldLvl="0" animBg="1"/>
      <p:bldP spid="39" grpId="0" bldLvl="0" animBg="1"/>
      <p:bldP spid="40" grpId="0" bldLvl="0" animBg="1"/>
      <p:bldP spid="41" grpId="0" bldLvl="0" animBg="1"/>
      <p:bldP spid="42" grpId="0" bldLvl="0" animBg="1"/>
      <p:bldP spid="43" grpId="0" bldLvl="0" animBg="1"/>
      <p:bldP spid="44" grpId="0" bldLvl="0" animBg="1"/>
      <p:bldP spid="45" grpId="0" bldLvl="0" animBg="1"/>
      <p:bldP spid="46" grpId="0" bldLvl="0" animBg="1"/>
      <p:bldP spid="27" grpId="0" bldLvl="0" animBg="1"/>
    </p:bldLst>
  </p:timing>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3.3</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～ほど・～くらい（ぐらい）</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程度を、具体的な例やたとえで表す（大げさな表現が多い）</a:t>
            </a:r>
            <a:endParaRPr lang="ja-JP" sz="1800"/>
          </a:p>
        </p:txBody>
      </p:sp>
      <p:sp>
        <p:nvSpPr>
          <p:cNvPr id="9" name="conn 9"/>
          <p:cNvSpPr/>
          <p:nvPr/>
        </p:nvSpPr>
        <p:spPr>
          <a:xfrm>
            <a:off x="685800" y="2148840"/>
            <a:ext cx="10820095" cy="13716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V・Aい（普通形）＋ </a:t>
            </a:r>
            <a:r>
              <a:rPr lang="ja-JP" altLang="en-US" sz="2200" b="1" dirty="0">
                <a:solidFill>
                  <a:srgbClr val="A64B31"/>
                </a:solidFill>
                <a:highlight>
                  <a:srgbClr val="F9E2A0"/>
                </a:highlight>
                <a:latin typeface="Meiryo"/>
                <a:ea typeface="Meiryo"/>
                <a:cs typeface="Meiryo"/>
              </a:rPr>
              <a:t>ほど／くらい</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飛び上がりたい</a:t>
            </a:r>
            <a:r>
              <a:rPr lang="ja-JP" altLang="en-US" sz="1700" b="1" dirty="0">
                <a:solidFill>
                  <a:srgbClr val="A64B31"/>
                </a:solidFill>
                <a:highlight>
                  <a:srgbClr val="F9E2A0"/>
                </a:highlight>
                <a:latin typeface="Meiryo"/>
                <a:ea typeface="Meiryo"/>
                <a:cs typeface="Meiryo"/>
              </a:rPr>
              <a:t>くらい</a:t>
            </a:r>
            <a:endParaRPr lang="ja-JP" sz="1700"/>
          </a:p>
        </p:txBody>
      </p:sp>
      <p:sp>
        <p:nvSpPr>
          <p:cNvPr id="13" name="form 13"/>
          <p:cNvSpPr txBox="1"/>
          <p:nvPr/>
        </p:nvSpPr>
        <p:spPr>
          <a:xfrm>
            <a:off x="2103120" y="28346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Aな＋な ／ N ＋ </a:t>
            </a:r>
            <a:r>
              <a:rPr lang="ja-JP" altLang="en-US" sz="2200" b="1" dirty="0">
                <a:solidFill>
                  <a:srgbClr val="A64B31"/>
                </a:solidFill>
                <a:highlight>
                  <a:srgbClr val="F9E2A0"/>
                </a:highlight>
                <a:latin typeface="Meiryo"/>
                <a:ea typeface="Meiryo"/>
                <a:cs typeface="Meiryo"/>
              </a:rPr>
              <a:t>ほど／くらい</a:t>
            </a:r>
            <a:endParaRPr lang="ja-JP" sz="2200"/>
          </a:p>
        </p:txBody>
      </p:sp>
      <p:sp>
        <p:nvSpPr>
          <p:cNvPr id="14" name="ex 14"/>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山</a:t>
            </a:r>
            <a:r>
              <a:rPr lang="ja-JP" altLang="en-US" sz="1700" b="1" dirty="0">
                <a:solidFill>
                  <a:srgbClr val="A64B31"/>
                </a:solidFill>
                <a:highlight>
                  <a:srgbClr val="F9E2A0"/>
                </a:highlight>
                <a:latin typeface="Meiryo"/>
                <a:ea typeface="Meiryo"/>
                <a:cs typeface="Meiryo"/>
              </a:rPr>
              <a:t>ほど</a:t>
            </a:r>
            <a:r>
              <a:rPr lang="ja-JP" altLang="en-US" sz="1700" b="0" dirty="0">
                <a:solidFill>
                  <a:srgbClr val="7A6F62"/>
                </a:solidFill>
                <a:latin typeface="Meiryo"/>
                <a:ea typeface="Meiryo"/>
                <a:cs typeface="Meiryo"/>
              </a:rPr>
              <a:t>　死ぬ</a:t>
            </a:r>
            <a:r>
              <a:rPr lang="ja-JP" altLang="en-US" sz="1700" b="1" dirty="0">
                <a:solidFill>
                  <a:srgbClr val="A64B31"/>
                </a:solidFill>
                <a:highlight>
                  <a:srgbClr val="F9E2A0"/>
                </a:highlight>
                <a:latin typeface="Meiryo"/>
                <a:ea typeface="Meiryo"/>
                <a:cs typeface="Meiryo"/>
              </a:rPr>
              <a:t>ほど</a:t>
            </a:r>
            <a:endParaRPr lang="ja-JP" sz="1700"/>
          </a:p>
        </p:txBody>
      </p:sp>
      <p:sp>
        <p:nvSpPr>
          <p:cNvPr id="15" name="pill 15"/>
          <p:cNvSpPr txBox="1"/>
          <p:nvPr/>
        </p:nvSpPr>
        <p:spPr>
          <a:xfrm>
            <a:off x="685800" y="3840480"/>
            <a:ext cx="8636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程度</a:t>
            </a:r>
            <a:endParaRPr lang="ja-JP" sz="1600"/>
          </a:p>
        </p:txBody>
      </p:sp>
      <p:sp>
        <p:nvSpPr>
          <p:cNvPr id="16" name="body 16"/>
          <p:cNvSpPr txBox="1"/>
          <p:nvPr/>
        </p:nvSpPr>
        <p:spPr>
          <a:xfrm>
            <a:off x="685800" y="4407408"/>
            <a:ext cx="3332378" cy="334264"/>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程度を、例やたとえで表す。</a:t>
            </a:r>
            <a:endParaRPr lang="ja-JP" sz="1600"/>
          </a:p>
        </p:txBody>
      </p:sp>
      <p:sp>
        <p:nvSpPr>
          <p:cNvPr id="17" name="rei 17"/>
          <p:cNvSpPr txBox="1"/>
          <p:nvPr/>
        </p:nvSpPr>
        <p:spPr>
          <a:xfrm>
            <a:off x="685800" y="4942840"/>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18" name="pex 18"/>
          <p:cNvSpPr txBox="1"/>
          <p:nvPr/>
        </p:nvSpPr>
        <p:spPr>
          <a:xfrm>
            <a:off x="1188720" y="4924552"/>
            <a:ext cx="2829458" cy="939546"/>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ほっぺたが落ちる</a:t>
            </a:r>
            <a:r>
              <a:rPr lang="ja-JP" altLang="en-US" sz="1700" b="1" dirty="0">
                <a:solidFill>
                  <a:srgbClr val="A64B31"/>
                </a:solidFill>
                <a:highlight>
                  <a:srgbClr val="F9E2A0"/>
                </a:highlight>
                <a:latin typeface="Meiryo"/>
                <a:ea typeface="Meiryo"/>
                <a:cs typeface="Meiryo"/>
              </a:rPr>
              <a:t>ぐらい</a:t>
            </a:r>
            <a:endParaRPr lang="ja-JP" sz="1700"/>
          </a:p>
          <a:p>
            <a:pPr algn="l">
              <a:lnSpc>
                <a:spcPct val="120000"/>
              </a:lnSpc>
              <a:spcBef>
                <a:spcPts val="0"/>
              </a:spcBef>
              <a:spcAft>
                <a:spcPts val="200"/>
              </a:spcAft>
              <a:buNone/>
            </a:pPr>
            <a:r>
              <a:rPr lang="ja-JP" altLang="en-US" sz="1700" b="0" dirty="0">
                <a:solidFill>
                  <a:srgbClr val="1F271D"/>
                </a:solidFill>
                <a:latin typeface="Meiryo"/>
                <a:ea typeface="Meiryo"/>
                <a:cs typeface="Meiryo"/>
              </a:rPr>
              <a:t>おいしい。</a:t>
            </a:r>
            <a:endParaRPr lang="ja-JP" sz="1700"/>
          </a:p>
        </p:txBody>
      </p:sp>
      <p:sp>
        <p:nvSpPr>
          <p:cNvPr id="19" name="vrule 19"/>
          <p:cNvSpPr/>
          <p:nvPr/>
        </p:nvSpPr>
        <p:spPr>
          <a:xfrm>
            <a:off x="4223918" y="3886200"/>
            <a:ext cx="13716" cy="2560320"/>
          </a:xfrm>
          <a:prstGeom prst="rect">
            <a:avLst/>
          </a:prstGeom>
          <a:solidFill>
            <a:srgbClr val="DBCCBA"/>
          </a:solidFill>
          <a:ln>
            <a:noFill/>
          </a:ln>
        </p:spPr>
        <p:txBody>
          <a:bodyPr rtlCol="0" anchor="ctr"/>
          <a:lstStyle/>
          <a:p>
            <a:endParaRPr lang="ja-JP"/>
          </a:p>
        </p:txBody>
      </p:sp>
      <p:sp>
        <p:nvSpPr>
          <p:cNvPr id="20" name="pill 20"/>
          <p:cNvSpPr txBox="1"/>
          <p:nvPr/>
        </p:nvSpPr>
        <p:spPr>
          <a:xfrm>
            <a:off x="4429658" y="3840480"/>
            <a:ext cx="1903984"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N ほど～はない</a:t>
            </a:r>
            <a:endParaRPr lang="ja-JP" sz="1600"/>
          </a:p>
        </p:txBody>
      </p:sp>
      <p:sp>
        <p:nvSpPr>
          <p:cNvPr id="21" name="body 21"/>
          <p:cNvSpPr txBox="1"/>
          <p:nvPr/>
        </p:nvSpPr>
        <p:spPr>
          <a:xfrm>
            <a:off x="4429658" y="4407408"/>
            <a:ext cx="3332378" cy="334264"/>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「Nがいちばん～」の意味。</a:t>
            </a:r>
            <a:endParaRPr lang="ja-JP" sz="1600"/>
          </a:p>
        </p:txBody>
      </p:sp>
      <p:sp>
        <p:nvSpPr>
          <p:cNvPr id="22" name="rei 22"/>
          <p:cNvSpPr txBox="1"/>
          <p:nvPr/>
        </p:nvSpPr>
        <p:spPr>
          <a:xfrm>
            <a:off x="4429658" y="4942840"/>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3" name="pex 23"/>
          <p:cNvSpPr txBox="1"/>
          <p:nvPr/>
        </p:nvSpPr>
        <p:spPr>
          <a:xfrm>
            <a:off x="4932578" y="4924552"/>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富士山</a:t>
            </a:r>
            <a:r>
              <a:rPr lang="ja-JP" altLang="en-US" sz="1700" b="1" dirty="0">
                <a:solidFill>
                  <a:srgbClr val="A64B31"/>
                </a:solidFill>
                <a:highlight>
                  <a:srgbClr val="F9E2A0"/>
                </a:highlight>
                <a:latin typeface="Meiryo"/>
                <a:ea typeface="Meiryo"/>
                <a:cs typeface="Meiryo"/>
              </a:rPr>
              <a:t>ほど</a:t>
            </a:r>
            <a:r>
              <a:rPr lang="ja-JP" altLang="en-US" sz="1700" b="0" dirty="0">
                <a:solidFill>
                  <a:srgbClr val="1F271D"/>
                </a:solidFill>
                <a:latin typeface="Meiryo"/>
                <a:ea typeface="Meiryo"/>
                <a:cs typeface="Meiryo"/>
              </a:rPr>
              <a:t>高い山はない。</a:t>
            </a:r>
            <a:endParaRPr lang="ja-JP" sz="1700"/>
          </a:p>
        </p:txBody>
      </p:sp>
      <p:sp>
        <p:nvSpPr>
          <p:cNvPr id="24" name="vrule 24"/>
          <p:cNvSpPr/>
          <p:nvPr/>
        </p:nvSpPr>
        <p:spPr>
          <a:xfrm>
            <a:off x="7967777" y="3886200"/>
            <a:ext cx="13716" cy="2560320"/>
          </a:xfrm>
          <a:prstGeom prst="rect">
            <a:avLst/>
          </a:prstGeom>
          <a:solidFill>
            <a:srgbClr val="DBCCBA"/>
          </a:solidFill>
          <a:ln>
            <a:noFill/>
          </a:ln>
        </p:spPr>
        <p:txBody>
          <a:bodyPr rtlCol="0" anchor="ctr"/>
          <a:lstStyle/>
          <a:p>
            <a:endParaRPr lang="ja-JP"/>
          </a:p>
        </p:txBody>
      </p:sp>
      <p:sp>
        <p:nvSpPr>
          <p:cNvPr id="25" name="pill 25"/>
          <p:cNvSpPr txBox="1"/>
          <p:nvPr/>
        </p:nvSpPr>
        <p:spPr>
          <a:xfrm>
            <a:off x="8173517" y="3840480"/>
            <a:ext cx="1676400" cy="402336"/>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～くらいなら</a:t>
            </a:r>
            <a:endParaRPr lang="ja-JP" sz="1600"/>
          </a:p>
        </p:txBody>
      </p:sp>
      <p:sp>
        <p:nvSpPr>
          <p:cNvPr id="26" name="body 26"/>
          <p:cNvSpPr txBox="1"/>
          <p:nvPr/>
        </p:nvSpPr>
        <p:spPr>
          <a:xfrm>
            <a:off x="8173517"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「～より、…ほうがいい」の意味。</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「ほど」は使えない。</a:t>
            </a:r>
            <a:endParaRPr lang="ja-JP" sz="1600"/>
          </a:p>
        </p:txBody>
      </p:sp>
      <p:sp>
        <p:nvSpPr>
          <p:cNvPr id="27" name="rei 27"/>
          <p:cNvSpPr txBox="1"/>
          <p:nvPr/>
        </p:nvSpPr>
        <p:spPr>
          <a:xfrm>
            <a:off x="8173517"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8" name="pex 28"/>
          <p:cNvSpPr txBox="1"/>
          <p:nvPr/>
        </p:nvSpPr>
        <p:spPr>
          <a:xfrm>
            <a:off x="8676437" y="52130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後悔する</a:t>
            </a:r>
            <a:r>
              <a:rPr lang="ja-JP" altLang="en-US" sz="1700" b="1" dirty="0">
                <a:solidFill>
                  <a:srgbClr val="A64B31"/>
                </a:solidFill>
                <a:highlight>
                  <a:srgbClr val="F9E2A0"/>
                </a:highlight>
                <a:latin typeface="Meiryo"/>
                <a:ea typeface="Meiryo"/>
                <a:cs typeface="Meiryo"/>
              </a:rPr>
              <a:t>くらいなら</a:t>
            </a:r>
            <a:r>
              <a:rPr lang="ja-JP" altLang="en-US" sz="1700" b="0" dirty="0">
                <a:solidFill>
                  <a:srgbClr val="1F271D"/>
                </a:solidFill>
                <a:latin typeface="Meiryo"/>
                <a:ea typeface="Meiryo"/>
                <a:cs typeface="Meiryo"/>
              </a:rPr>
              <a:t>、やってみたほうがいい。</a:t>
            </a:r>
            <a:endParaRPr lang="ja-JP" sz="17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500"/>
                                        <p:tgtEl>
                                          <p:spTgt spid="19"/>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500"/>
                                        <p:tgtEl>
                                          <p:spTgt spid="20"/>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up)">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wipe(up)">
                                      <p:cBhvr>
                                        <p:cTn id="58" dur="500"/>
                                        <p:tgtEl>
                                          <p:spTgt spid="24"/>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ipe(up)">
                                      <p:cBhvr>
                                        <p:cTn id="61" dur="500"/>
                                        <p:tgtEl>
                                          <p:spTgt spid="25"/>
                                        </p:tgtEl>
                                      </p:cBhvr>
                                    </p:animEffect>
                                  </p:childTnLst>
                                </p:cTn>
                              </p:par>
                              <p:par>
                                <p:cTn id="62" presetID="22" presetClass="entr" presetSubtype="1"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up)">
                                      <p:cBhvr>
                                        <p:cTn id="64" dur="500"/>
                                        <p:tgtEl>
                                          <p:spTgt spid="26"/>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up)">
                                      <p:cBhvr>
                                        <p:cTn id="67" dur="500"/>
                                        <p:tgtEl>
                                          <p:spTgt spid="27"/>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wipe(up)">
                                      <p:cBhvr>
                                        <p:cTn id="7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082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～ほど・～くらい</a:t>
            </a:r>
            <a:endParaRPr lang="ja-JP" sz="1600"/>
          </a:p>
        </p:txBody>
      </p:sp>
      <p:sp>
        <p:nvSpPr>
          <p:cNvPr id="6" name="t 6"/>
          <p:cNvSpPr txBox="1"/>
          <p:nvPr/>
        </p:nvSpPr>
        <p:spPr>
          <a:xfrm>
            <a:off x="2951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例①②③</a:t>
            </a:r>
            <a:endParaRPr lang="ja-JP" sz="1400"/>
          </a:p>
        </p:txBody>
      </p:sp>
      <p:sp>
        <p:nvSpPr>
          <p:cNvPr id="7" name="badge 7"/>
          <p:cNvSpPr txBox="1"/>
          <p:nvPr/>
        </p:nvSpPr>
        <p:spPr>
          <a:xfrm>
            <a:off x="685800" y="12913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line 8"/>
          <p:cNvSpPr txBox="1"/>
          <p:nvPr/>
        </p:nvSpPr>
        <p:spPr>
          <a:xfrm>
            <a:off x="1463040" y="1325880"/>
            <a:ext cx="100428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考えなければならないことが山</a:t>
            </a:r>
            <a:r>
              <a:rPr lang="ja-JP" altLang="en-US" sz="2800" b="1" dirty="0">
                <a:solidFill>
                  <a:srgbClr val="A64B31"/>
                </a:solidFill>
                <a:highlight>
                  <a:srgbClr val="F9E2A0"/>
                </a:highlight>
                <a:latin typeface="Meiryo"/>
                <a:ea typeface="Meiryo"/>
                <a:cs typeface="Meiryo"/>
              </a:rPr>
              <a:t>ほど</a:t>
            </a:r>
            <a:r>
              <a:rPr lang="ja-JP" altLang="en-US" sz="2800" b="0" dirty="0">
                <a:solidFill>
                  <a:srgbClr val="1F271D"/>
                </a:solidFill>
                <a:latin typeface="Meiryo"/>
                <a:ea typeface="Meiryo"/>
                <a:cs typeface="Meiryo"/>
              </a:rPr>
              <a:t>ある。</a:t>
            </a:r>
            <a:endParaRPr lang="ja-JP" sz="2800"/>
          </a:p>
        </p:txBody>
      </p:sp>
      <p:sp>
        <p:nvSpPr>
          <p:cNvPr id="9" name="rule 9"/>
          <p:cNvSpPr/>
          <p:nvPr/>
        </p:nvSpPr>
        <p:spPr>
          <a:xfrm>
            <a:off x="685800" y="2098040"/>
            <a:ext cx="9174175" cy="18288"/>
          </a:xfrm>
          <a:prstGeom prst="rect">
            <a:avLst/>
          </a:prstGeom>
          <a:solidFill>
            <a:srgbClr val="DBCCBA"/>
          </a:solidFill>
          <a:ln>
            <a:noFill/>
          </a:ln>
        </p:spPr>
        <p:txBody>
          <a:bodyPr rtlCol="0" anchor="ctr"/>
          <a:lstStyle/>
          <a:p>
            <a:endParaRPr lang="ja-JP"/>
          </a:p>
        </p:txBody>
      </p:sp>
      <p:sp>
        <p:nvSpPr>
          <p:cNvPr id="10" name="badge 10"/>
          <p:cNvSpPr txBox="1"/>
          <p:nvPr/>
        </p:nvSpPr>
        <p:spPr>
          <a:xfrm>
            <a:off x="685800" y="23835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11" name="line 11"/>
          <p:cNvSpPr txBox="1"/>
          <p:nvPr/>
        </p:nvSpPr>
        <p:spPr>
          <a:xfrm>
            <a:off x="1463040" y="2418080"/>
            <a:ext cx="10042855" cy="9956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スピーチ大会で優勝して、</a:t>
            </a:r>
            <a:endParaRPr lang="ja-JP" sz="2800"/>
          </a:p>
          <a:p>
            <a:pPr algn="l">
              <a:lnSpc>
                <a:spcPct val="118000"/>
              </a:lnSpc>
              <a:spcBef>
                <a:spcPts val="0"/>
              </a:spcBef>
              <a:spcAft>
                <a:spcPts val="200"/>
              </a:spcAft>
              <a:buNone/>
            </a:pPr>
            <a:r>
              <a:rPr lang="ja-JP" altLang="en-US" sz="2800" b="0" dirty="0">
                <a:solidFill>
                  <a:srgbClr val="1F271D"/>
                </a:solidFill>
                <a:latin typeface="Meiryo"/>
                <a:ea typeface="Meiryo"/>
                <a:cs typeface="Meiryo"/>
              </a:rPr>
              <a:t>飛び上がりたい</a:t>
            </a:r>
            <a:r>
              <a:rPr lang="ja-JP" altLang="en-US" sz="2800" b="1" dirty="0">
                <a:solidFill>
                  <a:srgbClr val="A64B31"/>
                </a:solidFill>
                <a:highlight>
                  <a:srgbClr val="F9E2A0"/>
                </a:highlight>
                <a:latin typeface="Meiryo"/>
                <a:ea typeface="Meiryo"/>
                <a:cs typeface="Meiryo"/>
              </a:rPr>
              <a:t>くらい</a:t>
            </a:r>
            <a:r>
              <a:rPr lang="ja-JP" altLang="en-US" sz="2800" b="0" dirty="0">
                <a:solidFill>
                  <a:srgbClr val="1F271D"/>
                </a:solidFill>
                <a:latin typeface="Meiryo"/>
                <a:ea typeface="Meiryo"/>
                <a:cs typeface="Meiryo"/>
              </a:rPr>
              <a:t>うれしかった。</a:t>
            </a:r>
            <a:endParaRPr lang="ja-JP" sz="2800"/>
          </a:p>
        </p:txBody>
      </p:sp>
      <p:sp>
        <p:nvSpPr>
          <p:cNvPr id="12" name="rule 12"/>
          <p:cNvSpPr/>
          <p:nvPr/>
        </p:nvSpPr>
        <p:spPr>
          <a:xfrm>
            <a:off x="685800" y="3688080"/>
            <a:ext cx="9174175" cy="18288"/>
          </a:xfrm>
          <a:prstGeom prst="rect">
            <a:avLst/>
          </a:prstGeom>
          <a:solidFill>
            <a:srgbClr val="DBCCBA"/>
          </a:solidFill>
          <a:ln>
            <a:noFill/>
          </a:ln>
        </p:spPr>
        <p:txBody>
          <a:bodyPr rtlCol="0" anchor="ctr"/>
          <a:lstStyle/>
          <a:p>
            <a:endParaRPr lang="ja-JP"/>
          </a:p>
        </p:txBody>
      </p:sp>
      <p:sp>
        <p:nvSpPr>
          <p:cNvPr id="13" name="badge 13"/>
          <p:cNvSpPr txBox="1"/>
          <p:nvPr/>
        </p:nvSpPr>
        <p:spPr>
          <a:xfrm>
            <a:off x="685800" y="397357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③</a:t>
            </a:r>
            <a:endParaRPr lang="ja-JP" sz="2000"/>
          </a:p>
        </p:txBody>
      </p:sp>
      <p:sp>
        <p:nvSpPr>
          <p:cNvPr id="14" name="line 14"/>
          <p:cNvSpPr txBox="1"/>
          <p:nvPr/>
        </p:nvSpPr>
        <p:spPr>
          <a:xfrm>
            <a:off x="1463040" y="4008120"/>
            <a:ext cx="100428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この料理はほっぺたが落ちる</a:t>
            </a:r>
            <a:r>
              <a:rPr lang="ja-JP" altLang="en-US" sz="2800" b="1" dirty="0">
                <a:solidFill>
                  <a:srgbClr val="A64B31"/>
                </a:solidFill>
                <a:highlight>
                  <a:srgbClr val="F9E2A0"/>
                </a:highlight>
                <a:latin typeface="Meiryo"/>
                <a:ea typeface="Meiryo"/>
                <a:cs typeface="Meiryo"/>
              </a:rPr>
              <a:t>ぐらい</a:t>
            </a:r>
            <a:r>
              <a:rPr lang="ja-JP" altLang="en-US" sz="2800" b="0" dirty="0">
                <a:solidFill>
                  <a:srgbClr val="1F271D"/>
                </a:solidFill>
                <a:latin typeface="Meiryo"/>
                <a:ea typeface="Meiryo"/>
                <a:cs typeface="Meiryo"/>
              </a:rPr>
              <a:t>おいしいです。</a:t>
            </a:r>
            <a:endParaRPr lang="ja-JP" sz="2800"/>
          </a:p>
        </p:txBody>
      </p:sp>
      <p:sp>
        <p:nvSpPr>
          <p:cNvPr id="15" name="note 15"/>
          <p:cNvSpPr txBox="1"/>
          <p:nvPr/>
        </p:nvSpPr>
        <p:spPr>
          <a:xfrm rot="-72000">
            <a:off x="777240" y="5623560"/>
            <a:ext cx="6903720" cy="68580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大げさなたとえで、程度の大きさを表している。</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up)">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up)">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082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～ほど・～くらい</a:t>
            </a:r>
            <a:endParaRPr lang="ja-JP" sz="1600"/>
          </a:p>
        </p:txBody>
      </p:sp>
      <p:sp>
        <p:nvSpPr>
          <p:cNvPr id="6" name="t 6"/>
          <p:cNvSpPr txBox="1"/>
          <p:nvPr/>
        </p:nvSpPr>
        <p:spPr>
          <a:xfrm>
            <a:off x="2951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　翻訳練習　Câu 7/9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Tôi mệt đến mức chẳng muốn nói gì cả.</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疲れる</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何も話したくない</a:t>
            </a:r>
            <a:r>
              <a:rPr lang="ja-JP" altLang="en-US" sz="2600" b="1" dirty="0">
                <a:solidFill>
                  <a:srgbClr val="F2C14E"/>
                </a:solidFill>
                <a:latin typeface="Meiryo"/>
                <a:ea typeface="Meiryo"/>
                <a:cs typeface="Meiryo"/>
              </a:rPr>
              <a:t>ほど</a:t>
            </a:r>
            <a:r>
              <a:rPr lang="ja-JP" altLang="en-US" sz="2600" b="1" dirty="0">
                <a:solidFill>
                  <a:srgbClr val="FFFFFF"/>
                </a:solidFill>
                <a:latin typeface="Meiryo"/>
                <a:ea typeface="Meiryo"/>
                <a:cs typeface="Meiryo"/>
              </a:rPr>
              <a:t>疲れた。</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別の表現：何も話したくないくらい疲れている。</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082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～ほど・～くらい</a:t>
            </a:r>
            <a:endParaRPr lang="ja-JP" sz="1600"/>
          </a:p>
        </p:txBody>
      </p:sp>
      <p:sp>
        <p:nvSpPr>
          <p:cNvPr id="6" name="t 6"/>
          <p:cNvSpPr txBox="1"/>
          <p:nvPr/>
        </p:nvSpPr>
        <p:spPr>
          <a:xfrm>
            <a:off x="2951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　翻訳練習　Câu 8/9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Hôm nay nóng muốn chết luôn.</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死ぬ</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今日は死ぬ</a:t>
            </a:r>
            <a:r>
              <a:rPr lang="ja-JP" altLang="en-US" sz="2600" b="1" dirty="0">
                <a:solidFill>
                  <a:srgbClr val="F2C14E"/>
                </a:solidFill>
                <a:latin typeface="Meiryo"/>
                <a:ea typeface="Meiryo"/>
                <a:cs typeface="Meiryo"/>
              </a:rPr>
              <a:t>ほど</a:t>
            </a:r>
            <a:r>
              <a:rPr lang="ja-JP" altLang="en-US" sz="2600" b="1" dirty="0">
                <a:solidFill>
                  <a:srgbClr val="FFFFFF"/>
                </a:solidFill>
                <a:latin typeface="Meiryo"/>
                <a:ea typeface="Meiryo"/>
                <a:cs typeface="Meiryo"/>
              </a:rPr>
              <a:t>暑い。</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別の表現：今日は死にそうな</a:t>
            </a:r>
            <a:r>
              <a:rPr lang="ja-JP" altLang="en-US" sz="1600" b="1" dirty="0">
                <a:solidFill>
                  <a:srgbClr val="F2C14E"/>
                </a:solidFill>
                <a:latin typeface="Meiryo"/>
                <a:ea typeface="Meiryo"/>
                <a:cs typeface="Meiryo"/>
              </a:rPr>
              <a:t>くらい</a:t>
            </a:r>
            <a:r>
              <a:rPr lang="ja-JP" altLang="en-US" sz="1600" b="0" dirty="0">
                <a:solidFill>
                  <a:srgbClr val="D9CBB5"/>
                </a:solidFill>
                <a:latin typeface="Meiryo"/>
                <a:ea typeface="Meiryo"/>
                <a:cs typeface="Meiryo"/>
              </a:rPr>
              <a:t>暑い。</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082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～ほど・～くらい</a:t>
            </a:r>
            <a:endParaRPr lang="ja-JP" sz="1600"/>
          </a:p>
        </p:txBody>
      </p:sp>
      <p:sp>
        <p:nvSpPr>
          <p:cNvPr id="6" name="t 6"/>
          <p:cNvSpPr txBox="1"/>
          <p:nvPr/>
        </p:nvSpPr>
        <p:spPr>
          <a:xfrm>
            <a:off x="2951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　翻訳練習　Câu 9/9</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Không có môn học nào khó bằng tiếng Nhật.</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科目</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日本語</a:t>
            </a:r>
            <a:r>
              <a:rPr lang="ja-JP" altLang="en-US" sz="2600" b="1" dirty="0">
                <a:solidFill>
                  <a:srgbClr val="F2C14E"/>
                </a:solidFill>
                <a:latin typeface="Meiryo"/>
                <a:ea typeface="Meiryo"/>
                <a:cs typeface="Meiryo"/>
              </a:rPr>
              <a:t>ほど</a:t>
            </a:r>
            <a:r>
              <a:rPr lang="ja-JP" altLang="en-US" sz="2600" b="1" dirty="0">
                <a:solidFill>
                  <a:srgbClr val="FFFFFF"/>
                </a:solidFill>
                <a:latin typeface="Meiryo"/>
                <a:ea typeface="Meiryo"/>
                <a:cs typeface="Meiryo"/>
              </a:rPr>
              <a:t>難しい科目はない。</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別の表現：日本語くらい難しい科目はない。</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408176"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練習 1～4</a:t>
            </a:r>
            <a:endParaRPr lang="ja-JP" sz="1600"/>
          </a:p>
        </p:txBody>
      </p:sp>
      <p:sp>
        <p:nvSpPr>
          <p:cNvPr id="6" name="t 6"/>
          <p:cNvSpPr txBox="1"/>
          <p:nvPr/>
        </p:nvSpPr>
        <p:spPr>
          <a:xfrm>
            <a:off x="2276856"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　3.3 練習</a:t>
            </a:r>
            <a:endParaRPr lang="ja-JP" sz="1400"/>
          </a:p>
        </p:txBody>
      </p:sp>
      <p:sp>
        <p:nvSpPr>
          <p:cNvPr id="7" name="badge 7"/>
          <p:cNvSpPr txBox="1"/>
          <p:nvPr/>
        </p:nvSpPr>
        <p:spPr>
          <a:xfrm>
            <a:off x="685800" y="1170432"/>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1</a:t>
            </a:r>
            <a:endParaRPr lang="ja-JP" sz="1500"/>
          </a:p>
        </p:txBody>
      </p:sp>
      <p:sp>
        <p:nvSpPr>
          <p:cNvPr id="8" name="t 8"/>
          <p:cNvSpPr txBox="1"/>
          <p:nvPr/>
        </p:nvSpPr>
        <p:spPr>
          <a:xfrm>
            <a:off x="1325880" y="1143000"/>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0" dirty="0">
                <a:solidFill>
                  <a:srgbClr val="1F271D"/>
                </a:solidFill>
                <a:latin typeface="Meiryo"/>
                <a:ea typeface="Meiryo"/>
                <a:cs typeface="Meiryo"/>
              </a:rPr>
              <a:t>パーティーではたくさんのごちそうが出た。（　　　　）ほどだった。</a:t>
            </a:r>
            <a:endParaRPr lang="ja-JP" sz="2200"/>
          </a:p>
        </p:txBody>
      </p:sp>
      <p:sp>
        <p:nvSpPr>
          <p:cNvPr id="9" name="t 9"/>
          <p:cNvSpPr txBox="1"/>
          <p:nvPr/>
        </p:nvSpPr>
        <p:spPr>
          <a:xfrm>
            <a:off x="1417320" y="165506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全部食べた</a:t>
            </a:r>
            <a:endParaRPr lang="ja-JP" sz="1900"/>
          </a:p>
        </p:txBody>
      </p:sp>
      <p:sp>
        <p:nvSpPr>
          <p:cNvPr id="10" name="t 10"/>
          <p:cNvSpPr txBox="1"/>
          <p:nvPr/>
        </p:nvSpPr>
        <p:spPr>
          <a:xfrm>
            <a:off x="4780178" y="165506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全部食べられる</a:t>
            </a:r>
            <a:endParaRPr lang="ja-JP" sz="1900"/>
          </a:p>
        </p:txBody>
      </p:sp>
      <p:sp>
        <p:nvSpPr>
          <p:cNvPr id="11" name="t 11"/>
          <p:cNvSpPr txBox="1"/>
          <p:nvPr/>
        </p:nvSpPr>
        <p:spPr>
          <a:xfrm>
            <a:off x="8143037" y="165506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全部は食べられない</a:t>
            </a:r>
            <a:endParaRPr lang="ja-JP" sz="1900"/>
          </a:p>
        </p:txBody>
      </p:sp>
      <p:sp>
        <p:nvSpPr>
          <p:cNvPr id="12" name="maru 12"/>
          <p:cNvSpPr/>
          <p:nvPr/>
        </p:nvSpPr>
        <p:spPr>
          <a:xfrm>
            <a:off x="7941869" y="1581912"/>
            <a:ext cx="3188208" cy="566928"/>
          </a:xfrm>
          <a:prstGeom prst="ellipse">
            <a:avLst/>
          </a:prstGeom>
          <a:noFill/>
          <a:ln w="34925">
            <a:solidFill>
              <a:srgbClr val="A64B31"/>
            </a:solidFill>
          </a:ln>
        </p:spPr>
        <p:txBody>
          <a:bodyPr rtlCol="0" anchor="ctr"/>
          <a:lstStyle/>
          <a:p>
            <a:endParaRPr lang="ja-JP"/>
          </a:p>
        </p:txBody>
      </p:sp>
      <p:sp>
        <p:nvSpPr>
          <p:cNvPr id="13" name="badge 13"/>
          <p:cNvSpPr txBox="1"/>
          <p:nvPr/>
        </p:nvSpPr>
        <p:spPr>
          <a:xfrm>
            <a:off x="685800" y="2404872"/>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2</a:t>
            </a:r>
            <a:endParaRPr lang="ja-JP" sz="1500"/>
          </a:p>
        </p:txBody>
      </p:sp>
      <p:sp>
        <p:nvSpPr>
          <p:cNvPr id="14" name="t 14"/>
          <p:cNvSpPr txBox="1"/>
          <p:nvPr/>
        </p:nvSpPr>
        <p:spPr>
          <a:xfrm>
            <a:off x="1325880" y="2377440"/>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0" dirty="0">
                <a:solidFill>
                  <a:srgbClr val="1F271D"/>
                </a:solidFill>
                <a:latin typeface="Meiryo"/>
                <a:ea typeface="Meiryo"/>
                <a:cs typeface="Meiryo"/>
              </a:rPr>
              <a:t>最近、食事する時間もないほど（　　　　）。</a:t>
            </a:r>
            <a:endParaRPr lang="ja-JP" sz="2200"/>
          </a:p>
        </p:txBody>
      </p:sp>
      <p:sp>
        <p:nvSpPr>
          <p:cNvPr id="15" name="t 15"/>
          <p:cNvSpPr txBox="1"/>
          <p:nvPr/>
        </p:nvSpPr>
        <p:spPr>
          <a:xfrm>
            <a:off x="1417320" y="288950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忙しい</a:t>
            </a:r>
            <a:endParaRPr lang="ja-JP" sz="1900"/>
          </a:p>
        </p:txBody>
      </p:sp>
      <p:sp>
        <p:nvSpPr>
          <p:cNvPr id="16" name="t 16"/>
          <p:cNvSpPr txBox="1"/>
          <p:nvPr/>
        </p:nvSpPr>
        <p:spPr>
          <a:xfrm>
            <a:off x="4780178" y="288950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ひまだ</a:t>
            </a:r>
            <a:endParaRPr lang="ja-JP" sz="1900"/>
          </a:p>
        </p:txBody>
      </p:sp>
      <p:sp>
        <p:nvSpPr>
          <p:cNvPr id="17" name="t 17"/>
          <p:cNvSpPr txBox="1"/>
          <p:nvPr/>
        </p:nvSpPr>
        <p:spPr>
          <a:xfrm>
            <a:off x="8143037" y="288950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あまり食べない</a:t>
            </a:r>
            <a:endParaRPr lang="ja-JP" sz="1900"/>
          </a:p>
        </p:txBody>
      </p:sp>
      <p:sp>
        <p:nvSpPr>
          <p:cNvPr id="18" name="maru 18"/>
          <p:cNvSpPr/>
          <p:nvPr/>
        </p:nvSpPr>
        <p:spPr>
          <a:xfrm>
            <a:off x="1216152" y="2816352"/>
            <a:ext cx="1740408" cy="566928"/>
          </a:xfrm>
          <a:prstGeom prst="ellipse">
            <a:avLst/>
          </a:prstGeom>
          <a:noFill/>
          <a:ln w="34925">
            <a:solidFill>
              <a:srgbClr val="A64B31"/>
            </a:solidFill>
          </a:ln>
        </p:spPr>
        <p:txBody>
          <a:bodyPr rtlCol="0" anchor="ctr"/>
          <a:lstStyle/>
          <a:p>
            <a:endParaRPr lang="ja-JP"/>
          </a:p>
        </p:txBody>
      </p:sp>
      <p:sp>
        <p:nvSpPr>
          <p:cNvPr id="19" name="badge 19"/>
          <p:cNvSpPr txBox="1"/>
          <p:nvPr/>
        </p:nvSpPr>
        <p:spPr>
          <a:xfrm>
            <a:off x="685800" y="3639312"/>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3</a:t>
            </a:r>
            <a:endParaRPr lang="ja-JP" sz="1500"/>
          </a:p>
        </p:txBody>
      </p:sp>
      <p:sp>
        <p:nvSpPr>
          <p:cNvPr id="20" name="t 20"/>
          <p:cNvSpPr txBox="1"/>
          <p:nvPr/>
        </p:nvSpPr>
        <p:spPr>
          <a:xfrm>
            <a:off x="1325880" y="3611880"/>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0" dirty="0">
                <a:solidFill>
                  <a:srgbClr val="1F271D"/>
                </a:solidFill>
                <a:latin typeface="Meiryo"/>
                <a:ea typeface="Meiryo"/>
                <a:cs typeface="Meiryo"/>
              </a:rPr>
              <a:t>きのうは本当に寒くて、体が（　　　　）くらいだった。</a:t>
            </a:r>
            <a:endParaRPr lang="ja-JP" sz="2200"/>
          </a:p>
        </p:txBody>
      </p:sp>
      <p:sp>
        <p:nvSpPr>
          <p:cNvPr id="21" name="t 21"/>
          <p:cNvSpPr txBox="1"/>
          <p:nvPr/>
        </p:nvSpPr>
        <p:spPr>
          <a:xfrm>
            <a:off x="1417320" y="412394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凍った</a:t>
            </a:r>
            <a:endParaRPr lang="ja-JP" sz="1900"/>
          </a:p>
        </p:txBody>
      </p:sp>
      <p:sp>
        <p:nvSpPr>
          <p:cNvPr id="22" name="t 22"/>
          <p:cNvSpPr txBox="1"/>
          <p:nvPr/>
        </p:nvSpPr>
        <p:spPr>
          <a:xfrm>
            <a:off x="4780178" y="412394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凍るかと思う</a:t>
            </a:r>
            <a:endParaRPr lang="ja-JP" sz="1900"/>
          </a:p>
        </p:txBody>
      </p:sp>
      <p:sp>
        <p:nvSpPr>
          <p:cNvPr id="23" name="t 23"/>
          <p:cNvSpPr txBox="1"/>
          <p:nvPr/>
        </p:nvSpPr>
        <p:spPr>
          <a:xfrm>
            <a:off x="8143037" y="412394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凍るかどうか</a:t>
            </a:r>
            <a:endParaRPr lang="ja-JP" sz="1900"/>
          </a:p>
        </p:txBody>
      </p:sp>
      <p:sp>
        <p:nvSpPr>
          <p:cNvPr id="24" name="maru 24"/>
          <p:cNvSpPr/>
          <p:nvPr/>
        </p:nvSpPr>
        <p:spPr>
          <a:xfrm>
            <a:off x="4579010" y="4050792"/>
            <a:ext cx="2464308" cy="566928"/>
          </a:xfrm>
          <a:prstGeom prst="ellipse">
            <a:avLst/>
          </a:prstGeom>
          <a:noFill/>
          <a:ln w="34925">
            <a:solidFill>
              <a:srgbClr val="A64B31"/>
            </a:solidFill>
          </a:ln>
        </p:spPr>
        <p:txBody>
          <a:bodyPr rtlCol="0" anchor="ctr"/>
          <a:lstStyle/>
          <a:p>
            <a:endParaRPr lang="ja-JP"/>
          </a:p>
        </p:txBody>
      </p:sp>
      <p:sp>
        <p:nvSpPr>
          <p:cNvPr id="25" name="badge 25"/>
          <p:cNvSpPr txBox="1"/>
          <p:nvPr/>
        </p:nvSpPr>
        <p:spPr>
          <a:xfrm>
            <a:off x="685800" y="4873752"/>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4</a:t>
            </a:r>
            <a:endParaRPr lang="ja-JP" sz="1500"/>
          </a:p>
        </p:txBody>
      </p:sp>
      <p:sp>
        <p:nvSpPr>
          <p:cNvPr id="26" name="t 26"/>
          <p:cNvSpPr txBox="1"/>
          <p:nvPr/>
        </p:nvSpPr>
        <p:spPr>
          <a:xfrm>
            <a:off x="1325880" y="4846320"/>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0" dirty="0">
                <a:solidFill>
                  <a:srgbClr val="1F271D"/>
                </a:solidFill>
                <a:latin typeface="Meiryo"/>
                <a:ea typeface="Meiryo"/>
                <a:cs typeface="Meiryo"/>
              </a:rPr>
              <a:t>京都の紅葉ほど美しいものは（　　　　）。</a:t>
            </a:r>
            <a:endParaRPr lang="ja-JP" sz="2200"/>
          </a:p>
        </p:txBody>
      </p:sp>
      <p:sp>
        <p:nvSpPr>
          <p:cNvPr id="27" name="t 27"/>
          <p:cNvSpPr txBox="1"/>
          <p:nvPr/>
        </p:nvSpPr>
        <p:spPr>
          <a:xfrm>
            <a:off x="1417320" y="535838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ほかにもある</a:t>
            </a:r>
            <a:endParaRPr lang="ja-JP" sz="1900"/>
          </a:p>
        </p:txBody>
      </p:sp>
      <p:sp>
        <p:nvSpPr>
          <p:cNvPr id="28" name="t 28"/>
          <p:cNvSpPr txBox="1"/>
          <p:nvPr/>
        </p:nvSpPr>
        <p:spPr>
          <a:xfrm>
            <a:off x="4780178" y="535838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ほかにない</a:t>
            </a:r>
            <a:endParaRPr lang="ja-JP" sz="1900"/>
          </a:p>
        </p:txBody>
      </p:sp>
      <p:sp>
        <p:nvSpPr>
          <p:cNvPr id="29" name="t 29"/>
          <p:cNvSpPr txBox="1"/>
          <p:nvPr/>
        </p:nvSpPr>
        <p:spPr>
          <a:xfrm>
            <a:off x="8143037" y="535838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ほかにも少ない</a:t>
            </a:r>
            <a:endParaRPr lang="ja-JP" sz="1900"/>
          </a:p>
        </p:txBody>
      </p:sp>
      <p:sp>
        <p:nvSpPr>
          <p:cNvPr id="30" name="maru 30"/>
          <p:cNvSpPr/>
          <p:nvPr/>
        </p:nvSpPr>
        <p:spPr>
          <a:xfrm>
            <a:off x="4579010" y="5285232"/>
            <a:ext cx="2223008" cy="566928"/>
          </a:xfrm>
          <a:prstGeom prst="ellipse">
            <a:avLst/>
          </a:prstGeom>
          <a:noFill/>
          <a:ln w="34925">
            <a:solidFill>
              <a:srgbClr val="A64B31"/>
            </a:solidFill>
          </a:ln>
        </p:spPr>
        <p:txBody>
          <a:bodyPr rtlCol="0" anchor="ctr"/>
          <a:lstStyle/>
          <a:p>
            <a:endParaRPr lang="ja-JP"/>
          </a:p>
        </p:txBody>
      </p:sp>
      <p:sp>
        <p:nvSpPr>
          <p:cNvPr id="31" name="t 31"/>
          <p:cNvSpPr txBox="1"/>
          <p:nvPr/>
        </p:nvSpPr>
        <p:spPr>
          <a:xfrm>
            <a:off x="685800" y="6263640"/>
            <a:ext cx="1082009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300" b="0" dirty="0">
                <a:solidFill>
                  <a:srgbClr val="7A6F62"/>
                </a:solidFill>
                <a:latin typeface="Meiryo"/>
                <a:ea typeface="Meiryo"/>
                <a:cs typeface="Meiryo"/>
              </a:rPr>
              <a:t>読み方：ご馳走（ごちそう）　全部（ぜんぶ）　最近（さいきん）　凍る（こおる）　紅葉（こうよう）</a:t>
            </a:r>
            <a:endParaRPr lang="ja-JP" sz="13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7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heel(1)">
                                      <p:cBhvr>
                                        <p:cTn id="12" dur="7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heel(1)">
                                      <p:cBhvr>
                                        <p:cTn id="17" dur="7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heel(1)">
                                      <p:cBhvr>
                                        <p:cTn id="22" dur="7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8" grpId="0" animBg="1"/>
      <p:bldP spid="24" grpId="0" animBg="1"/>
      <p:bldP spid="30"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408176"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練習 5～9</a:t>
            </a:r>
            <a:endParaRPr lang="ja-JP" sz="1600"/>
          </a:p>
        </p:txBody>
      </p:sp>
      <p:sp>
        <p:nvSpPr>
          <p:cNvPr id="6" name="t 6"/>
          <p:cNvSpPr txBox="1"/>
          <p:nvPr/>
        </p:nvSpPr>
        <p:spPr>
          <a:xfrm>
            <a:off x="2276856"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3　3.3 練習</a:t>
            </a:r>
            <a:endParaRPr lang="ja-JP" sz="1400"/>
          </a:p>
        </p:txBody>
      </p:sp>
      <p:sp>
        <p:nvSpPr>
          <p:cNvPr id="7" name="badge 7"/>
          <p:cNvSpPr txBox="1"/>
          <p:nvPr/>
        </p:nvSpPr>
        <p:spPr>
          <a:xfrm>
            <a:off x="685800" y="1170432"/>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5</a:t>
            </a:r>
            <a:endParaRPr lang="ja-JP" sz="1500"/>
          </a:p>
        </p:txBody>
      </p:sp>
      <p:sp>
        <p:nvSpPr>
          <p:cNvPr id="8" name="t 8"/>
          <p:cNvSpPr txBox="1"/>
          <p:nvPr/>
        </p:nvSpPr>
        <p:spPr>
          <a:xfrm>
            <a:off x="1325880" y="1143000"/>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0" dirty="0">
                <a:solidFill>
                  <a:srgbClr val="1F271D"/>
                </a:solidFill>
                <a:latin typeface="Meiryo"/>
                <a:ea typeface="Meiryo"/>
                <a:cs typeface="Meiryo"/>
              </a:rPr>
              <a:t>日本で富士山ぐらい（　　　　）山はないと思う。</a:t>
            </a:r>
            <a:endParaRPr lang="ja-JP" sz="2200"/>
          </a:p>
        </p:txBody>
      </p:sp>
      <p:sp>
        <p:nvSpPr>
          <p:cNvPr id="9" name="t 9"/>
          <p:cNvSpPr txBox="1"/>
          <p:nvPr/>
        </p:nvSpPr>
        <p:spPr>
          <a:xfrm>
            <a:off x="1417320" y="165506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きれいな</a:t>
            </a:r>
            <a:endParaRPr lang="ja-JP" sz="1900"/>
          </a:p>
        </p:txBody>
      </p:sp>
      <p:sp>
        <p:nvSpPr>
          <p:cNvPr id="10" name="t 10"/>
          <p:cNvSpPr txBox="1"/>
          <p:nvPr/>
        </p:nvSpPr>
        <p:spPr>
          <a:xfrm>
            <a:off x="4780178" y="165506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高い</a:t>
            </a:r>
            <a:endParaRPr lang="ja-JP" sz="1900"/>
          </a:p>
        </p:txBody>
      </p:sp>
      <p:sp>
        <p:nvSpPr>
          <p:cNvPr id="11" name="t 11"/>
          <p:cNvSpPr txBox="1"/>
          <p:nvPr/>
        </p:nvSpPr>
        <p:spPr>
          <a:xfrm>
            <a:off x="8143037" y="1655064"/>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ほかの</a:t>
            </a:r>
            <a:endParaRPr lang="ja-JP" sz="1900"/>
          </a:p>
        </p:txBody>
      </p:sp>
      <p:sp>
        <p:nvSpPr>
          <p:cNvPr id="12" name="maru 12"/>
          <p:cNvSpPr/>
          <p:nvPr/>
        </p:nvSpPr>
        <p:spPr>
          <a:xfrm>
            <a:off x="1417319" y="1601644"/>
            <a:ext cx="1499108" cy="566928"/>
          </a:xfrm>
          <a:prstGeom prst="ellipse">
            <a:avLst/>
          </a:prstGeom>
          <a:noFill/>
          <a:ln w="34925">
            <a:solidFill>
              <a:srgbClr val="A64B31"/>
            </a:solidFill>
          </a:ln>
        </p:spPr>
        <p:txBody>
          <a:bodyPr rtlCol="0" anchor="ctr"/>
          <a:lstStyle/>
          <a:p>
            <a:endParaRPr lang="ja-JP"/>
          </a:p>
        </p:txBody>
      </p:sp>
      <p:sp>
        <p:nvSpPr>
          <p:cNvPr id="13" name="badge 13"/>
          <p:cNvSpPr txBox="1"/>
          <p:nvPr/>
        </p:nvSpPr>
        <p:spPr>
          <a:xfrm>
            <a:off x="685800" y="2157984"/>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6</a:t>
            </a:r>
            <a:endParaRPr lang="ja-JP" sz="1500"/>
          </a:p>
        </p:txBody>
      </p:sp>
      <p:sp>
        <p:nvSpPr>
          <p:cNvPr id="14" name="t 14"/>
          <p:cNvSpPr txBox="1"/>
          <p:nvPr/>
        </p:nvSpPr>
        <p:spPr>
          <a:xfrm>
            <a:off x="1325880" y="2130552"/>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0" dirty="0">
                <a:solidFill>
                  <a:srgbClr val="1F271D"/>
                </a:solidFill>
                <a:latin typeface="Meiryo"/>
                <a:ea typeface="Meiryo"/>
                <a:cs typeface="Meiryo"/>
              </a:rPr>
              <a:t>（　　　　）くらいなら、今の生活レベルでがまんしよう。</a:t>
            </a:r>
            <a:endParaRPr lang="ja-JP" sz="2200"/>
          </a:p>
        </p:txBody>
      </p:sp>
      <p:sp>
        <p:nvSpPr>
          <p:cNvPr id="15" name="t 15"/>
          <p:cNvSpPr txBox="1"/>
          <p:nvPr/>
        </p:nvSpPr>
        <p:spPr>
          <a:xfrm>
            <a:off x="1417320"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いい仕事がない</a:t>
            </a:r>
            <a:endParaRPr lang="ja-JP" sz="1900"/>
          </a:p>
        </p:txBody>
      </p:sp>
      <p:sp>
        <p:nvSpPr>
          <p:cNvPr id="16" name="t 16"/>
          <p:cNvSpPr txBox="1"/>
          <p:nvPr/>
        </p:nvSpPr>
        <p:spPr>
          <a:xfrm>
            <a:off x="4780178"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仕事がほしい</a:t>
            </a:r>
            <a:endParaRPr lang="ja-JP" sz="1900"/>
          </a:p>
        </p:txBody>
      </p:sp>
      <p:sp>
        <p:nvSpPr>
          <p:cNvPr id="17" name="t 17"/>
          <p:cNvSpPr txBox="1"/>
          <p:nvPr/>
        </p:nvSpPr>
        <p:spPr>
          <a:xfrm>
            <a:off x="8143037" y="2642616"/>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きつい仕事をする</a:t>
            </a:r>
            <a:endParaRPr lang="ja-JP" sz="1900"/>
          </a:p>
        </p:txBody>
      </p:sp>
      <p:sp>
        <p:nvSpPr>
          <p:cNvPr id="18" name="maru 18"/>
          <p:cNvSpPr/>
          <p:nvPr/>
        </p:nvSpPr>
        <p:spPr>
          <a:xfrm>
            <a:off x="7941869" y="2569464"/>
            <a:ext cx="2946908" cy="566928"/>
          </a:xfrm>
          <a:prstGeom prst="ellipse">
            <a:avLst/>
          </a:prstGeom>
          <a:noFill/>
          <a:ln w="34925">
            <a:solidFill>
              <a:srgbClr val="A64B31"/>
            </a:solidFill>
          </a:ln>
        </p:spPr>
        <p:txBody>
          <a:bodyPr rtlCol="0" anchor="ctr"/>
          <a:lstStyle/>
          <a:p>
            <a:endParaRPr lang="ja-JP"/>
          </a:p>
        </p:txBody>
      </p:sp>
      <p:sp>
        <p:nvSpPr>
          <p:cNvPr id="19" name="badge 19"/>
          <p:cNvSpPr txBox="1"/>
          <p:nvPr/>
        </p:nvSpPr>
        <p:spPr>
          <a:xfrm>
            <a:off x="685800" y="3145536"/>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7</a:t>
            </a:r>
            <a:endParaRPr lang="ja-JP" sz="1500"/>
          </a:p>
        </p:txBody>
      </p:sp>
      <p:sp>
        <p:nvSpPr>
          <p:cNvPr id="20" name="t 20"/>
          <p:cNvSpPr txBox="1"/>
          <p:nvPr/>
        </p:nvSpPr>
        <p:spPr>
          <a:xfrm>
            <a:off x="1325880" y="3118104"/>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0" dirty="0">
                <a:solidFill>
                  <a:srgbClr val="1F271D"/>
                </a:solidFill>
                <a:latin typeface="Meiryo"/>
                <a:ea typeface="Meiryo"/>
                <a:cs typeface="Meiryo"/>
              </a:rPr>
              <a:t>何もしないで後で残念がるくらいなら、（　　　　）ほうがいい。</a:t>
            </a:r>
            <a:endParaRPr lang="ja-JP" sz="2200"/>
          </a:p>
        </p:txBody>
      </p:sp>
      <p:sp>
        <p:nvSpPr>
          <p:cNvPr id="21" name="t 21"/>
          <p:cNvSpPr txBox="1"/>
          <p:nvPr/>
        </p:nvSpPr>
        <p:spPr>
          <a:xfrm>
            <a:off x="1417320" y="3630168"/>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何も残念がらない</a:t>
            </a:r>
            <a:endParaRPr lang="ja-JP" sz="1900"/>
          </a:p>
        </p:txBody>
      </p:sp>
      <p:sp>
        <p:nvSpPr>
          <p:cNvPr id="22" name="t 22"/>
          <p:cNvSpPr txBox="1"/>
          <p:nvPr/>
        </p:nvSpPr>
        <p:spPr>
          <a:xfrm>
            <a:off x="4780178" y="3630168"/>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あまりがんばらない</a:t>
            </a:r>
            <a:endParaRPr lang="ja-JP" sz="1900"/>
          </a:p>
        </p:txBody>
      </p:sp>
      <p:sp>
        <p:nvSpPr>
          <p:cNvPr id="23" name="t 23"/>
          <p:cNvSpPr txBox="1"/>
          <p:nvPr/>
        </p:nvSpPr>
        <p:spPr>
          <a:xfrm>
            <a:off x="8143037" y="3630168"/>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失敗してもやってみた</a:t>
            </a:r>
            <a:endParaRPr lang="ja-JP" sz="1900"/>
          </a:p>
        </p:txBody>
      </p:sp>
      <p:sp>
        <p:nvSpPr>
          <p:cNvPr id="24" name="maru 24"/>
          <p:cNvSpPr/>
          <p:nvPr/>
        </p:nvSpPr>
        <p:spPr>
          <a:xfrm>
            <a:off x="7941869" y="3557016"/>
            <a:ext cx="3429508" cy="566928"/>
          </a:xfrm>
          <a:prstGeom prst="ellipse">
            <a:avLst/>
          </a:prstGeom>
          <a:noFill/>
          <a:ln w="34925">
            <a:solidFill>
              <a:srgbClr val="A64B31"/>
            </a:solidFill>
          </a:ln>
        </p:spPr>
        <p:txBody>
          <a:bodyPr rtlCol="0" anchor="ctr"/>
          <a:lstStyle/>
          <a:p>
            <a:endParaRPr lang="ja-JP"/>
          </a:p>
        </p:txBody>
      </p:sp>
      <p:sp>
        <p:nvSpPr>
          <p:cNvPr id="25" name="badge 25"/>
          <p:cNvSpPr txBox="1"/>
          <p:nvPr/>
        </p:nvSpPr>
        <p:spPr>
          <a:xfrm>
            <a:off x="685800" y="4133088"/>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8</a:t>
            </a:r>
            <a:endParaRPr lang="ja-JP" sz="1500"/>
          </a:p>
        </p:txBody>
      </p:sp>
      <p:sp>
        <p:nvSpPr>
          <p:cNvPr id="26" name="t 26"/>
          <p:cNvSpPr txBox="1"/>
          <p:nvPr/>
        </p:nvSpPr>
        <p:spPr>
          <a:xfrm>
            <a:off x="1325880" y="4105656"/>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0" dirty="0">
                <a:solidFill>
                  <a:srgbClr val="1F271D"/>
                </a:solidFill>
                <a:latin typeface="Meiryo"/>
                <a:ea typeface="Meiryo"/>
                <a:cs typeface="Meiryo"/>
              </a:rPr>
              <a:t>旅行先でおいしい店が知りたければ、その土地の人に（　　　　）に限る。</a:t>
            </a:r>
            <a:endParaRPr lang="ja-JP" sz="2200"/>
          </a:p>
        </p:txBody>
      </p:sp>
      <p:sp>
        <p:nvSpPr>
          <p:cNvPr id="27" name="t 27"/>
          <p:cNvSpPr txBox="1"/>
          <p:nvPr/>
        </p:nvSpPr>
        <p:spPr>
          <a:xfrm>
            <a:off x="1417320" y="4617720"/>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聞く</a:t>
            </a:r>
            <a:endParaRPr lang="ja-JP" sz="1900"/>
          </a:p>
        </p:txBody>
      </p:sp>
      <p:sp>
        <p:nvSpPr>
          <p:cNvPr id="28" name="t 28"/>
          <p:cNvSpPr txBox="1"/>
          <p:nvPr/>
        </p:nvSpPr>
        <p:spPr>
          <a:xfrm>
            <a:off x="4780178" y="4617720"/>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聞いた</a:t>
            </a:r>
            <a:endParaRPr lang="ja-JP" sz="1900"/>
          </a:p>
        </p:txBody>
      </p:sp>
      <p:sp>
        <p:nvSpPr>
          <p:cNvPr id="29" name="t 29"/>
          <p:cNvSpPr txBox="1"/>
          <p:nvPr/>
        </p:nvSpPr>
        <p:spPr>
          <a:xfrm>
            <a:off x="8143037" y="4617720"/>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聞いている</a:t>
            </a:r>
            <a:endParaRPr lang="ja-JP" sz="1900"/>
          </a:p>
        </p:txBody>
      </p:sp>
      <p:sp>
        <p:nvSpPr>
          <p:cNvPr id="30" name="maru 30"/>
          <p:cNvSpPr/>
          <p:nvPr/>
        </p:nvSpPr>
        <p:spPr>
          <a:xfrm>
            <a:off x="1216152" y="4544568"/>
            <a:ext cx="1499108" cy="566928"/>
          </a:xfrm>
          <a:prstGeom prst="ellipse">
            <a:avLst/>
          </a:prstGeom>
          <a:noFill/>
          <a:ln w="34925">
            <a:solidFill>
              <a:srgbClr val="A64B31"/>
            </a:solidFill>
          </a:ln>
        </p:spPr>
        <p:txBody>
          <a:bodyPr rtlCol="0" anchor="ctr"/>
          <a:lstStyle/>
          <a:p>
            <a:endParaRPr lang="ja-JP"/>
          </a:p>
        </p:txBody>
      </p:sp>
      <p:sp>
        <p:nvSpPr>
          <p:cNvPr id="31" name="badge 31"/>
          <p:cNvSpPr txBox="1"/>
          <p:nvPr/>
        </p:nvSpPr>
        <p:spPr>
          <a:xfrm>
            <a:off x="685800" y="5120640"/>
            <a:ext cx="420624" cy="420624"/>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9</a:t>
            </a:r>
            <a:endParaRPr lang="ja-JP" sz="1500"/>
          </a:p>
        </p:txBody>
      </p:sp>
      <p:sp>
        <p:nvSpPr>
          <p:cNvPr id="32" name="t 32"/>
          <p:cNvSpPr txBox="1"/>
          <p:nvPr/>
        </p:nvSpPr>
        <p:spPr>
          <a:xfrm>
            <a:off x="1325880" y="5093208"/>
            <a:ext cx="10180015" cy="475488"/>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0" dirty="0">
                <a:solidFill>
                  <a:srgbClr val="1F271D"/>
                </a:solidFill>
                <a:latin typeface="Meiryo"/>
                <a:ea typeface="Meiryo"/>
                <a:cs typeface="Meiryo"/>
              </a:rPr>
              <a:t>眠れないときは（　　　　）に限る。</a:t>
            </a:r>
            <a:endParaRPr lang="ja-JP" sz="2200"/>
          </a:p>
        </p:txBody>
      </p:sp>
      <p:sp>
        <p:nvSpPr>
          <p:cNvPr id="33" name="t 33"/>
          <p:cNvSpPr txBox="1"/>
          <p:nvPr/>
        </p:nvSpPr>
        <p:spPr>
          <a:xfrm>
            <a:off x="1417320" y="5605272"/>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a　4、5時間</a:t>
            </a:r>
            <a:endParaRPr lang="ja-JP" sz="1900"/>
          </a:p>
        </p:txBody>
      </p:sp>
      <p:sp>
        <p:nvSpPr>
          <p:cNvPr id="34" name="t 34"/>
          <p:cNvSpPr txBox="1"/>
          <p:nvPr/>
        </p:nvSpPr>
        <p:spPr>
          <a:xfrm>
            <a:off x="4780178" y="5605272"/>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b　温かいミルク</a:t>
            </a:r>
            <a:endParaRPr lang="ja-JP" sz="1900"/>
          </a:p>
        </p:txBody>
      </p:sp>
      <p:sp>
        <p:nvSpPr>
          <p:cNvPr id="35" name="t 35"/>
          <p:cNvSpPr txBox="1"/>
          <p:nvPr/>
        </p:nvSpPr>
        <p:spPr>
          <a:xfrm>
            <a:off x="8143037" y="5605272"/>
            <a:ext cx="3362858"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900" b="0" dirty="0">
                <a:solidFill>
                  <a:srgbClr val="1F271D"/>
                </a:solidFill>
                <a:latin typeface="Meiryo"/>
                <a:ea typeface="Meiryo"/>
                <a:cs typeface="Meiryo"/>
              </a:rPr>
              <a:t>c　朝、起きられない</a:t>
            </a:r>
            <a:endParaRPr lang="ja-JP" sz="1900"/>
          </a:p>
        </p:txBody>
      </p:sp>
      <p:sp>
        <p:nvSpPr>
          <p:cNvPr id="36" name="maru 36"/>
          <p:cNvSpPr/>
          <p:nvPr/>
        </p:nvSpPr>
        <p:spPr>
          <a:xfrm>
            <a:off x="4579010" y="5532120"/>
            <a:ext cx="2464308" cy="566928"/>
          </a:xfrm>
          <a:prstGeom prst="ellipse">
            <a:avLst/>
          </a:prstGeom>
          <a:noFill/>
          <a:ln w="34925">
            <a:solidFill>
              <a:srgbClr val="A64B31"/>
            </a:solidFill>
          </a:ln>
        </p:spPr>
        <p:txBody>
          <a:bodyPr rtlCol="0" anchor="ctr"/>
          <a:lstStyle/>
          <a:p>
            <a:endParaRPr lang="ja-JP"/>
          </a:p>
        </p:txBody>
      </p:sp>
      <p:sp>
        <p:nvSpPr>
          <p:cNvPr id="37" name="t 37"/>
          <p:cNvSpPr txBox="1"/>
          <p:nvPr/>
        </p:nvSpPr>
        <p:spPr>
          <a:xfrm>
            <a:off x="685800" y="6263640"/>
            <a:ext cx="1082009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300" b="0" dirty="0">
                <a:solidFill>
                  <a:srgbClr val="7A6F62"/>
                </a:solidFill>
                <a:latin typeface="Meiryo"/>
                <a:ea typeface="Meiryo"/>
                <a:cs typeface="Meiryo"/>
              </a:rPr>
              <a:t>読み方：富士山（ふじさん）　残念（ざんねん）　失敗（しっぱい）　旅行先（りょこうさき）　土地（とち）　限る（かぎる）</a:t>
            </a:r>
            <a:endParaRPr lang="ja-JP" sz="13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7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heel(1)">
                                      <p:cBhvr>
                                        <p:cTn id="12" dur="7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heel(1)">
                                      <p:cBhvr>
                                        <p:cTn id="17" dur="7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heel(1)">
                                      <p:cBhvr>
                                        <p:cTn id="22" dur="7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heel(1)">
                                      <p:cBhvr>
                                        <p:cTn id="27" dur="7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8" grpId="0" animBg="1"/>
      <p:bldP spid="24" grpId="0" animBg="1"/>
      <p:bldP spid="30" grpId="0" animBg="1"/>
      <p:bldP spid="36"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4.1</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4</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～ところだった</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もう少しで～という状況になりそうだったが、実際にはならなかった</a:t>
            </a:r>
            <a:endParaRPr lang="ja-JP" sz="1800"/>
          </a:p>
        </p:txBody>
      </p:sp>
      <p:sp>
        <p:nvSpPr>
          <p:cNvPr id="9" name="conn 9"/>
          <p:cNvSpPr/>
          <p:nvPr/>
        </p:nvSpPr>
        <p:spPr>
          <a:xfrm>
            <a:off x="685800" y="2148840"/>
            <a:ext cx="10820095" cy="13716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V（辞書形）＋ </a:t>
            </a:r>
            <a:r>
              <a:rPr lang="ja-JP" altLang="en-US" sz="2200" b="1" dirty="0">
                <a:solidFill>
                  <a:srgbClr val="A64B31"/>
                </a:solidFill>
                <a:highlight>
                  <a:srgbClr val="F9E2A0"/>
                </a:highlight>
                <a:latin typeface="Meiryo"/>
                <a:ea typeface="Meiryo"/>
                <a:cs typeface="Meiryo"/>
              </a:rPr>
              <a:t>ところだった</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遅れる</a:t>
            </a:r>
            <a:r>
              <a:rPr lang="ja-JP" altLang="en-US" sz="1700" b="1" dirty="0">
                <a:solidFill>
                  <a:srgbClr val="A64B31"/>
                </a:solidFill>
                <a:highlight>
                  <a:srgbClr val="F9E2A0"/>
                </a:highlight>
                <a:latin typeface="Meiryo"/>
                <a:ea typeface="Meiryo"/>
                <a:cs typeface="Meiryo"/>
              </a:rPr>
              <a:t>ところだった</a:t>
            </a:r>
            <a:endParaRPr lang="ja-JP" sz="1700"/>
          </a:p>
        </p:txBody>
      </p:sp>
      <p:sp>
        <p:nvSpPr>
          <p:cNvPr id="13" name="form 13"/>
          <p:cNvSpPr txBox="1"/>
          <p:nvPr/>
        </p:nvSpPr>
        <p:spPr>
          <a:xfrm>
            <a:off x="2103120" y="28346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V（ない形）＋ </a:t>
            </a:r>
            <a:r>
              <a:rPr lang="ja-JP" altLang="en-US" sz="2200" b="1" dirty="0">
                <a:solidFill>
                  <a:srgbClr val="A64B31"/>
                </a:solidFill>
                <a:highlight>
                  <a:srgbClr val="F9E2A0"/>
                </a:highlight>
                <a:latin typeface="Meiryo"/>
                <a:ea typeface="Meiryo"/>
                <a:cs typeface="Meiryo"/>
              </a:rPr>
              <a:t>ところだった</a:t>
            </a:r>
            <a:endParaRPr lang="ja-JP" sz="2200"/>
          </a:p>
        </p:txBody>
      </p:sp>
      <p:sp>
        <p:nvSpPr>
          <p:cNvPr id="14" name="ex 14"/>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間に合わない</a:t>
            </a:r>
            <a:r>
              <a:rPr lang="ja-JP" altLang="en-US" sz="1700" b="1" dirty="0">
                <a:solidFill>
                  <a:srgbClr val="A64B31"/>
                </a:solidFill>
                <a:highlight>
                  <a:srgbClr val="F9E2A0"/>
                </a:highlight>
                <a:latin typeface="Meiryo"/>
                <a:ea typeface="Meiryo"/>
                <a:cs typeface="Meiryo"/>
              </a:rPr>
              <a:t>ところだった</a:t>
            </a:r>
            <a:endParaRPr lang="ja-JP" sz="1700"/>
          </a:p>
        </p:txBody>
      </p:sp>
      <p:sp>
        <p:nvSpPr>
          <p:cNvPr id="15" name="pill 15"/>
          <p:cNvSpPr txBox="1"/>
          <p:nvPr/>
        </p:nvSpPr>
        <p:spPr>
          <a:xfrm>
            <a:off x="685800" y="3840480"/>
            <a:ext cx="8636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意味</a:t>
            </a:r>
            <a:endParaRPr lang="ja-JP" sz="1600"/>
          </a:p>
        </p:txBody>
      </p:sp>
      <p:sp>
        <p:nvSpPr>
          <p:cNvPr id="16" name="body 16"/>
          <p:cNvSpPr txBox="1"/>
          <p:nvPr/>
        </p:nvSpPr>
        <p:spPr>
          <a:xfrm>
            <a:off x="685800"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危なかったが、実際には起こらなかった。</a:t>
            </a:r>
            <a:endParaRPr lang="ja-JP" sz="1600"/>
          </a:p>
        </p:txBody>
      </p:sp>
      <p:sp>
        <p:nvSpPr>
          <p:cNvPr id="17" name="rei 17"/>
          <p:cNvSpPr txBox="1"/>
          <p:nvPr/>
        </p:nvSpPr>
        <p:spPr>
          <a:xfrm>
            <a:off x="685800"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18" name="pex 18"/>
          <p:cNvSpPr txBox="1"/>
          <p:nvPr/>
        </p:nvSpPr>
        <p:spPr>
          <a:xfrm>
            <a:off x="1188720" y="52130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もう少しで忘れる</a:t>
            </a:r>
            <a:r>
              <a:rPr lang="ja-JP" altLang="en-US" sz="1700" b="1" dirty="0">
                <a:solidFill>
                  <a:srgbClr val="A64B31"/>
                </a:solidFill>
                <a:highlight>
                  <a:srgbClr val="F9E2A0"/>
                </a:highlight>
                <a:latin typeface="Meiryo"/>
                <a:ea typeface="Meiryo"/>
                <a:cs typeface="Meiryo"/>
              </a:rPr>
              <a:t>ところだった</a:t>
            </a:r>
            <a:r>
              <a:rPr lang="ja-JP" altLang="en-US" sz="1700" b="0" dirty="0">
                <a:solidFill>
                  <a:srgbClr val="1F271D"/>
                </a:solidFill>
                <a:latin typeface="Meiryo"/>
                <a:ea typeface="Meiryo"/>
                <a:cs typeface="Meiryo"/>
              </a:rPr>
              <a:t>。</a:t>
            </a:r>
            <a:endParaRPr lang="ja-JP" sz="1700"/>
          </a:p>
        </p:txBody>
      </p:sp>
      <p:sp>
        <p:nvSpPr>
          <p:cNvPr id="19" name="vrule 19"/>
          <p:cNvSpPr/>
          <p:nvPr/>
        </p:nvSpPr>
        <p:spPr>
          <a:xfrm>
            <a:off x="4223918" y="3886200"/>
            <a:ext cx="13716" cy="2560320"/>
          </a:xfrm>
          <a:prstGeom prst="rect">
            <a:avLst/>
          </a:prstGeom>
          <a:solidFill>
            <a:srgbClr val="DBCCBA"/>
          </a:solidFill>
          <a:ln>
            <a:noFill/>
          </a:ln>
        </p:spPr>
        <p:txBody>
          <a:bodyPr rtlCol="0" anchor="ctr"/>
          <a:lstStyle/>
          <a:p>
            <a:endParaRPr lang="ja-JP"/>
          </a:p>
        </p:txBody>
      </p:sp>
      <p:sp>
        <p:nvSpPr>
          <p:cNvPr id="20" name="pill 20"/>
          <p:cNvSpPr txBox="1"/>
          <p:nvPr/>
        </p:nvSpPr>
        <p:spPr>
          <a:xfrm>
            <a:off x="4429658" y="3840480"/>
            <a:ext cx="1879600"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よく一緒に使う</a:t>
            </a:r>
            <a:endParaRPr lang="ja-JP" sz="1600"/>
          </a:p>
        </p:txBody>
      </p:sp>
      <p:sp>
        <p:nvSpPr>
          <p:cNvPr id="21" name="body 21"/>
          <p:cNvSpPr txBox="1"/>
          <p:nvPr/>
        </p:nvSpPr>
        <p:spPr>
          <a:xfrm>
            <a:off x="4429658"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もう少しで・もうちょっとで・危うく</a:t>
            </a:r>
            <a:endParaRPr lang="ja-JP" sz="1600"/>
          </a:p>
        </p:txBody>
      </p:sp>
      <p:sp>
        <p:nvSpPr>
          <p:cNvPr id="22" name="rei 22"/>
          <p:cNvSpPr txBox="1"/>
          <p:nvPr/>
        </p:nvSpPr>
        <p:spPr>
          <a:xfrm>
            <a:off x="4429658"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3" name="pex 23"/>
          <p:cNvSpPr txBox="1"/>
          <p:nvPr/>
        </p:nvSpPr>
        <p:spPr>
          <a:xfrm>
            <a:off x="4932578" y="52130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危うく事故になる</a:t>
            </a:r>
            <a:r>
              <a:rPr lang="ja-JP" altLang="en-US" sz="1700" b="1" dirty="0">
                <a:solidFill>
                  <a:srgbClr val="A64B31"/>
                </a:solidFill>
                <a:highlight>
                  <a:srgbClr val="F9E2A0"/>
                </a:highlight>
                <a:latin typeface="Meiryo"/>
                <a:ea typeface="Meiryo"/>
                <a:cs typeface="Meiryo"/>
              </a:rPr>
              <a:t>ところだった</a:t>
            </a:r>
            <a:r>
              <a:rPr lang="ja-JP" altLang="en-US" sz="1700" b="0" dirty="0">
                <a:solidFill>
                  <a:srgbClr val="1F271D"/>
                </a:solidFill>
                <a:latin typeface="Meiryo"/>
                <a:ea typeface="Meiryo"/>
                <a:cs typeface="Meiryo"/>
              </a:rPr>
              <a:t>。</a:t>
            </a:r>
            <a:endParaRPr lang="ja-JP" sz="1700"/>
          </a:p>
        </p:txBody>
      </p:sp>
      <p:sp>
        <p:nvSpPr>
          <p:cNvPr id="24" name="vrule 24"/>
          <p:cNvSpPr/>
          <p:nvPr/>
        </p:nvSpPr>
        <p:spPr>
          <a:xfrm>
            <a:off x="7967777" y="3886200"/>
            <a:ext cx="13716" cy="2560320"/>
          </a:xfrm>
          <a:prstGeom prst="rect">
            <a:avLst/>
          </a:prstGeom>
          <a:solidFill>
            <a:srgbClr val="DBCCBA"/>
          </a:solidFill>
          <a:ln>
            <a:noFill/>
          </a:ln>
        </p:spPr>
        <p:txBody>
          <a:bodyPr rtlCol="0" anchor="ctr"/>
          <a:lstStyle/>
          <a:p>
            <a:endParaRPr lang="ja-JP"/>
          </a:p>
        </p:txBody>
      </p:sp>
      <p:sp>
        <p:nvSpPr>
          <p:cNvPr id="25" name="pill 25"/>
          <p:cNvSpPr txBox="1"/>
          <p:nvPr/>
        </p:nvSpPr>
        <p:spPr>
          <a:xfrm>
            <a:off x="8173517" y="3840480"/>
            <a:ext cx="863600" cy="402336"/>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注意</a:t>
            </a:r>
            <a:endParaRPr lang="ja-JP" sz="1600"/>
          </a:p>
        </p:txBody>
      </p:sp>
      <p:sp>
        <p:nvSpPr>
          <p:cNvPr id="26" name="body 26"/>
          <p:cNvSpPr txBox="1"/>
          <p:nvPr/>
        </p:nvSpPr>
        <p:spPr>
          <a:xfrm>
            <a:off x="8173517"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本当に起きたことには使わない。</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（起きた → ～てしまった）</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500"/>
                                        <p:tgtEl>
                                          <p:spTgt spid="19"/>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500"/>
                                        <p:tgtEl>
                                          <p:spTgt spid="20"/>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up)">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wipe(up)">
                                      <p:cBhvr>
                                        <p:cTn id="58" dur="500"/>
                                        <p:tgtEl>
                                          <p:spTgt spid="24"/>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ipe(up)">
                                      <p:cBhvr>
                                        <p:cTn id="61" dur="500"/>
                                        <p:tgtEl>
                                          <p:spTgt spid="25"/>
                                        </p:tgtEl>
                                      </p:cBhvr>
                                    </p:animEffect>
                                  </p:childTnLst>
                                </p:cTn>
                              </p:par>
                              <p:par>
                                <p:cTn id="62" presetID="22" presetClass="entr" presetSubtype="1"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up)">
                                      <p:cBhvr>
                                        <p:cTn id="6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～ところだった</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例①②</a:t>
            </a:r>
            <a:endParaRPr lang="ja-JP" sz="1400"/>
          </a:p>
        </p:txBody>
      </p:sp>
      <p:sp>
        <p:nvSpPr>
          <p:cNvPr id="7" name="badge 7"/>
          <p:cNvSpPr txBox="1"/>
          <p:nvPr/>
        </p:nvSpPr>
        <p:spPr>
          <a:xfrm>
            <a:off x="685800" y="127355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line 8"/>
          <p:cNvSpPr txBox="1"/>
          <p:nvPr/>
        </p:nvSpPr>
        <p:spPr>
          <a:xfrm>
            <a:off x="1463040" y="1325880"/>
            <a:ext cx="1004285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0" dirty="0">
                <a:solidFill>
                  <a:srgbClr val="1F271D"/>
                </a:solidFill>
                <a:latin typeface="Meiryo"/>
                <a:ea typeface="Meiryo"/>
                <a:cs typeface="Meiryo"/>
              </a:rPr>
              <a:t>自転車で走っていたら、急に子どもが飛び出してきて、</a:t>
            </a:r>
            <a:endParaRPr lang="ja-JP" sz="2600"/>
          </a:p>
          <a:p>
            <a:pPr algn="l">
              <a:lnSpc>
                <a:spcPct val="118000"/>
              </a:lnSpc>
              <a:spcBef>
                <a:spcPts val="0"/>
              </a:spcBef>
              <a:spcAft>
                <a:spcPts val="200"/>
              </a:spcAft>
              <a:buNone/>
            </a:pPr>
            <a:r>
              <a:rPr lang="ja-JP" altLang="en-US" sz="2600" b="0" dirty="0">
                <a:solidFill>
                  <a:srgbClr val="1F271D"/>
                </a:solidFill>
                <a:latin typeface="Meiryo"/>
                <a:ea typeface="Meiryo"/>
                <a:cs typeface="Meiryo"/>
              </a:rPr>
              <a:t>もうちょっとで事故になる</a:t>
            </a:r>
            <a:r>
              <a:rPr lang="ja-JP" altLang="en-US" sz="2600" b="1" dirty="0">
                <a:solidFill>
                  <a:srgbClr val="A64B31"/>
                </a:solidFill>
                <a:highlight>
                  <a:srgbClr val="F9E2A0"/>
                </a:highlight>
                <a:latin typeface="Meiryo"/>
                <a:ea typeface="Meiryo"/>
                <a:cs typeface="Meiryo"/>
              </a:rPr>
              <a:t>ところでした</a:t>
            </a:r>
            <a:r>
              <a:rPr lang="ja-JP" altLang="en-US" sz="2600" b="0" dirty="0">
                <a:solidFill>
                  <a:srgbClr val="1F271D"/>
                </a:solidFill>
                <a:latin typeface="Meiryo"/>
                <a:ea typeface="Meiryo"/>
                <a:cs typeface="Meiryo"/>
              </a:rPr>
              <a:t>。</a:t>
            </a:r>
            <a:endParaRPr lang="ja-JP" sz="2600"/>
          </a:p>
        </p:txBody>
      </p:sp>
      <p:sp>
        <p:nvSpPr>
          <p:cNvPr id="9" name="rule 9"/>
          <p:cNvSpPr/>
          <p:nvPr/>
        </p:nvSpPr>
        <p:spPr>
          <a:xfrm>
            <a:off x="685800" y="2524760"/>
            <a:ext cx="9174175" cy="18288"/>
          </a:xfrm>
          <a:prstGeom prst="rect">
            <a:avLst/>
          </a:prstGeom>
          <a:solidFill>
            <a:srgbClr val="DBCCBA"/>
          </a:solidFill>
          <a:ln>
            <a:noFill/>
          </a:ln>
        </p:spPr>
        <p:txBody>
          <a:bodyPr rtlCol="0" anchor="ctr"/>
          <a:lstStyle/>
          <a:p>
            <a:endParaRPr lang="ja-JP"/>
          </a:p>
        </p:txBody>
      </p:sp>
      <p:sp>
        <p:nvSpPr>
          <p:cNvPr id="10" name="badge 10"/>
          <p:cNvSpPr txBox="1"/>
          <p:nvPr/>
        </p:nvSpPr>
        <p:spPr>
          <a:xfrm>
            <a:off x="685800" y="279247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11" name="line 11"/>
          <p:cNvSpPr txBox="1"/>
          <p:nvPr/>
        </p:nvSpPr>
        <p:spPr>
          <a:xfrm>
            <a:off x="1463040" y="2844800"/>
            <a:ext cx="1004285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0" dirty="0">
                <a:solidFill>
                  <a:srgbClr val="1F271D"/>
                </a:solidFill>
                <a:latin typeface="Meiryo"/>
                <a:ea typeface="Meiryo"/>
                <a:cs typeface="Meiryo"/>
              </a:rPr>
              <a:t>電車が遅れて、もう少しで集合時間に</a:t>
            </a:r>
            <a:endParaRPr lang="ja-JP" sz="2600"/>
          </a:p>
          <a:p>
            <a:pPr algn="l">
              <a:lnSpc>
                <a:spcPct val="118000"/>
              </a:lnSpc>
              <a:spcBef>
                <a:spcPts val="0"/>
              </a:spcBef>
              <a:spcAft>
                <a:spcPts val="200"/>
              </a:spcAft>
              <a:buNone/>
            </a:pPr>
            <a:r>
              <a:rPr lang="ja-JP" altLang="en-US" sz="2600" b="0" dirty="0">
                <a:solidFill>
                  <a:srgbClr val="1F271D"/>
                </a:solidFill>
                <a:latin typeface="Meiryo"/>
                <a:ea typeface="Meiryo"/>
                <a:cs typeface="Meiryo"/>
              </a:rPr>
              <a:t>間に合わない</a:t>
            </a:r>
            <a:r>
              <a:rPr lang="ja-JP" altLang="en-US" sz="2600" b="1" dirty="0">
                <a:solidFill>
                  <a:srgbClr val="A64B31"/>
                </a:solidFill>
                <a:highlight>
                  <a:srgbClr val="F9E2A0"/>
                </a:highlight>
                <a:latin typeface="Meiryo"/>
                <a:ea typeface="Meiryo"/>
                <a:cs typeface="Meiryo"/>
              </a:rPr>
              <a:t>ところだった</a:t>
            </a:r>
            <a:r>
              <a:rPr lang="ja-JP" altLang="en-US" sz="2600" b="0" dirty="0">
                <a:solidFill>
                  <a:srgbClr val="1F271D"/>
                </a:solidFill>
                <a:latin typeface="Meiryo"/>
                <a:ea typeface="Meiryo"/>
                <a:cs typeface="Meiryo"/>
              </a:rPr>
              <a:t>。</a:t>
            </a:r>
            <a:endParaRPr lang="ja-JP" sz="2600"/>
          </a:p>
        </p:txBody>
      </p:sp>
      <p:sp>
        <p:nvSpPr>
          <p:cNvPr id="12" name="note 12"/>
          <p:cNvSpPr txBox="1"/>
          <p:nvPr/>
        </p:nvSpPr>
        <p:spPr>
          <a:xfrm rot="-72000">
            <a:off x="777240" y="5623560"/>
            <a:ext cx="6446520" cy="68580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結果：事故にはならなかった／間に合った。</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up)">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up)">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～ところだった</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4　翻訳練習　Câu 1/6</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Suýt nữa thì tôi quên mất sinh nhật của mẹ.</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誕生日</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もう少しで母の誕生日を忘れる</a:t>
            </a:r>
            <a:r>
              <a:rPr lang="ja-JP" altLang="en-US" sz="2600" b="1" dirty="0">
                <a:solidFill>
                  <a:srgbClr val="F2C14E"/>
                </a:solidFill>
                <a:latin typeface="Meiryo"/>
                <a:ea typeface="Meiryo"/>
                <a:cs typeface="Meiryo"/>
              </a:rPr>
              <a:t>ところだった</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別の表現：危うく母の誕生日を忘れるところでした。</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～ところだった</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4　翻訳練習　Câu 2/6</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Đường trơn quá, tôi suýt nữa thì ngã.</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滑る、転ぶ</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道が滑りやすくて、もう少しで転ぶ</a:t>
            </a:r>
            <a:r>
              <a:rPr lang="ja-JP" altLang="en-US" sz="2600" b="1" dirty="0">
                <a:solidFill>
                  <a:srgbClr val="F2C14E"/>
                </a:solidFill>
                <a:latin typeface="Meiryo"/>
                <a:ea typeface="Meiryo"/>
                <a:cs typeface="Meiryo"/>
              </a:rPr>
              <a:t>ところだった</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別の表現：道が滑って、危うく転ぶところでした。</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～ところだった</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4　翻訳練習　Câu 3/6</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Suýt nữa thì tôi không kịp chuyến tàu cuối.</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終電、間に合う</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もう少しで終電に間に合わない</a:t>
            </a:r>
            <a:r>
              <a:rPr lang="ja-JP" altLang="en-US" sz="2600" b="1" dirty="0">
                <a:solidFill>
                  <a:srgbClr val="F2C14E"/>
                </a:solidFill>
                <a:latin typeface="Meiryo"/>
                <a:ea typeface="Meiryo"/>
                <a:cs typeface="Meiryo"/>
              </a:rPr>
              <a:t>ところだった</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別の表現：危うく終電に乗り遅れるところだった。</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4.2</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4</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～てたまらない</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とても～で、がまんできないくらいだ（気持ち・体の感覚を表す）</a:t>
            </a:r>
            <a:endParaRPr lang="ja-JP" sz="1800"/>
          </a:p>
        </p:txBody>
      </p:sp>
      <p:sp>
        <p:nvSpPr>
          <p:cNvPr id="9" name="conn 9"/>
          <p:cNvSpPr/>
          <p:nvPr/>
        </p:nvSpPr>
        <p:spPr>
          <a:xfrm>
            <a:off x="685800" y="2148840"/>
            <a:ext cx="10820095" cy="18288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Aい → ～くて ＋ </a:t>
            </a:r>
            <a:r>
              <a:rPr lang="ja-JP" altLang="en-US" sz="2200" b="1" dirty="0">
                <a:solidFill>
                  <a:srgbClr val="A64B31"/>
                </a:solidFill>
                <a:highlight>
                  <a:srgbClr val="F9E2A0"/>
                </a:highlight>
                <a:latin typeface="Meiryo"/>
                <a:ea typeface="Meiryo"/>
                <a:cs typeface="Meiryo"/>
              </a:rPr>
              <a:t>たまらない</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暑くて</a:t>
            </a:r>
            <a:r>
              <a:rPr lang="ja-JP" altLang="en-US" sz="1700" b="1" dirty="0">
                <a:solidFill>
                  <a:srgbClr val="A64B31"/>
                </a:solidFill>
                <a:highlight>
                  <a:srgbClr val="F9E2A0"/>
                </a:highlight>
                <a:latin typeface="Meiryo"/>
                <a:ea typeface="Meiryo"/>
                <a:cs typeface="Meiryo"/>
              </a:rPr>
              <a:t>たまらない</a:t>
            </a:r>
            <a:endParaRPr lang="ja-JP" sz="1700"/>
          </a:p>
        </p:txBody>
      </p:sp>
      <p:sp>
        <p:nvSpPr>
          <p:cNvPr id="13" name="form 13"/>
          <p:cNvSpPr txBox="1"/>
          <p:nvPr/>
        </p:nvSpPr>
        <p:spPr>
          <a:xfrm>
            <a:off x="2103120" y="28346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Aな → ～で ＋ </a:t>
            </a:r>
            <a:r>
              <a:rPr lang="ja-JP" altLang="en-US" sz="2200" b="1" dirty="0">
                <a:solidFill>
                  <a:srgbClr val="A64B31"/>
                </a:solidFill>
                <a:highlight>
                  <a:srgbClr val="F9E2A0"/>
                </a:highlight>
                <a:latin typeface="Meiryo"/>
                <a:ea typeface="Meiryo"/>
                <a:cs typeface="Meiryo"/>
              </a:rPr>
              <a:t>たまらない</a:t>
            </a:r>
            <a:endParaRPr lang="ja-JP" sz="2200"/>
          </a:p>
        </p:txBody>
      </p:sp>
      <p:sp>
        <p:nvSpPr>
          <p:cNvPr id="14" name="ex 14"/>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心配で</a:t>
            </a:r>
            <a:r>
              <a:rPr lang="ja-JP" altLang="en-US" sz="1700" b="1" dirty="0">
                <a:solidFill>
                  <a:srgbClr val="A64B31"/>
                </a:solidFill>
                <a:highlight>
                  <a:srgbClr val="F9E2A0"/>
                </a:highlight>
                <a:latin typeface="Meiryo"/>
                <a:ea typeface="Meiryo"/>
                <a:cs typeface="Meiryo"/>
              </a:rPr>
              <a:t>たまらない</a:t>
            </a:r>
            <a:endParaRPr lang="ja-JP" sz="1700"/>
          </a:p>
        </p:txBody>
      </p:sp>
      <p:sp>
        <p:nvSpPr>
          <p:cNvPr id="15" name="form 15"/>
          <p:cNvSpPr txBox="1"/>
          <p:nvPr/>
        </p:nvSpPr>
        <p:spPr>
          <a:xfrm>
            <a:off x="2103120" y="32918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Vたい → ～たくて ＋ </a:t>
            </a:r>
            <a:r>
              <a:rPr lang="ja-JP" altLang="en-US" sz="2200" b="1" dirty="0">
                <a:solidFill>
                  <a:srgbClr val="A64B31"/>
                </a:solidFill>
                <a:highlight>
                  <a:srgbClr val="F9E2A0"/>
                </a:highlight>
                <a:latin typeface="Meiryo"/>
                <a:ea typeface="Meiryo"/>
                <a:cs typeface="Meiryo"/>
              </a:rPr>
              <a:t>たまらない</a:t>
            </a:r>
            <a:endParaRPr lang="ja-JP" sz="2200"/>
          </a:p>
        </p:txBody>
      </p:sp>
      <p:sp>
        <p:nvSpPr>
          <p:cNvPr id="16" name="ex 16"/>
          <p:cNvSpPr txBox="1"/>
          <p:nvPr/>
        </p:nvSpPr>
        <p:spPr>
          <a:xfrm>
            <a:off x="7726680" y="32918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会いたくて</a:t>
            </a:r>
            <a:r>
              <a:rPr lang="ja-JP" altLang="en-US" sz="1700" b="1" dirty="0">
                <a:solidFill>
                  <a:srgbClr val="A64B31"/>
                </a:solidFill>
                <a:highlight>
                  <a:srgbClr val="F9E2A0"/>
                </a:highlight>
                <a:latin typeface="Meiryo"/>
                <a:ea typeface="Meiryo"/>
                <a:cs typeface="Meiryo"/>
              </a:rPr>
              <a:t>たまらない</a:t>
            </a:r>
            <a:endParaRPr lang="ja-JP" sz="1700"/>
          </a:p>
        </p:txBody>
      </p:sp>
      <p:sp>
        <p:nvSpPr>
          <p:cNvPr id="17" name="pill 17"/>
          <p:cNvSpPr txBox="1"/>
          <p:nvPr/>
        </p:nvSpPr>
        <p:spPr>
          <a:xfrm>
            <a:off x="685800" y="4297680"/>
            <a:ext cx="8636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意味</a:t>
            </a:r>
            <a:endParaRPr lang="ja-JP" sz="1600"/>
          </a:p>
        </p:txBody>
      </p:sp>
      <p:sp>
        <p:nvSpPr>
          <p:cNvPr id="18" name="body 18"/>
          <p:cNvSpPr txBox="1"/>
          <p:nvPr/>
        </p:nvSpPr>
        <p:spPr>
          <a:xfrm>
            <a:off x="685800" y="48646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話し手の気持ちや体の感覚がとても強い。</a:t>
            </a:r>
            <a:endParaRPr lang="ja-JP" sz="1600"/>
          </a:p>
        </p:txBody>
      </p:sp>
      <p:sp>
        <p:nvSpPr>
          <p:cNvPr id="19" name="rei 19"/>
          <p:cNvSpPr txBox="1"/>
          <p:nvPr/>
        </p:nvSpPr>
        <p:spPr>
          <a:xfrm>
            <a:off x="685800" y="56885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0" name="pex 20"/>
          <p:cNvSpPr txBox="1"/>
          <p:nvPr/>
        </p:nvSpPr>
        <p:spPr>
          <a:xfrm>
            <a:off x="1188720" y="56702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うれしくて</a:t>
            </a:r>
            <a:r>
              <a:rPr lang="ja-JP" altLang="en-US" sz="1700" b="1" dirty="0">
                <a:solidFill>
                  <a:srgbClr val="A64B31"/>
                </a:solidFill>
                <a:highlight>
                  <a:srgbClr val="F9E2A0"/>
                </a:highlight>
                <a:latin typeface="Meiryo"/>
                <a:ea typeface="Meiryo"/>
                <a:cs typeface="Meiryo"/>
              </a:rPr>
              <a:t>たまらない</a:t>
            </a:r>
            <a:r>
              <a:rPr lang="ja-JP" altLang="en-US" sz="1700" b="0" dirty="0">
                <a:solidFill>
                  <a:srgbClr val="1F271D"/>
                </a:solidFill>
                <a:latin typeface="Meiryo"/>
                <a:ea typeface="Meiryo"/>
                <a:cs typeface="Meiryo"/>
              </a:rPr>
              <a:t>。</a:t>
            </a:r>
            <a:endParaRPr lang="ja-JP" sz="1700"/>
          </a:p>
        </p:txBody>
      </p:sp>
      <p:sp>
        <p:nvSpPr>
          <p:cNvPr id="21" name="vrule 21"/>
          <p:cNvSpPr/>
          <p:nvPr/>
        </p:nvSpPr>
        <p:spPr>
          <a:xfrm>
            <a:off x="4223918" y="4343400"/>
            <a:ext cx="13716" cy="2103120"/>
          </a:xfrm>
          <a:prstGeom prst="rect">
            <a:avLst/>
          </a:prstGeom>
          <a:solidFill>
            <a:srgbClr val="DBCCBA"/>
          </a:solidFill>
          <a:ln>
            <a:noFill/>
          </a:ln>
        </p:spPr>
        <p:txBody>
          <a:bodyPr rtlCol="0" anchor="ctr"/>
          <a:lstStyle/>
          <a:p>
            <a:endParaRPr lang="ja-JP"/>
          </a:p>
        </p:txBody>
      </p:sp>
      <p:sp>
        <p:nvSpPr>
          <p:cNvPr id="22" name="pill 22"/>
          <p:cNvSpPr txBox="1"/>
          <p:nvPr/>
        </p:nvSpPr>
        <p:spPr>
          <a:xfrm>
            <a:off x="4429658" y="4297680"/>
            <a:ext cx="1676400"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よく使う言葉</a:t>
            </a:r>
            <a:endParaRPr lang="ja-JP" sz="1600"/>
          </a:p>
        </p:txBody>
      </p:sp>
      <p:sp>
        <p:nvSpPr>
          <p:cNvPr id="23" name="body 23"/>
          <p:cNvSpPr txBox="1"/>
          <p:nvPr/>
        </p:nvSpPr>
        <p:spPr>
          <a:xfrm>
            <a:off x="4429658" y="48646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うれしい・悲しい・心配だ・</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痛い・眠い・～たい</a:t>
            </a:r>
            <a:endParaRPr lang="ja-JP" sz="1600"/>
          </a:p>
        </p:txBody>
      </p:sp>
      <p:sp>
        <p:nvSpPr>
          <p:cNvPr id="24" name="rei 24"/>
          <p:cNvSpPr txBox="1"/>
          <p:nvPr/>
        </p:nvSpPr>
        <p:spPr>
          <a:xfrm>
            <a:off x="4429658" y="56885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5" name="pex 25"/>
          <p:cNvSpPr txBox="1"/>
          <p:nvPr/>
        </p:nvSpPr>
        <p:spPr>
          <a:xfrm>
            <a:off x="4932578" y="5670296"/>
            <a:ext cx="2829458" cy="343662"/>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眠くて</a:t>
            </a:r>
            <a:r>
              <a:rPr lang="ja-JP" altLang="en-US" sz="1700" b="1" dirty="0">
                <a:solidFill>
                  <a:srgbClr val="A64B31"/>
                </a:solidFill>
                <a:highlight>
                  <a:srgbClr val="F9E2A0"/>
                </a:highlight>
                <a:latin typeface="Meiryo"/>
                <a:ea typeface="Meiryo"/>
                <a:cs typeface="Meiryo"/>
              </a:rPr>
              <a:t>たまらない</a:t>
            </a:r>
            <a:r>
              <a:rPr lang="ja-JP" altLang="en-US" sz="1700" b="0" dirty="0">
                <a:solidFill>
                  <a:srgbClr val="1F271D"/>
                </a:solidFill>
                <a:latin typeface="Meiryo"/>
                <a:ea typeface="Meiryo"/>
                <a:cs typeface="Meiryo"/>
              </a:rPr>
              <a:t>。</a:t>
            </a:r>
            <a:endParaRPr lang="ja-JP" sz="1700"/>
          </a:p>
        </p:txBody>
      </p:sp>
      <p:sp>
        <p:nvSpPr>
          <p:cNvPr id="26" name="vrule 26"/>
          <p:cNvSpPr/>
          <p:nvPr/>
        </p:nvSpPr>
        <p:spPr>
          <a:xfrm>
            <a:off x="7967777" y="4343400"/>
            <a:ext cx="13716" cy="2103120"/>
          </a:xfrm>
          <a:prstGeom prst="rect">
            <a:avLst/>
          </a:prstGeom>
          <a:solidFill>
            <a:srgbClr val="DBCCBA"/>
          </a:solidFill>
          <a:ln>
            <a:noFill/>
          </a:ln>
        </p:spPr>
        <p:txBody>
          <a:bodyPr rtlCol="0" anchor="ctr"/>
          <a:lstStyle/>
          <a:p>
            <a:endParaRPr lang="ja-JP"/>
          </a:p>
        </p:txBody>
      </p:sp>
      <p:sp>
        <p:nvSpPr>
          <p:cNvPr id="27" name="pill 27"/>
          <p:cNvSpPr txBox="1"/>
          <p:nvPr/>
        </p:nvSpPr>
        <p:spPr>
          <a:xfrm>
            <a:off x="8173517" y="4297680"/>
            <a:ext cx="863600" cy="402336"/>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注意</a:t>
            </a:r>
            <a:endParaRPr lang="ja-JP" sz="1600"/>
          </a:p>
        </p:txBody>
      </p:sp>
      <p:sp>
        <p:nvSpPr>
          <p:cNvPr id="28" name="body 28"/>
          <p:cNvSpPr txBox="1"/>
          <p:nvPr/>
        </p:nvSpPr>
        <p:spPr>
          <a:xfrm>
            <a:off x="8173517" y="48646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ほかの人のことは「～ようだ／らしい」をつける。</a:t>
            </a:r>
            <a:endParaRPr lang="ja-JP" sz="1600"/>
          </a:p>
        </p:txBody>
      </p:sp>
      <p:sp>
        <p:nvSpPr>
          <p:cNvPr id="29" name="rei 29"/>
          <p:cNvSpPr txBox="1"/>
          <p:nvPr/>
        </p:nvSpPr>
        <p:spPr>
          <a:xfrm>
            <a:off x="8173517" y="56885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30" name="pex 30"/>
          <p:cNvSpPr txBox="1"/>
          <p:nvPr/>
        </p:nvSpPr>
        <p:spPr>
          <a:xfrm>
            <a:off x="8676437" y="56702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弟は遊びたくて</a:t>
            </a:r>
            <a:r>
              <a:rPr lang="ja-JP" altLang="en-US" sz="1700" b="1" dirty="0">
                <a:solidFill>
                  <a:srgbClr val="A64B31"/>
                </a:solidFill>
                <a:highlight>
                  <a:srgbClr val="F9E2A0"/>
                </a:highlight>
                <a:latin typeface="Meiryo"/>
                <a:ea typeface="Meiryo"/>
                <a:cs typeface="Meiryo"/>
              </a:rPr>
              <a:t>たまらない</a:t>
            </a:r>
            <a:r>
              <a:rPr lang="ja-JP" altLang="en-US" sz="1700" b="0" dirty="0">
                <a:solidFill>
                  <a:srgbClr val="1F271D"/>
                </a:solidFill>
                <a:latin typeface="Meiryo"/>
                <a:ea typeface="Meiryo"/>
                <a:cs typeface="Meiryo"/>
              </a:rPr>
              <a:t>ようだ。</a:t>
            </a:r>
            <a:endParaRPr lang="ja-JP" sz="17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500"/>
                                        <p:tgtEl>
                                          <p:spTgt spid="15"/>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up)">
                                      <p:cBhvr>
                                        <p:cTn id="39" dur="500"/>
                                        <p:tgtEl>
                                          <p:spTgt spid="19"/>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up)">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up)">
                                      <p:cBhvr>
                                        <p:cTn id="53" dur="500"/>
                                        <p:tgtEl>
                                          <p:spTgt spid="23"/>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up)">
                                      <p:cBhvr>
                                        <p:cTn id="56" dur="500"/>
                                        <p:tgtEl>
                                          <p:spTgt spid="24"/>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ipe(up)">
                                      <p:cBhvr>
                                        <p:cTn id="59" dur="500"/>
                                        <p:tgtEl>
                                          <p:spTgt spid="25"/>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up)">
                                      <p:cBhvr>
                                        <p:cTn id="64" dur="500"/>
                                        <p:tgtEl>
                                          <p:spTgt spid="26"/>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up)">
                                      <p:cBhvr>
                                        <p:cTn id="67" dur="500"/>
                                        <p:tgtEl>
                                          <p:spTgt spid="27"/>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wipe(up)">
                                      <p:cBhvr>
                                        <p:cTn id="70" dur="500"/>
                                        <p:tgtEl>
                                          <p:spTgt spid="28"/>
                                        </p:tgtEl>
                                      </p:cBhvr>
                                    </p:animEffect>
                                  </p:childTnLst>
                                </p:cTn>
                              </p:par>
                              <p:par>
                                <p:cTn id="71" presetID="22" presetClass="entr" presetSubtype="1"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wipe(up)">
                                      <p:cBhvr>
                                        <p:cTn id="73" dur="500"/>
                                        <p:tgtEl>
                                          <p:spTgt spid="29"/>
                                        </p:tgtEl>
                                      </p:cBhvr>
                                    </p:animEffect>
                                  </p:childTnLst>
                                </p:cTn>
                              </p:par>
                              <p:par>
                                <p:cTn id="74" presetID="22" presetClass="entr" presetSubtype="1" fill="hold" grpId="0"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wipe(up)">
                                      <p:cBhvr>
                                        <p:cTn id="7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～てたまらない</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例①②</a:t>
            </a:r>
            <a:endParaRPr lang="ja-JP" sz="1400"/>
          </a:p>
        </p:txBody>
      </p:sp>
      <p:sp>
        <p:nvSpPr>
          <p:cNvPr id="7" name="badge 7"/>
          <p:cNvSpPr txBox="1"/>
          <p:nvPr/>
        </p:nvSpPr>
        <p:spPr>
          <a:xfrm>
            <a:off x="685800" y="12913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line 8"/>
          <p:cNvSpPr txBox="1"/>
          <p:nvPr/>
        </p:nvSpPr>
        <p:spPr>
          <a:xfrm>
            <a:off x="1463040" y="1325880"/>
            <a:ext cx="100428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国にいる恋人に会いたくて</a:t>
            </a:r>
            <a:r>
              <a:rPr lang="ja-JP" altLang="en-US" sz="2800" b="1" dirty="0">
                <a:solidFill>
                  <a:srgbClr val="A64B31"/>
                </a:solidFill>
                <a:highlight>
                  <a:srgbClr val="F9E2A0"/>
                </a:highlight>
                <a:latin typeface="Meiryo"/>
                <a:ea typeface="Meiryo"/>
                <a:cs typeface="Meiryo"/>
              </a:rPr>
              <a:t>たまらない</a:t>
            </a:r>
            <a:r>
              <a:rPr lang="ja-JP" altLang="en-US" sz="2800" b="0" dirty="0">
                <a:solidFill>
                  <a:srgbClr val="1F271D"/>
                </a:solidFill>
                <a:latin typeface="Meiryo"/>
                <a:ea typeface="Meiryo"/>
                <a:cs typeface="Meiryo"/>
              </a:rPr>
              <a:t>。</a:t>
            </a:r>
            <a:endParaRPr lang="ja-JP" sz="2800"/>
          </a:p>
        </p:txBody>
      </p:sp>
      <p:sp>
        <p:nvSpPr>
          <p:cNvPr id="9" name="rule 9"/>
          <p:cNvSpPr/>
          <p:nvPr/>
        </p:nvSpPr>
        <p:spPr>
          <a:xfrm>
            <a:off x="685800" y="2098040"/>
            <a:ext cx="9174175" cy="18288"/>
          </a:xfrm>
          <a:prstGeom prst="rect">
            <a:avLst/>
          </a:prstGeom>
          <a:solidFill>
            <a:srgbClr val="DBCCBA"/>
          </a:solidFill>
          <a:ln>
            <a:noFill/>
          </a:ln>
        </p:spPr>
        <p:txBody>
          <a:bodyPr rtlCol="0" anchor="ctr"/>
          <a:lstStyle/>
          <a:p>
            <a:endParaRPr lang="ja-JP"/>
          </a:p>
        </p:txBody>
      </p:sp>
      <p:sp>
        <p:nvSpPr>
          <p:cNvPr id="10" name="badge 10"/>
          <p:cNvSpPr txBox="1"/>
          <p:nvPr/>
        </p:nvSpPr>
        <p:spPr>
          <a:xfrm>
            <a:off x="685800" y="238353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11" name="line 11"/>
          <p:cNvSpPr txBox="1"/>
          <p:nvPr/>
        </p:nvSpPr>
        <p:spPr>
          <a:xfrm>
            <a:off x="1463040" y="2418080"/>
            <a:ext cx="10042855" cy="4978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800" b="0" dirty="0">
                <a:solidFill>
                  <a:srgbClr val="1F271D"/>
                </a:solidFill>
                <a:latin typeface="Meiryo"/>
                <a:ea typeface="Meiryo"/>
                <a:cs typeface="Meiryo"/>
              </a:rPr>
              <a:t>祖母が入院したと聞いて、心配で</a:t>
            </a:r>
            <a:r>
              <a:rPr lang="ja-JP" altLang="en-US" sz="2800" b="1" dirty="0">
                <a:solidFill>
                  <a:srgbClr val="A64B31"/>
                </a:solidFill>
                <a:highlight>
                  <a:srgbClr val="F9E2A0"/>
                </a:highlight>
                <a:latin typeface="Meiryo"/>
                <a:ea typeface="Meiryo"/>
                <a:cs typeface="Meiryo"/>
              </a:rPr>
              <a:t>たまらない</a:t>
            </a:r>
            <a:r>
              <a:rPr lang="ja-JP" altLang="en-US" sz="2800" b="0" dirty="0">
                <a:solidFill>
                  <a:srgbClr val="1F271D"/>
                </a:solidFill>
                <a:latin typeface="Meiryo"/>
                <a:ea typeface="Meiryo"/>
                <a:cs typeface="Meiryo"/>
              </a:rPr>
              <a:t>。</a:t>
            </a:r>
            <a:endParaRPr lang="ja-JP" sz="2800"/>
          </a:p>
        </p:txBody>
      </p:sp>
      <p:sp>
        <p:nvSpPr>
          <p:cNvPr id="12" name="note 12"/>
          <p:cNvSpPr txBox="1"/>
          <p:nvPr/>
        </p:nvSpPr>
        <p:spPr>
          <a:xfrm rot="-72000">
            <a:off x="777240" y="5623560"/>
            <a:ext cx="4617720" cy="685800"/>
          </a:xfrm>
          <a:prstGeom prst="rect">
            <a:avLst/>
          </a:prstGeom>
          <a:solidFill>
            <a:srgbClr val="F3E3C3"/>
          </a:solidFill>
          <a:ln>
            <a:noFill/>
          </a:ln>
          <a:effectLst>
            <a:outerShdw blurRad="63500" dist="38100" dir="5400000" algn="t" rotWithShape="0">
              <a:srgbClr val="000000">
                <a:alpha val="22000"/>
              </a:srgbClr>
            </a:outerShdw>
          </a:effectLst>
        </p:spPr>
        <p:txBody>
          <a:bodyPr wrap="square" lIns="201168" tIns="201168" rIns="201168" bIns="201168" rtlCol="0" anchor="ctr">
            <a:noAutofit/>
          </a:bodyPr>
          <a:lstStyle/>
          <a:p>
            <a:pPr algn="l">
              <a:lnSpc>
                <a:spcPct val="120000"/>
              </a:lnSpc>
              <a:spcBef>
                <a:spcPts val="0"/>
              </a:spcBef>
              <a:spcAft>
                <a:spcPts val="0"/>
              </a:spcAft>
              <a:buNone/>
            </a:pPr>
            <a:r>
              <a:rPr lang="ja-JP" altLang="en-US" sz="1700" b="1" dirty="0">
                <a:solidFill>
                  <a:srgbClr val="A64B31"/>
                </a:solidFill>
                <a:latin typeface="Meiryo"/>
                <a:ea typeface="Meiryo"/>
                <a:cs typeface="Meiryo"/>
              </a:rPr>
              <a:t>ポイント</a:t>
            </a:r>
            <a:r>
              <a:rPr lang="ja-JP" altLang="en-US" sz="1800" b="0" dirty="0">
                <a:solidFill>
                  <a:srgbClr val="1F271D"/>
                </a:solidFill>
                <a:latin typeface="Meiryo"/>
                <a:ea typeface="Meiryo"/>
                <a:cs typeface="Meiryo"/>
              </a:rPr>
              <a:t>　自分の強い気持ちを表す。</a:t>
            </a:r>
            <a:endParaRPr lang="ja-JP" sz="1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up)">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up)">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～てたまらない</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4　練習 ①～③</a:t>
            </a:r>
            <a:endParaRPr lang="ja-JP" sz="1400"/>
          </a:p>
        </p:txBody>
      </p:sp>
      <p:sp>
        <p:nvSpPr>
          <p:cNvPr id="7" name="badge 7"/>
          <p:cNvSpPr txBox="1"/>
          <p:nvPr/>
        </p:nvSpPr>
        <p:spPr>
          <a:xfrm>
            <a:off x="685800" y="1271016"/>
            <a:ext cx="457200" cy="457200"/>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①</a:t>
            </a:r>
            <a:endParaRPr lang="ja-JP" sz="1600"/>
          </a:p>
        </p:txBody>
      </p:sp>
      <p:sp>
        <p:nvSpPr>
          <p:cNvPr id="8" name="t 8"/>
          <p:cNvSpPr txBox="1"/>
          <p:nvPr/>
        </p:nvSpPr>
        <p:spPr>
          <a:xfrm>
            <a:off x="1371600" y="1234440"/>
            <a:ext cx="10134295" cy="3911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私の部屋は窓もないし、エアコンもないので、夏は（　　　　　　　）。</a:t>
            </a:r>
            <a:endParaRPr lang="ja-JP" sz="2200"/>
          </a:p>
        </p:txBody>
      </p:sp>
      <p:sp>
        <p:nvSpPr>
          <p:cNvPr id="9" name="t 9"/>
          <p:cNvSpPr txBox="1"/>
          <p:nvPr/>
        </p:nvSpPr>
        <p:spPr>
          <a:xfrm>
            <a:off x="1371600" y="1698752"/>
            <a:ext cx="10134295" cy="438912"/>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1" dirty="0">
                <a:solidFill>
                  <a:srgbClr val="A64B31"/>
                </a:solidFill>
                <a:latin typeface="Meiryo"/>
                <a:ea typeface="Meiryo"/>
                <a:cs typeface="Meiryo"/>
              </a:rPr>
              <a:t>→ 例：暑くてたまらない</a:t>
            </a:r>
            <a:endParaRPr lang="ja-JP" sz="2000"/>
          </a:p>
        </p:txBody>
      </p:sp>
      <p:sp>
        <p:nvSpPr>
          <p:cNvPr id="10" name="badge 10"/>
          <p:cNvSpPr txBox="1"/>
          <p:nvPr/>
        </p:nvSpPr>
        <p:spPr>
          <a:xfrm>
            <a:off x="685800" y="2357120"/>
            <a:ext cx="457200" cy="457200"/>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②</a:t>
            </a:r>
            <a:endParaRPr lang="ja-JP" sz="1600"/>
          </a:p>
        </p:txBody>
      </p:sp>
      <p:sp>
        <p:nvSpPr>
          <p:cNvPr id="11" name="t 11"/>
          <p:cNvSpPr txBox="1"/>
          <p:nvPr/>
        </p:nvSpPr>
        <p:spPr>
          <a:xfrm>
            <a:off x="1371600" y="2320544"/>
            <a:ext cx="10134295" cy="3911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アルバイトが（　　　　　　　）。もうやめたい。</a:t>
            </a:r>
            <a:endParaRPr lang="ja-JP" sz="2200"/>
          </a:p>
        </p:txBody>
      </p:sp>
      <p:sp>
        <p:nvSpPr>
          <p:cNvPr id="12" name="t 12"/>
          <p:cNvSpPr txBox="1"/>
          <p:nvPr/>
        </p:nvSpPr>
        <p:spPr>
          <a:xfrm>
            <a:off x="1371600" y="2784856"/>
            <a:ext cx="10134295" cy="438912"/>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1" dirty="0">
                <a:solidFill>
                  <a:srgbClr val="A64B31"/>
                </a:solidFill>
                <a:latin typeface="Meiryo"/>
                <a:ea typeface="Meiryo"/>
                <a:cs typeface="Meiryo"/>
              </a:rPr>
              <a:t>→ 例：つらくてたまらない</a:t>
            </a:r>
            <a:endParaRPr lang="ja-JP" sz="2000"/>
          </a:p>
        </p:txBody>
      </p:sp>
      <p:sp>
        <p:nvSpPr>
          <p:cNvPr id="13" name="badge 13"/>
          <p:cNvSpPr txBox="1"/>
          <p:nvPr/>
        </p:nvSpPr>
        <p:spPr>
          <a:xfrm>
            <a:off x="685800" y="3443224"/>
            <a:ext cx="457200" cy="457200"/>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③</a:t>
            </a:r>
            <a:endParaRPr lang="ja-JP" sz="1600"/>
          </a:p>
        </p:txBody>
      </p:sp>
      <p:sp>
        <p:nvSpPr>
          <p:cNvPr id="14" name="t 14"/>
          <p:cNvSpPr txBox="1"/>
          <p:nvPr/>
        </p:nvSpPr>
        <p:spPr>
          <a:xfrm>
            <a:off x="1371600" y="3406648"/>
            <a:ext cx="10134295" cy="3911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家族のことを考えると、国に（　　　　　　　）。</a:t>
            </a:r>
            <a:endParaRPr lang="ja-JP" sz="2200"/>
          </a:p>
        </p:txBody>
      </p:sp>
      <p:sp>
        <p:nvSpPr>
          <p:cNvPr id="15" name="t 15"/>
          <p:cNvSpPr txBox="1"/>
          <p:nvPr/>
        </p:nvSpPr>
        <p:spPr>
          <a:xfrm>
            <a:off x="1371600" y="3870960"/>
            <a:ext cx="10134295" cy="438912"/>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1" dirty="0">
                <a:solidFill>
                  <a:srgbClr val="A64B31"/>
                </a:solidFill>
                <a:latin typeface="Meiryo"/>
                <a:ea typeface="Meiryo"/>
                <a:cs typeface="Meiryo"/>
              </a:rPr>
              <a:t>→ 例：帰りたくてたまらない</a:t>
            </a:r>
            <a:endParaRPr lang="ja-JP" sz="20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5"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～てたまらない</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4　練習 ④～⑥</a:t>
            </a:r>
            <a:endParaRPr lang="ja-JP" sz="1400"/>
          </a:p>
        </p:txBody>
      </p:sp>
      <p:sp>
        <p:nvSpPr>
          <p:cNvPr id="7" name="badge 7"/>
          <p:cNvSpPr txBox="1"/>
          <p:nvPr/>
        </p:nvSpPr>
        <p:spPr>
          <a:xfrm>
            <a:off x="685800" y="1271016"/>
            <a:ext cx="457200" cy="457200"/>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④</a:t>
            </a:r>
            <a:endParaRPr lang="ja-JP" sz="1600"/>
          </a:p>
        </p:txBody>
      </p:sp>
      <p:sp>
        <p:nvSpPr>
          <p:cNvPr id="8" name="t 8"/>
          <p:cNvSpPr txBox="1"/>
          <p:nvPr/>
        </p:nvSpPr>
        <p:spPr>
          <a:xfrm>
            <a:off x="1371600" y="1234440"/>
            <a:ext cx="10134295" cy="3911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新しいゲームを買った。早く（　　　　　　　）。</a:t>
            </a:r>
            <a:endParaRPr lang="ja-JP" sz="2200"/>
          </a:p>
        </p:txBody>
      </p:sp>
      <p:sp>
        <p:nvSpPr>
          <p:cNvPr id="9" name="t 9"/>
          <p:cNvSpPr txBox="1"/>
          <p:nvPr/>
        </p:nvSpPr>
        <p:spPr>
          <a:xfrm>
            <a:off x="1371600" y="1698752"/>
            <a:ext cx="10134295" cy="438912"/>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1" dirty="0">
                <a:solidFill>
                  <a:srgbClr val="A64B31"/>
                </a:solidFill>
                <a:latin typeface="Meiryo"/>
                <a:ea typeface="Meiryo"/>
                <a:cs typeface="Meiryo"/>
              </a:rPr>
              <a:t>→ 例：やりたくてたまらない</a:t>
            </a:r>
            <a:endParaRPr lang="ja-JP" sz="2000"/>
          </a:p>
        </p:txBody>
      </p:sp>
      <p:sp>
        <p:nvSpPr>
          <p:cNvPr id="10" name="badge 10"/>
          <p:cNvSpPr txBox="1"/>
          <p:nvPr/>
        </p:nvSpPr>
        <p:spPr>
          <a:xfrm>
            <a:off x="685800" y="2357120"/>
            <a:ext cx="457200" cy="457200"/>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⑤</a:t>
            </a:r>
            <a:endParaRPr lang="ja-JP" sz="1600"/>
          </a:p>
        </p:txBody>
      </p:sp>
      <p:sp>
        <p:nvSpPr>
          <p:cNvPr id="11" name="t 11"/>
          <p:cNvSpPr txBox="1"/>
          <p:nvPr/>
        </p:nvSpPr>
        <p:spPr>
          <a:xfrm>
            <a:off x="1371600" y="2320544"/>
            <a:ext cx="10134295" cy="3911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買ったばかりの腕時計をなくしてしまった。（　　　　　　　）。</a:t>
            </a:r>
            <a:endParaRPr lang="ja-JP" sz="2200"/>
          </a:p>
        </p:txBody>
      </p:sp>
      <p:sp>
        <p:nvSpPr>
          <p:cNvPr id="12" name="t 12"/>
          <p:cNvSpPr txBox="1"/>
          <p:nvPr/>
        </p:nvSpPr>
        <p:spPr>
          <a:xfrm>
            <a:off x="1371600" y="2784856"/>
            <a:ext cx="10134295" cy="438912"/>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1" dirty="0">
                <a:solidFill>
                  <a:srgbClr val="A64B31"/>
                </a:solidFill>
                <a:latin typeface="Meiryo"/>
                <a:ea typeface="Meiryo"/>
                <a:cs typeface="Meiryo"/>
              </a:rPr>
              <a:t>→ 例：悔しくてたまらない</a:t>
            </a:r>
            <a:endParaRPr lang="ja-JP" sz="2000"/>
          </a:p>
        </p:txBody>
      </p:sp>
      <p:sp>
        <p:nvSpPr>
          <p:cNvPr id="13" name="badge 13"/>
          <p:cNvSpPr txBox="1"/>
          <p:nvPr/>
        </p:nvSpPr>
        <p:spPr>
          <a:xfrm>
            <a:off x="685800" y="3443224"/>
            <a:ext cx="457200" cy="457200"/>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⑥</a:t>
            </a:r>
            <a:endParaRPr lang="ja-JP" sz="1600"/>
          </a:p>
        </p:txBody>
      </p:sp>
      <p:sp>
        <p:nvSpPr>
          <p:cNvPr id="14" name="t 14"/>
          <p:cNvSpPr txBox="1"/>
          <p:nvPr/>
        </p:nvSpPr>
        <p:spPr>
          <a:xfrm>
            <a:off x="1371600" y="3406648"/>
            <a:ext cx="10134295" cy="3911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今日は朝から頭が（　　　　　　　）。今日はバイトを休むしかない。</a:t>
            </a:r>
            <a:endParaRPr lang="ja-JP" sz="2200"/>
          </a:p>
        </p:txBody>
      </p:sp>
      <p:sp>
        <p:nvSpPr>
          <p:cNvPr id="15" name="t 15"/>
          <p:cNvSpPr txBox="1"/>
          <p:nvPr/>
        </p:nvSpPr>
        <p:spPr>
          <a:xfrm>
            <a:off x="1371600" y="3870960"/>
            <a:ext cx="10134295" cy="438912"/>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1" dirty="0">
                <a:solidFill>
                  <a:srgbClr val="A64B31"/>
                </a:solidFill>
                <a:latin typeface="Meiryo"/>
                <a:ea typeface="Meiryo"/>
                <a:cs typeface="Meiryo"/>
              </a:rPr>
              <a:t>→ 例：痛くてたまらない</a:t>
            </a:r>
            <a:endParaRPr lang="ja-JP" sz="20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5"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～てたまらない</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4　翻訳練習　Câu 4/6</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Hôm nay tôi buồn ngủ không chịu nổi.</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眠い</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今日は眠くて</a:t>
            </a:r>
            <a:r>
              <a:rPr lang="ja-JP" altLang="en-US" sz="2600" b="1" dirty="0">
                <a:solidFill>
                  <a:srgbClr val="F2C14E"/>
                </a:solidFill>
                <a:latin typeface="Meiryo"/>
                <a:ea typeface="Meiryo"/>
                <a:cs typeface="Meiryo"/>
              </a:rPr>
              <a:t>たまらない</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別の表現：今日は眠くて眠くてたまらない。</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～てたまらない</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4　翻訳練習　Câu 5/6</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Đỗ kỳ thi năng lực tiếng Nhật nên tôi vui không tả nổi.</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合格する</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日本語能力試験に合格して、うれしくて</a:t>
            </a:r>
            <a:r>
              <a:rPr lang="ja-JP" altLang="en-US" sz="2600" b="1" dirty="0">
                <a:solidFill>
                  <a:srgbClr val="F2C14E"/>
                </a:solidFill>
                <a:latin typeface="Meiryo"/>
                <a:ea typeface="Meiryo"/>
                <a:cs typeface="Meiryo"/>
              </a:rPr>
              <a:t>たまらない</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別の表現：試験に受かって、うれしくてしかたがない。</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～てたまらない</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4　翻訳練習　Câu 6/6</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Từ sáng tới giờ răng tôi đau không chịu nổi.</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歯</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朝から歯が痛くて</a:t>
            </a:r>
            <a:r>
              <a:rPr lang="ja-JP" altLang="en-US" sz="2600" b="1" dirty="0">
                <a:solidFill>
                  <a:srgbClr val="F2C14E"/>
                </a:solidFill>
                <a:latin typeface="Meiryo"/>
                <a:ea typeface="Meiryo"/>
                <a:cs typeface="Meiryo"/>
              </a:rPr>
              <a:t>たまらない</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別の表現：朝から歯が痛くて、がまんできない。</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066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読み物</a:t>
            </a:r>
            <a:endParaRPr lang="ja-JP" sz="1600"/>
          </a:p>
        </p:txBody>
      </p:sp>
      <p:sp>
        <p:nvSpPr>
          <p:cNvPr id="6" name="t 6"/>
          <p:cNvSpPr txBox="1"/>
          <p:nvPr/>
        </p:nvSpPr>
        <p:spPr>
          <a:xfrm>
            <a:off x="1935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4　外国語を使ったときの経験（1/2）</a:t>
            </a:r>
            <a:endParaRPr lang="ja-JP" sz="1400"/>
          </a:p>
        </p:txBody>
      </p:sp>
      <p:sp>
        <p:nvSpPr>
          <p:cNvPr id="7" name="reading 7"/>
          <p:cNvSpPr txBox="1"/>
          <p:nvPr/>
        </p:nvSpPr>
        <p:spPr>
          <a:xfrm>
            <a:off x="685800" y="960120"/>
            <a:ext cx="10820095" cy="3279394"/>
          </a:xfrm>
          <a:prstGeom prst="roundRect">
            <a:avLst>
              <a:gd name="adj" fmla="val 3000"/>
            </a:avLst>
          </a:prstGeom>
          <a:solidFill>
            <a:srgbClr val="FFFFFF"/>
          </a:solidFill>
          <a:ln w="12700">
            <a:solidFill>
              <a:srgbClr val="DBCCBA"/>
            </a:solidFill>
          </a:ln>
          <a:effectLst>
            <a:outerShdw blurRad="63500" dist="38100" dir="5400000" algn="t" rotWithShape="0">
              <a:srgbClr val="000000">
                <a:alpha val="22000"/>
              </a:srgbClr>
            </a:outerShdw>
          </a:effectLst>
        </p:spPr>
        <p:txBody>
          <a:bodyPr wrap="square" lIns="274320" tIns="274320" rIns="274320" bIns="274320" rtlCol="0" anchor="t">
            <a:noAutofit/>
          </a:bodyPr>
          <a:lstStyle/>
          <a:p>
            <a:pPr algn="l">
              <a:lnSpc>
                <a:spcPct val="140000"/>
              </a:lnSpc>
              <a:spcBef>
                <a:spcPts val="0"/>
              </a:spcBef>
              <a:spcAft>
                <a:spcPts val="600"/>
              </a:spcAft>
              <a:buNone/>
            </a:pPr>
            <a:r>
              <a:rPr lang="ja-JP" altLang="en-US" sz="2200" b="0" dirty="0">
                <a:solidFill>
                  <a:srgbClr val="1F271D"/>
                </a:solidFill>
                <a:latin typeface="Meiryo"/>
                <a:ea typeface="Meiryo"/>
                <a:cs typeface="Meiryo"/>
              </a:rPr>
              <a:t>　私は学校で習った表現をすぐに使ってみたくなります。でも、よく使い方を間違えて失敗します。実は、昨日も学校で習った「顔が広い」と「顔が大きい」を間違えて、顔から火が出る</a:t>
            </a:r>
            <a:r>
              <a:rPr lang="ja-JP" altLang="en-US" sz="2200" b="1" dirty="0">
                <a:solidFill>
                  <a:srgbClr val="A64B31"/>
                </a:solidFill>
                <a:highlight>
                  <a:srgbClr val="F9E2A0"/>
                </a:highlight>
                <a:latin typeface="Meiryo"/>
                <a:ea typeface="Meiryo"/>
                <a:cs typeface="Meiryo"/>
              </a:rPr>
              <a:t>ほど</a:t>
            </a:r>
            <a:r>
              <a:rPr lang="ja-JP" altLang="en-US" sz="2200" b="0" dirty="0">
                <a:solidFill>
                  <a:srgbClr val="1F271D"/>
                </a:solidFill>
                <a:latin typeface="Meiryo"/>
                <a:ea typeface="Meiryo"/>
                <a:cs typeface="Meiryo"/>
              </a:rPr>
              <a:t>恥ずかしい経験をしました。</a:t>
            </a:r>
            <a:endParaRPr lang="ja-JP" sz="2200"/>
          </a:p>
          <a:p>
            <a:pPr algn="l">
              <a:lnSpc>
                <a:spcPct val="140000"/>
              </a:lnSpc>
              <a:spcBef>
                <a:spcPts val="0"/>
              </a:spcBef>
              <a:spcAft>
                <a:spcPts val="600"/>
              </a:spcAft>
              <a:buNone/>
            </a:pPr>
            <a:r>
              <a:rPr lang="ja-JP" altLang="en-US" sz="2200" b="0" dirty="0">
                <a:solidFill>
                  <a:srgbClr val="1F271D"/>
                </a:solidFill>
                <a:latin typeface="Meiryo"/>
                <a:ea typeface="Meiryo"/>
                <a:cs typeface="Meiryo"/>
              </a:rPr>
              <a:t>　日本では「顔が大きい」は失礼な表現です。それなのに昨日、いつもお世話になっている方に「お顔が大きいですね」と言ってしまいました。</a:t>
            </a:r>
            <a:endParaRPr lang="ja-JP" sz="2200"/>
          </a:p>
        </p:txBody>
      </p:sp>
    </p:spTree>
  </p:cSld>
  <p:clrMapOvr>
    <a:masterClrMapping/>
  </p:clrMapOvr>
  <p:transition spd="med">
    <p:fade/>
  </p:transition>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0668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読み物</a:t>
            </a:r>
            <a:endParaRPr lang="ja-JP" sz="1600"/>
          </a:p>
        </p:txBody>
      </p:sp>
      <p:sp>
        <p:nvSpPr>
          <p:cNvPr id="6" name="t 6"/>
          <p:cNvSpPr txBox="1"/>
          <p:nvPr/>
        </p:nvSpPr>
        <p:spPr>
          <a:xfrm>
            <a:off x="19354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4　外国語を使ったときの経験（2/2）</a:t>
            </a:r>
            <a:endParaRPr lang="ja-JP" sz="1400"/>
          </a:p>
        </p:txBody>
      </p:sp>
      <p:sp>
        <p:nvSpPr>
          <p:cNvPr id="7" name="reading 7"/>
          <p:cNvSpPr txBox="1"/>
          <p:nvPr/>
        </p:nvSpPr>
        <p:spPr>
          <a:xfrm>
            <a:off x="685800" y="960120"/>
            <a:ext cx="10820095" cy="3796284"/>
          </a:xfrm>
          <a:prstGeom prst="roundRect">
            <a:avLst>
              <a:gd name="adj" fmla="val 3000"/>
            </a:avLst>
          </a:prstGeom>
          <a:solidFill>
            <a:srgbClr val="FFFFFF"/>
          </a:solidFill>
          <a:ln w="12700">
            <a:solidFill>
              <a:srgbClr val="DBCCBA"/>
            </a:solidFill>
          </a:ln>
          <a:effectLst>
            <a:outerShdw blurRad="63500" dist="38100" dir="5400000" algn="t" rotWithShape="0">
              <a:srgbClr val="000000">
                <a:alpha val="22000"/>
              </a:srgbClr>
            </a:outerShdw>
          </a:effectLst>
        </p:spPr>
        <p:txBody>
          <a:bodyPr wrap="square" lIns="274320" tIns="274320" rIns="274320" bIns="274320" rtlCol="0" anchor="t">
            <a:noAutofit/>
          </a:bodyPr>
          <a:lstStyle/>
          <a:p>
            <a:pPr algn="l">
              <a:lnSpc>
                <a:spcPct val="140000"/>
              </a:lnSpc>
              <a:spcBef>
                <a:spcPts val="0"/>
              </a:spcBef>
              <a:spcAft>
                <a:spcPts val="600"/>
              </a:spcAft>
              <a:buNone/>
            </a:pPr>
            <a:r>
              <a:rPr lang="ja-JP" altLang="en-US" sz="2200" b="0" dirty="0">
                <a:solidFill>
                  <a:srgbClr val="1F271D"/>
                </a:solidFill>
                <a:latin typeface="Meiryo"/>
                <a:ea typeface="Meiryo"/>
                <a:cs typeface="Meiryo"/>
              </a:rPr>
              <a:t>　私の言葉を聞いて、その方は驚いた顔をして黙ってしまいました。私はすぐに気が付いて、必死で説明しました。その方はすぐにアハハと笑ってくれましたが、もう少しで怒らせてしまう</a:t>
            </a:r>
            <a:r>
              <a:rPr lang="ja-JP" altLang="en-US" sz="2200" b="1" dirty="0">
                <a:solidFill>
                  <a:srgbClr val="A64B31"/>
                </a:solidFill>
                <a:highlight>
                  <a:srgbClr val="F9E2A0"/>
                </a:highlight>
                <a:latin typeface="Meiryo"/>
                <a:ea typeface="Meiryo"/>
                <a:cs typeface="Meiryo"/>
              </a:rPr>
              <a:t>ところでした</a:t>
            </a:r>
            <a:r>
              <a:rPr lang="ja-JP" altLang="en-US" sz="2200" b="0" dirty="0">
                <a:solidFill>
                  <a:srgbClr val="1F271D"/>
                </a:solidFill>
                <a:latin typeface="Meiryo"/>
                <a:ea typeface="Meiryo"/>
                <a:cs typeface="Meiryo"/>
              </a:rPr>
              <a:t>。本当に恥ずかしくて</a:t>
            </a:r>
            <a:r>
              <a:rPr lang="ja-JP" altLang="en-US" sz="2200" b="1" dirty="0">
                <a:solidFill>
                  <a:srgbClr val="A64B31"/>
                </a:solidFill>
                <a:highlight>
                  <a:srgbClr val="F9E2A0"/>
                </a:highlight>
                <a:latin typeface="Meiryo"/>
                <a:ea typeface="Meiryo"/>
                <a:cs typeface="Meiryo"/>
              </a:rPr>
              <a:t>たまりませんでした</a:t>
            </a:r>
            <a:r>
              <a:rPr lang="ja-JP" altLang="en-US" sz="2200" b="0" dirty="0">
                <a:solidFill>
                  <a:srgbClr val="1F271D"/>
                </a:solidFill>
                <a:latin typeface="Meiryo"/>
                <a:ea typeface="Meiryo"/>
                <a:cs typeface="Meiryo"/>
              </a:rPr>
              <a:t>。これからは気を付けなければと思いました。</a:t>
            </a:r>
            <a:endParaRPr lang="ja-JP" sz="2200"/>
          </a:p>
          <a:p>
            <a:pPr algn="l">
              <a:lnSpc>
                <a:spcPct val="140000"/>
              </a:lnSpc>
              <a:spcBef>
                <a:spcPts val="0"/>
              </a:spcBef>
              <a:spcAft>
                <a:spcPts val="600"/>
              </a:spcAft>
              <a:buNone/>
            </a:pPr>
            <a:r>
              <a:rPr lang="ja-JP" altLang="en-US" sz="2200" b="0" dirty="0">
                <a:solidFill>
                  <a:srgbClr val="1F271D"/>
                </a:solidFill>
                <a:latin typeface="Meiryo"/>
                <a:ea typeface="Meiryo"/>
                <a:cs typeface="Meiryo"/>
              </a:rPr>
              <a:t>　日本語を使うのは難しいですが、これからも、いろいろな表現を使ってみたいと思っています。</a:t>
            </a:r>
            <a:endParaRPr lang="ja-JP" sz="2200"/>
          </a:p>
        </p:txBody>
      </p:sp>
    </p:spTree>
  </p:cSld>
  <p:clrMapOvr>
    <a:masterClrMapping/>
  </p:clrMapOvr>
  <p:transition spd="med">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9640" y="1016676"/>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緊張する　</a:t>
            </a:r>
            <a:endParaRPr lang="en-US" sz="3200" dirty="0">
              <a:latin typeface="UD Digi Kyokasho N-B" panose="02020700000000000000" pitchFamily="17" charset="-128"/>
              <a:ea typeface="UD Digi Kyokasho N-B" panose="02020700000000000000" pitchFamily="17" charset="-128"/>
            </a:endParaRPr>
          </a:p>
        </p:txBody>
      </p:sp>
      <p:sp>
        <p:nvSpPr>
          <p:cNvPr id="6" name="TextBox 5"/>
          <p:cNvSpPr txBox="1"/>
          <p:nvPr/>
        </p:nvSpPr>
        <p:spPr>
          <a:xfrm>
            <a:off x="2987345" y="1034293"/>
            <a:ext cx="2577813"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悔しい</a:t>
            </a:r>
          </a:p>
        </p:txBody>
      </p:sp>
      <p:sp>
        <p:nvSpPr>
          <p:cNvPr id="7" name="TextBox 6"/>
          <p:cNvSpPr txBox="1"/>
          <p:nvPr/>
        </p:nvSpPr>
        <p:spPr>
          <a:xfrm>
            <a:off x="339640" y="5631554"/>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恥ずかしい</a:t>
            </a:r>
          </a:p>
        </p:txBody>
      </p:sp>
      <p:sp>
        <p:nvSpPr>
          <p:cNvPr id="8" name="TextBox 7"/>
          <p:cNvSpPr txBox="1"/>
          <p:nvPr/>
        </p:nvSpPr>
        <p:spPr>
          <a:xfrm>
            <a:off x="339005" y="4946509"/>
            <a:ext cx="2285865"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照れくさい</a:t>
            </a:r>
          </a:p>
        </p:txBody>
      </p:sp>
      <p:sp>
        <p:nvSpPr>
          <p:cNvPr id="9" name="TextBox 8"/>
          <p:cNvSpPr txBox="1"/>
          <p:nvPr/>
        </p:nvSpPr>
        <p:spPr>
          <a:xfrm>
            <a:off x="339640" y="1677160"/>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焦る</a:t>
            </a:r>
            <a:endParaRPr lang="en-US" altLang="ja-JP" sz="3200" dirty="0">
              <a:latin typeface="UD Digi Kyokasho N-B" panose="02020700000000000000" pitchFamily="17" charset="-128"/>
              <a:ea typeface="UD Digi Kyokasho N-B" panose="02020700000000000000" pitchFamily="17" charset="-128"/>
            </a:endParaRPr>
          </a:p>
        </p:txBody>
      </p:sp>
      <p:sp>
        <p:nvSpPr>
          <p:cNvPr id="10" name="TextBox 9"/>
          <p:cNvSpPr txBox="1"/>
          <p:nvPr/>
        </p:nvSpPr>
        <p:spPr>
          <a:xfrm>
            <a:off x="339004" y="2969389"/>
            <a:ext cx="2285866"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照れる</a:t>
            </a:r>
          </a:p>
        </p:txBody>
      </p:sp>
      <p:sp>
        <p:nvSpPr>
          <p:cNvPr id="11" name="TextBox 10"/>
          <p:cNvSpPr txBox="1"/>
          <p:nvPr/>
        </p:nvSpPr>
        <p:spPr>
          <a:xfrm>
            <a:off x="339004" y="3610709"/>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落ち込む</a:t>
            </a:r>
          </a:p>
        </p:txBody>
      </p:sp>
      <p:sp>
        <p:nvSpPr>
          <p:cNvPr id="12" name="TextBox 11"/>
          <p:cNvSpPr txBox="1"/>
          <p:nvPr/>
        </p:nvSpPr>
        <p:spPr>
          <a:xfrm>
            <a:off x="339005" y="4246224"/>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うれしい</a:t>
            </a:r>
          </a:p>
        </p:txBody>
      </p:sp>
      <p:sp>
        <p:nvSpPr>
          <p:cNvPr id="22" name="TextBox 21"/>
          <p:cNvSpPr txBox="1"/>
          <p:nvPr/>
        </p:nvSpPr>
        <p:spPr>
          <a:xfrm>
            <a:off x="2987345" y="1693665"/>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もどかしい</a:t>
            </a:r>
          </a:p>
        </p:txBody>
      </p:sp>
      <p:sp>
        <p:nvSpPr>
          <p:cNvPr id="23" name="TextBox 22"/>
          <p:cNvSpPr txBox="1"/>
          <p:nvPr/>
        </p:nvSpPr>
        <p:spPr>
          <a:xfrm>
            <a:off x="2987346" y="5703309"/>
            <a:ext cx="2577813" cy="583565"/>
          </a:xfrm>
          <a:prstGeom prst="rect">
            <a:avLst/>
          </a:prstGeom>
          <a:solidFill>
            <a:schemeClr val="accent3">
              <a:lumMod val="40000"/>
              <a:lumOff val="60000"/>
            </a:schemeClr>
          </a:solidFill>
        </p:spPr>
        <p:txBody>
          <a:bodyPr wrap="square" rtlCol="0">
            <a:spAutoFit/>
          </a:bodyPr>
          <a:lstStyle/>
          <a:p>
            <a:r>
              <a:rPr lang="ja-JP" altLang="en-US" sz="3200">
                <a:latin typeface="UD Digi Kyokasho N-B" panose="02020700000000000000" pitchFamily="17" charset="-128"/>
                <a:ea typeface="UD Digi Kyokasho N-B" panose="02020700000000000000" pitchFamily="17" charset="-128"/>
              </a:rPr>
              <a:t>個性</a:t>
            </a:r>
            <a:endParaRPr lang="ja-JP" altLang="en-US" sz="3200" dirty="0">
              <a:latin typeface="UD Digi Kyokasho N-B" panose="02020700000000000000" pitchFamily="17" charset="-128"/>
              <a:ea typeface="UD Digi Kyokasho N-B" panose="02020700000000000000" pitchFamily="17" charset="-128"/>
            </a:endParaRPr>
          </a:p>
        </p:txBody>
      </p:sp>
      <p:sp>
        <p:nvSpPr>
          <p:cNvPr id="24" name="TextBox 23"/>
          <p:cNvSpPr txBox="1"/>
          <p:nvPr/>
        </p:nvSpPr>
        <p:spPr>
          <a:xfrm>
            <a:off x="2987346" y="5018264"/>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chemeClr val="tx1"/>
                </a:solidFill>
                <a:latin typeface="UD Digi Kyokasho N-B" panose="02020700000000000000" pitchFamily="17" charset="-128"/>
                <a:ea typeface="UD Digi Kyokasho N-B" panose="02020700000000000000" pitchFamily="17" charset="-128"/>
              </a:rPr>
              <a:t>生きる</a:t>
            </a:r>
          </a:p>
        </p:txBody>
      </p:sp>
      <p:sp>
        <p:nvSpPr>
          <p:cNvPr id="25" name="TextBox 24"/>
          <p:cNvSpPr txBox="1"/>
          <p:nvPr/>
        </p:nvSpPr>
        <p:spPr>
          <a:xfrm>
            <a:off x="2987028" y="4334429"/>
            <a:ext cx="2577813" cy="583565"/>
          </a:xfrm>
          <a:prstGeom prst="rect">
            <a:avLst/>
          </a:prstGeom>
          <a:solidFill>
            <a:schemeClr val="accent3">
              <a:lumMod val="40000"/>
              <a:lumOff val="60000"/>
            </a:schemeClr>
          </a:solidFill>
        </p:spPr>
        <p:txBody>
          <a:bodyPr wrap="square" rtlCol="0">
            <a:spAutoFit/>
          </a:bodyPr>
          <a:lstStyle/>
          <a:p>
            <a:r>
              <a:rPr lang="ja-JP" altLang="en-US" sz="3200" dirty="0">
                <a:solidFill>
                  <a:schemeClr val="tx1"/>
                </a:solidFill>
                <a:latin typeface="UD Digi Kyokasho N-B" panose="02020700000000000000" pitchFamily="17" charset="-128"/>
                <a:ea typeface="UD Digi Kyokasho N-B" panose="02020700000000000000" pitchFamily="17" charset="-128"/>
              </a:rPr>
              <a:t>ほっぺた</a:t>
            </a:r>
          </a:p>
        </p:txBody>
      </p:sp>
      <p:sp>
        <p:nvSpPr>
          <p:cNvPr id="26" name="TextBox 25"/>
          <p:cNvSpPr txBox="1"/>
          <p:nvPr/>
        </p:nvSpPr>
        <p:spPr>
          <a:xfrm>
            <a:off x="2987346" y="2354248"/>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焦げる</a:t>
            </a:r>
          </a:p>
        </p:txBody>
      </p:sp>
      <p:sp>
        <p:nvSpPr>
          <p:cNvPr id="29" name="TextBox 28"/>
          <p:cNvSpPr txBox="1"/>
          <p:nvPr/>
        </p:nvSpPr>
        <p:spPr>
          <a:xfrm>
            <a:off x="2987346" y="3648174"/>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もう少しで</a:t>
            </a:r>
          </a:p>
        </p:txBody>
      </p:sp>
      <p:sp>
        <p:nvSpPr>
          <p:cNvPr id="38" name="TextBox 37"/>
          <p:cNvSpPr txBox="1"/>
          <p:nvPr/>
        </p:nvSpPr>
        <p:spPr>
          <a:xfrm>
            <a:off x="5927000" y="1016940"/>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認める</a:t>
            </a:r>
            <a:endParaRPr lang="en-US" sz="3200" dirty="0">
              <a:latin typeface="UD Digi Kyokasho N-B" panose="02020700000000000000" pitchFamily="17" charset="-128"/>
              <a:ea typeface="UD Digi Kyokasho N-B" panose="02020700000000000000" pitchFamily="17" charset="-128"/>
            </a:endParaRPr>
          </a:p>
        </p:txBody>
      </p:sp>
      <p:sp>
        <p:nvSpPr>
          <p:cNvPr id="39" name="TextBox 38"/>
          <p:cNvSpPr txBox="1"/>
          <p:nvPr/>
        </p:nvSpPr>
        <p:spPr>
          <a:xfrm>
            <a:off x="5927000" y="5703309"/>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消費する</a:t>
            </a:r>
            <a:endParaRPr lang="en-US" sz="3200" dirty="0">
              <a:latin typeface="UD Digi Kyokasho N-B" panose="02020700000000000000" pitchFamily="17" charset="-128"/>
              <a:ea typeface="UD Digi Kyokasho N-B" panose="02020700000000000000" pitchFamily="17" charset="-128"/>
            </a:endParaRPr>
          </a:p>
        </p:txBody>
      </p:sp>
      <p:sp>
        <p:nvSpPr>
          <p:cNvPr id="40" name="TextBox 39"/>
          <p:cNvSpPr txBox="1"/>
          <p:nvPr/>
        </p:nvSpPr>
        <p:spPr>
          <a:xfrm>
            <a:off x="5926999" y="5018263"/>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許可</a:t>
            </a:r>
            <a:endParaRPr lang="en-US" sz="3200" dirty="0">
              <a:latin typeface="UD Digi Kyokasho N-B" panose="02020700000000000000" pitchFamily="17" charset="-128"/>
              <a:ea typeface="UD Digi Kyokasho N-B" panose="02020700000000000000" pitchFamily="17" charset="-128"/>
            </a:endParaRPr>
          </a:p>
        </p:txBody>
      </p:sp>
      <p:sp>
        <p:nvSpPr>
          <p:cNvPr id="41" name="TextBox 40"/>
          <p:cNvSpPr txBox="1"/>
          <p:nvPr/>
        </p:nvSpPr>
        <p:spPr>
          <a:xfrm>
            <a:off x="5927000" y="4333219"/>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許す</a:t>
            </a:r>
            <a:endParaRPr lang="en-US" sz="3200" dirty="0">
              <a:latin typeface="UD Digi Kyokasho N-B" panose="02020700000000000000" pitchFamily="17" charset="-128"/>
              <a:ea typeface="UD Digi Kyokasho N-B" panose="02020700000000000000" pitchFamily="17" charset="-128"/>
            </a:endParaRPr>
          </a:p>
        </p:txBody>
      </p:sp>
      <p:sp>
        <p:nvSpPr>
          <p:cNvPr id="42" name="TextBox 41"/>
          <p:cNvSpPr txBox="1"/>
          <p:nvPr/>
        </p:nvSpPr>
        <p:spPr>
          <a:xfrm>
            <a:off x="5927000" y="1677160"/>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込める</a:t>
            </a:r>
            <a:endParaRPr lang="en-US" sz="3200" dirty="0">
              <a:latin typeface="UD Digi Kyokasho N-B" panose="02020700000000000000" pitchFamily="17" charset="-128"/>
              <a:ea typeface="UD Digi Kyokasho N-B" panose="02020700000000000000" pitchFamily="17" charset="-128"/>
            </a:endParaRPr>
          </a:p>
        </p:txBody>
      </p:sp>
      <p:sp>
        <p:nvSpPr>
          <p:cNvPr id="43" name="TextBox 42"/>
          <p:cNvSpPr txBox="1"/>
          <p:nvPr/>
        </p:nvSpPr>
        <p:spPr>
          <a:xfrm>
            <a:off x="5927000" y="2312790"/>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込む</a:t>
            </a:r>
            <a:endParaRPr lang="en-US" sz="3200" dirty="0">
              <a:latin typeface="UD Digi Kyokasho N-B" panose="02020700000000000000" pitchFamily="17" charset="-128"/>
              <a:ea typeface="UD Digi Kyokasho N-B" panose="02020700000000000000" pitchFamily="17" charset="-128"/>
            </a:endParaRPr>
          </a:p>
        </p:txBody>
      </p:sp>
      <p:sp>
        <p:nvSpPr>
          <p:cNvPr id="44" name="TextBox 43"/>
          <p:cNvSpPr txBox="1"/>
          <p:nvPr/>
        </p:nvSpPr>
        <p:spPr>
          <a:xfrm>
            <a:off x="5926998" y="2980482"/>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振り込む</a:t>
            </a:r>
            <a:endParaRPr lang="en-US" sz="3200" dirty="0">
              <a:latin typeface="UD Digi Kyokasho N-B" panose="02020700000000000000" pitchFamily="17" charset="-128"/>
              <a:ea typeface="UD Digi Kyokasho N-B" panose="02020700000000000000" pitchFamily="17" charset="-128"/>
            </a:endParaRPr>
          </a:p>
        </p:txBody>
      </p:sp>
      <p:sp>
        <p:nvSpPr>
          <p:cNvPr id="45" name="TextBox 44"/>
          <p:cNvSpPr txBox="1"/>
          <p:nvPr/>
        </p:nvSpPr>
        <p:spPr>
          <a:xfrm>
            <a:off x="5927000" y="3648174"/>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飛び込む</a:t>
            </a:r>
            <a:endParaRPr lang="en-US" sz="3200" dirty="0">
              <a:latin typeface="UD Digi Kyokasho N-B" panose="02020700000000000000" pitchFamily="17" charset="-128"/>
              <a:ea typeface="UD Digi Kyokasho N-B" panose="02020700000000000000" pitchFamily="17" charset="-128"/>
            </a:endParaRPr>
          </a:p>
        </p:txBody>
      </p:sp>
      <p:sp>
        <p:nvSpPr>
          <p:cNvPr id="30" name="TextBox 29"/>
          <p:cNvSpPr txBox="1"/>
          <p:nvPr/>
        </p:nvSpPr>
        <p:spPr>
          <a:xfrm>
            <a:off x="8983596" y="961328"/>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消費者</a:t>
            </a:r>
            <a:endParaRPr lang="en-US" sz="3200" dirty="0">
              <a:latin typeface="UD Digi Kyokasho N-B" panose="02020700000000000000" pitchFamily="17" charset="-128"/>
              <a:ea typeface="UD Digi Kyokasho N-B" panose="02020700000000000000" pitchFamily="17" charset="-128"/>
            </a:endParaRPr>
          </a:p>
        </p:txBody>
      </p:sp>
      <p:sp>
        <p:nvSpPr>
          <p:cNvPr id="31" name="TextBox 30"/>
          <p:cNvSpPr txBox="1"/>
          <p:nvPr/>
        </p:nvSpPr>
        <p:spPr>
          <a:xfrm>
            <a:off x="8983596" y="5647697"/>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柿</a:t>
            </a:r>
            <a:endParaRPr lang="en-US" sz="3200" dirty="0">
              <a:latin typeface="UD Digi Kyokasho N-B" panose="02020700000000000000" pitchFamily="17" charset="-128"/>
              <a:ea typeface="UD Digi Kyokasho N-B" panose="02020700000000000000" pitchFamily="17" charset="-128"/>
            </a:endParaRPr>
          </a:p>
        </p:txBody>
      </p:sp>
      <p:sp>
        <p:nvSpPr>
          <p:cNvPr id="32" name="TextBox 31"/>
          <p:cNvSpPr txBox="1"/>
          <p:nvPr/>
        </p:nvSpPr>
        <p:spPr>
          <a:xfrm>
            <a:off x="8983596" y="4962652"/>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ちっとも</a:t>
            </a:r>
            <a:endParaRPr lang="en-US" sz="3200" dirty="0">
              <a:latin typeface="UD Digi Kyokasho N-B" panose="02020700000000000000" pitchFamily="17" charset="-128"/>
              <a:ea typeface="UD Digi Kyokasho N-B" panose="02020700000000000000" pitchFamily="17" charset="-128"/>
            </a:endParaRPr>
          </a:p>
        </p:txBody>
      </p:sp>
      <p:sp>
        <p:nvSpPr>
          <p:cNvPr id="33" name="TextBox 32"/>
          <p:cNvSpPr txBox="1"/>
          <p:nvPr/>
        </p:nvSpPr>
        <p:spPr>
          <a:xfrm>
            <a:off x="8983596" y="4277607"/>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印象</a:t>
            </a:r>
            <a:endParaRPr lang="en-US" sz="3200" dirty="0">
              <a:latin typeface="UD Digi Kyokasho N-B" panose="02020700000000000000" pitchFamily="17" charset="-128"/>
              <a:ea typeface="UD Digi Kyokasho N-B" panose="02020700000000000000" pitchFamily="17" charset="-128"/>
            </a:endParaRPr>
          </a:p>
        </p:txBody>
      </p:sp>
      <p:sp>
        <p:nvSpPr>
          <p:cNvPr id="34" name="TextBox 33"/>
          <p:cNvSpPr txBox="1"/>
          <p:nvPr/>
        </p:nvSpPr>
        <p:spPr>
          <a:xfrm>
            <a:off x="8983596" y="1601715"/>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開発する</a:t>
            </a:r>
            <a:endParaRPr lang="en-US" sz="3200" dirty="0">
              <a:latin typeface="UD Digi Kyokasho N-B" panose="02020700000000000000" pitchFamily="17" charset="-128"/>
              <a:ea typeface="UD Digi Kyokasho N-B" panose="02020700000000000000" pitchFamily="17" charset="-128"/>
            </a:endParaRPr>
          </a:p>
        </p:txBody>
      </p:sp>
      <p:sp>
        <p:nvSpPr>
          <p:cNvPr id="35" name="TextBox 34"/>
          <p:cNvSpPr txBox="1"/>
          <p:nvPr/>
        </p:nvSpPr>
        <p:spPr>
          <a:xfrm>
            <a:off x="8983596" y="2257178"/>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実話</a:t>
            </a:r>
            <a:endParaRPr lang="en-US" sz="3200" dirty="0">
              <a:latin typeface="UD Digi Kyokasho N-B" panose="02020700000000000000" pitchFamily="17" charset="-128"/>
              <a:ea typeface="UD Digi Kyokasho N-B" panose="02020700000000000000" pitchFamily="17" charset="-128"/>
            </a:endParaRPr>
          </a:p>
        </p:txBody>
      </p:sp>
      <p:sp>
        <p:nvSpPr>
          <p:cNvPr id="36" name="TextBox 35"/>
          <p:cNvSpPr txBox="1"/>
          <p:nvPr/>
        </p:nvSpPr>
        <p:spPr>
          <a:xfrm>
            <a:off x="8983596" y="2924870"/>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感想</a:t>
            </a:r>
            <a:endParaRPr lang="en-US" sz="3200" dirty="0">
              <a:latin typeface="UD Digi Kyokasho N-B" panose="02020700000000000000" pitchFamily="17" charset="-128"/>
              <a:ea typeface="UD Digi Kyokasho N-B" panose="02020700000000000000" pitchFamily="17" charset="-128"/>
            </a:endParaRPr>
          </a:p>
        </p:txBody>
      </p:sp>
      <p:sp>
        <p:nvSpPr>
          <p:cNvPr id="37" name="TextBox 36"/>
          <p:cNvSpPr txBox="1"/>
          <p:nvPr/>
        </p:nvSpPr>
        <p:spPr>
          <a:xfrm>
            <a:off x="8983596" y="3592562"/>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述べる</a:t>
            </a:r>
            <a:endParaRPr lang="en-US" sz="3200" dirty="0">
              <a:latin typeface="UD Digi Kyokasho N-B" panose="02020700000000000000" pitchFamily="17" charset="-128"/>
              <a:ea typeface="UD Digi Kyokasho N-B" panose="02020700000000000000" pitchFamily="17" charset="-128"/>
            </a:endParaRPr>
          </a:p>
        </p:txBody>
      </p:sp>
      <p:sp>
        <p:nvSpPr>
          <p:cNvPr id="46" name="TextBox 45"/>
          <p:cNvSpPr txBox="1"/>
          <p:nvPr/>
        </p:nvSpPr>
        <p:spPr>
          <a:xfrm>
            <a:off x="339005" y="2327499"/>
            <a:ext cx="2285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ためらう</a:t>
            </a:r>
            <a:endParaRPr lang="en-US" altLang="ja-JP" sz="3200" dirty="0">
              <a:latin typeface="UD Digi Kyokasho N-B" panose="02020700000000000000" pitchFamily="17" charset="-128"/>
              <a:ea typeface="UD Digi Kyokasho N-B" panose="02020700000000000000" pitchFamily="17" charset="-128"/>
            </a:endParaRPr>
          </a:p>
        </p:txBody>
      </p:sp>
      <p:sp>
        <p:nvSpPr>
          <p:cNvPr id="4" name="TextBox 3"/>
          <p:cNvSpPr txBox="1"/>
          <p:nvPr/>
        </p:nvSpPr>
        <p:spPr>
          <a:xfrm>
            <a:off x="339003" y="223736"/>
            <a:ext cx="10410061" cy="584775"/>
          </a:xfrm>
          <a:prstGeom prst="rect">
            <a:avLst/>
          </a:prstGeom>
          <a:solidFill>
            <a:schemeClr val="accent1"/>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外国語を使った時の楽しさや難しさを伝える言葉</a:t>
            </a:r>
            <a:endParaRPr lang="en-US" sz="3200" dirty="0">
              <a:latin typeface="UD Digi Kyokasho N-B" panose="02020700000000000000" pitchFamily="17" charset="-128"/>
              <a:ea typeface="UD Digi Kyokasho N-B" panose="02020700000000000000" pitchFamily="17" charset="-128"/>
            </a:endParaRPr>
          </a:p>
        </p:txBody>
      </p:sp>
      <p:sp>
        <p:nvSpPr>
          <p:cNvPr id="47" name="TextBox 46"/>
          <p:cNvSpPr txBox="1"/>
          <p:nvPr/>
        </p:nvSpPr>
        <p:spPr>
          <a:xfrm>
            <a:off x="2966220" y="3007787"/>
            <a:ext cx="2577813" cy="584775"/>
          </a:xfrm>
          <a:prstGeom prst="rect">
            <a:avLst/>
          </a:prstGeom>
          <a:solidFill>
            <a:schemeClr val="accent3">
              <a:lumMod val="40000"/>
              <a:lumOff val="60000"/>
            </a:schemeClr>
          </a:solidFill>
        </p:spPr>
        <p:txBody>
          <a:bodyPr wrap="square" rtlCol="0">
            <a:spAutoFit/>
          </a:bodyPr>
          <a:lstStyle/>
          <a:p>
            <a:endParaRPr lang="ja-JP" altLang="en-US" sz="3200" dirty="0">
              <a:latin typeface="UD Digi Kyokasho N-B" panose="02020700000000000000" pitchFamily="17" charset="-128"/>
              <a:ea typeface="UD Digi Kyokasho N-B" panose="02020700000000000000" pitchFamily="17" charset="-128"/>
            </a:endParaRPr>
          </a:p>
        </p:txBody>
      </p:sp>
    </p:spTree>
    <p:extLst>
      <p:ext uri="{BB962C8B-B14F-4D97-AF65-F5344CB8AC3E}">
        <p14:creationId xmlns:p14="http://schemas.microsoft.com/office/powerpoint/2010/main" val="835456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1000"/>
                                        <p:tgtEl>
                                          <p:spTgt spid="46"/>
                                        </p:tgtEl>
                                      </p:cBhvr>
                                    </p:animEffect>
                                    <p:anim calcmode="lin" valueType="num">
                                      <p:cBhvr>
                                        <p:cTn id="29" dur="1000" fill="hold"/>
                                        <p:tgtEl>
                                          <p:spTgt spid="46"/>
                                        </p:tgtEl>
                                        <p:attrNameLst>
                                          <p:attrName>ppt_x</p:attrName>
                                        </p:attrNameLst>
                                      </p:cBhvr>
                                      <p:tavLst>
                                        <p:tav tm="0">
                                          <p:val>
                                            <p:strVal val="#ppt_x"/>
                                          </p:val>
                                        </p:tav>
                                        <p:tav tm="100000">
                                          <p:val>
                                            <p:strVal val="#ppt_x"/>
                                          </p:val>
                                        </p:tav>
                                      </p:tavLst>
                                    </p:anim>
                                    <p:anim calcmode="lin" valueType="num">
                                      <p:cBhvr>
                                        <p:cTn id="3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1000"/>
                                        <p:tgtEl>
                                          <p:spTgt spid="7"/>
                                        </p:tgtEl>
                                      </p:cBhvr>
                                    </p:animEffect>
                                    <p:anim calcmode="lin" valueType="num">
                                      <p:cBhvr>
                                        <p:cTn id="64" dur="1000" fill="hold"/>
                                        <p:tgtEl>
                                          <p:spTgt spid="7"/>
                                        </p:tgtEl>
                                        <p:attrNameLst>
                                          <p:attrName>ppt_x</p:attrName>
                                        </p:attrNameLst>
                                      </p:cBhvr>
                                      <p:tavLst>
                                        <p:tav tm="0">
                                          <p:val>
                                            <p:strVal val="#ppt_x"/>
                                          </p:val>
                                        </p:tav>
                                        <p:tav tm="100000">
                                          <p:val>
                                            <p:strVal val="#ppt_x"/>
                                          </p:val>
                                        </p:tav>
                                      </p:tavLst>
                                    </p:anim>
                                    <p:anim calcmode="lin" valueType="num">
                                      <p:cBhvr>
                                        <p:cTn id="6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1000"/>
                                        <p:tgtEl>
                                          <p:spTgt spid="6"/>
                                        </p:tgtEl>
                                      </p:cBhvr>
                                    </p:animEffect>
                                    <p:anim calcmode="lin" valueType="num">
                                      <p:cBhvr>
                                        <p:cTn id="71" dur="1000" fill="hold"/>
                                        <p:tgtEl>
                                          <p:spTgt spid="6"/>
                                        </p:tgtEl>
                                        <p:attrNameLst>
                                          <p:attrName>ppt_x</p:attrName>
                                        </p:attrNameLst>
                                      </p:cBhvr>
                                      <p:tavLst>
                                        <p:tav tm="0">
                                          <p:val>
                                            <p:strVal val="#ppt_x"/>
                                          </p:val>
                                        </p:tav>
                                        <p:tav tm="100000">
                                          <p:val>
                                            <p:strVal val="#ppt_x"/>
                                          </p:val>
                                        </p:tav>
                                      </p:tavLst>
                                    </p:anim>
                                    <p:anim calcmode="lin" valueType="num">
                                      <p:cBhvr>
                                        <p:cTn id="7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1000"/>
                                        <p:tgtEl>
                                          <p:spTgt spid="22"/>
                                        </p:tgtEl>
                                      </p:cBhvr>
                                    </p:animEffect>
                                    <p:anim calcmode="lin" valueType="num">
                                      <p:cBhvr>
                                        <p:cTn id="78" dur="1000" fill="hold"/>
                                        <p:tgtEl>
                                          <p:spTgt spid="22"/>
                                        </p:tgtEl>
                                        <p:attrNameLst>
                                          <p:attrName>ppt_x</p:attrName>
                                        </p:attrNameLst>
                                      </p:cBhvr>
                                      <p:tavLst>
                                        <p:tav tm="0">
                                          <p:val>
                                            <p:strVal val="#ppt_x"/>
                                          </p:val>
                                        </p:tav>
                                        <p:tav tm="100000">
                                          <p:val>
                                            <p:strVal val="#ppt_x"/>
                                          </p:val>
                                        </p:tav>
                                      </p:tavLst>
                                    </p:anim>
                                    <p:anim calcmode="lin" valueType="num">
                                      <p:cBhvr>
                                        <p:cTn id="7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1000"/>
                                        <p:tgtEl>
                                          <p:spTgt spid="26"/>
                                        </p:tgtEl>
                                      </p:cBhvr>
                                    </p:animEffect>
                                    <p:anim calcmode="lin" valueType="num">
                                      <p:cBhvr>
                                        <p:cTn id="85" dur="1000" fill="hold"/>
                                        <p:tgtEl>
                                          <p:spTgt spid="26"/>
                                        </p:tgtEl>
                                        <p:attrNameLst>
                                          <p:attrName>ppt_x</p:attrName>
                                        </p:attrNameLst>
                                      </p:cBhvr>
                                      <p:tavLst>
                                        <p:tav tm="0">
                                          <p:val>
                                            <p:strVal val="#ppt_x"/>
                                          </p:val>
                                        </p:tav>
                                        <p:tav tm="100000">
                                          <p:val>
                                            <p:strVal val="#ppt_x"/>
                                          </p:val>
                                        </p:tav>
                                      </p:tavLst>
                                    </p:anim>
                                    <p:anim calcmode="lin" valueType="num">
                                      <p:cBhvr>
                                        <p:cTn id="8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1000"/>
                                        <p:tgtEl>
                                          <p:spTgt spid="29"/>
                                        </p:tgtEl>
                                      </p:cBhvr>
                                    </p:animEffect>
                                    <p:anim calcmode="lin" valueType="num">
                                      <p:cBhvr>
                                        <p:cTn id="92" dur="1000" fill="hold"/>
                                        <p:tgtEl>
                                          <p:spTgt spid="29"/>
                                        </p:tgtEl>
                                        <p:attrNameLst>
                                          <p:attrName>ppt_x</p:attrName>
                                        </p:attrNameLst>
                                      </p:cBhvr>
                                      <p:tavLst>
                                        <p:tav tm="0">
                                          <p:val>
                                            <p:strVal val="#ppt_x"/>
                                          </p:val>
                                        </p:tav>
                                        <p:tav tm="100000">
                                          <p:val>
                                            <p:strVal val="#ppt_x"/>
                                          </p:val>
                                        </p:tav>
                                      </p:tavLst>
                                    </p:anim>
                                    <p:anim calcmode="lin" valueType="num">
                                      <p:cBhvr>
                                        <p:cTn id="93"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1000"/>
                                        <p:tgtEl>
                                          <p:spTgt spid="25"/>
                                        </p:tgtEl>
                                      </p:cBhvr>
                                    </p:animEffect>
                                    <p:anim calcmode="lin" valueType="num">
                                      <p:cBhvr>
                                        <p:cTn id="99" dur="1000" fill="hold"/>
                                        <p:tgtEl>
                                          <p:spTgt spid="25"/>
                                        </p:tgtEl>
                                        <p:attrNameLst>
                                          <p:attrName>ppt_x</p:attrName>
                                        </p:attrNameLst>
                                      </p:cBhvr>
                                      <p:tavLst>
                                        <p:tav tm="0">
                                          <p:val>
                                            <p:strVal val="#ppt_x"/>
                                          </p:val>
                                        </p:tav>
                                        <p:tav tm="100000">
                                          <p:val>
                                            <p:strVal val="#ppt_x"/>
                                          </p:val>
                                        </p:tav>
                                      </p:tavLst>
                                    </p:anim>
                                    <p:anim calcmode="lin" valueType="num">
                                      <p:cBhvr>
                                        <p:cTn id="10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1000"/>
                                        <p:tgtEl>
                                          <p:spTgt spid="24"/>
                                        </p:tgtEl>
                                      </p:cBhvr>
                                    </p:animEffect>
                                    <p:anim calcmode="lin" valueType="num">
                                      <p:cBhvr>
                                        <p:cTn id="106" dur="1000" fill="hold"/>
                                        <p:tgtEl>
                                          <p:spTgt spid="24"/>
                                        </p:tgtEl>
                                        <p:attrNameLst>
                                          <p:attrName>ppt_x</p:attrName>
                                        </p:attrNameLst>
                                      </p:cBhvr>
                                      <p:tavLst>
                                        <p:tav tm="0">
                                          <p:val>
                                            <p:strVal val="#ppt_x"/>
                                          </p:val>
                                        </p:tav>
                                        <p:tav tm="100000">
                                          <p:val>
                                            <p:strVal val="#ppt_x"/>
                                          </p:val>
                                        </p:tav>
                                      </p:tavLst>
                                    </p:anim>
                                    <p:anim calcmode="lin" valueType="num">
                                      <p:cBhvr>
                                        <p:cTn id="10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1000"/>
                                        <p:tgtEl>
                                          <p:spTgt spid="23"/>
                                        </p:tgtEl>
                                      </p:cBhvr>
                                    </p:animEffect>
                                    <p:anim calcmode="lin" valueType="num">
                                      <p:cBhvr>
                                        <p:cTn id="113" dur="1000" fill="hold"/>
                                        <p:tgtEl>
                                          <p:spTgt spid="23"/>
                                        </p:tgtEl>
                                        <p:attrNameLst>
                                          <p:attrName>ppt_x</p:attrName>
                                        </p:attrNameLst>
                                      </p:cBhvr>
                                      <p:tavLst>
                                        <p:tav tm="0">
                                          <p:val>
                                            <p:strVal val="#ppt_x"/>
                                          </p:val>
                                        </p:tav>
                                        <p:tav tm="100000">
                                          <p:val>
                                            <p:strVal val="#ppt_x"/>
                                          </p:val>
                                        </p:tav>
                                      </p:tavLst>
                                    </p:anim>
                                    <p:anim calcmode="lin" valueType="num">
                                      <p:cBhvr>
                                        <p:cTn id="1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1000"/>
                                        <p:tgtEl>
                                          <p:spTgt spid="38"/>
                                        </p:tgtEl>
                                      </p:cBhvr>
                                    </p:animEffect>
                                    <p:anim calcmode="lin" valueType="num">
                                      <p:cBhvr>
                                        <p:cTn id="120" dur="1000" fill="hold"/>
                                        <p:tgtEl>
                                          <p:spTgt spid="38"/>
                                        </p:tgtEl>
                                        <p:attrNameLst>
                                          <p:attrName>ppt_x</p:attrName>
                                        </p:attrNameLst>
                                      </p:cBhvr>
                                      <p:tavLst>
                                        <p:tav tm="0">
                                          <p:val>
                                            <p:strVal val="#ppt_x"/>
                                          </p:val>
                                        </p:tav>
                                        <p:tav tm="100000">
                                          <p:val>
                                            <p:strVal val="#ppt_x"/>
                                          </p:val>
                                        </p:tav>
                                      </p:tavLst>
                                    </p:anim>
                                    <p:anim calcmode="lin" valueType="num">
                                      <p:cBhvr>
                                        <p:cTn id="121"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1000"/>
                                        <p:tgtEl>
                                          <p:spTgt spid="42"/>
                                        </p:tgtEl>
                                      </p:cBhvr>
                                    </p:animEffect>
                                    <p:anim calcmode="lin" valueType="num">
                                      <p:cBhvr>
                                        <p:cTn id="127" dur="1000" fill="hold"/>
                                        <p:tgtEl>
                                          <p:spTgt spid="42"/>
                                        </p:tgtEl>
                                        <p:attrNameLst>
                                          <p:attrName>ppt_x</p:attrName>
                                        </p:attrNameLst>
                                      </p:cBhvr>
                                      <p:tavLst>
                                        <p:tav tm="0">
                                          <p:val>
                                            <p:strVal val="#ppt_x"/>
                                          </p:val>
                                        </p:tav>
                                        <p:tav tm="100000">
                                          <p:val>
                                            <p:strVal val="#ppt_x"/>
                                          </p:val>
                                        </p:tav>
                                      </p:tavLst>
                                    </p:anim>
                                    <p:anim calcmode="lin" valueType="num">
                                      <p:cBhvr>
                                        <p:cTn id="128"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1000"/>
                                        <p:tgtEl>
                                          <p:spTgt spid="43"/>
                                        </p:tgtEl>
                                      </p:cBhvr>
                                    </p:animEffect>
                                    <p:anim calcmode="lin" valueType="num">
                                      <p:cBhvr>
                                        <p:cTn id="134" dur="1000" fill="hold"/>
                                        <p:tgtEl>
                                          <p:spTgt spid="43"/>
                                        </p:tgtEl>
                                        <p:attrNameLst>
                                          <p:attrName>ppt_x</p:attrName>
                                        </p:attrNameLst>
                                      </p:cBhvr>
                                      <p:tavLst>
                                        <p:tav tm="0">
                                          <p:val>
                                            <p:strVal val="#ppt_x"/>
                                          </p:val>
                                        </p:tav>
                                        <p:tav tm="100000">
                                          <p:val>
                                            <p:strVal val="#ppt_x"/>
                                          </p:val>
                                        </p:tav>
                                      </p:tavLst>
                                    </p:anim>
                                    <p:anim calcmode="lin" valueType="num">
                                      <p:cBhvr>
                                        <p:cTn id="135"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44"/>
                                        </p:tgtEl>
                                        <p:attrNameLst>
                                          <p:attrName>style.visibility</p:attrName>
                                        </p:attrNameLst>
                                      </p:cBhvr>
                                      <p:to>
                                        <p:strVal val="visible"/>
                                      </p:to>
                                    </p:set>
                                    <p:animEffect transition="in" filter="fade">
                                      <p:cBhvr>
                                        <p:cTn id="140" dur="1000"/>
                                        <p:tgtEl>
                                          <p:spTgt spid="44"/>
                                        </p:tgtEl>
                                      </p:cBhvr>
                                    </p:animEffect>
                                    <p:anim calcmode="lin" valueType="num">
                                      <p:cBhvr>
                                        <p:cTn id="141" dur="1000" fill="hold"/>
                                        <p:tgtEl>
                                          <p:spTgt spid="44"/>
                                        </p:tgtEl>
                                        <p:attrNameLst>
                                          <p:attrName>ppt_x</p:attrName>
                                        </p:attrNameLst>
                                      </p:cBhvr>
                                      <p:tavLst>
                                        <p:tav tm="0">
                                          <p:val>
                                            <p:strVal val="#ppt_x"/>
                                          </p:val>
                                        </p:tav>
                                        <p:tav tm="100000">
                                          <p:val>
                                            <p:strVal val="#ppt_x"/>
                                          </p:val>
                                        </p:tav>
                                      </p:tavLst>
                                    </p:anim>
                                    <p:anim calcmode="lin" valueType="num">
                                      <p:cBhvr>
                                        <p:cTn id="142"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grpId="0" nodeType="clickEffect">
                                  <p:stCondLst>
                                    <p:cond delay="0"/>
                                  </p:stCondLst>
                                  <p:childTnLst>
                                    <p:set>
                                      <p:cBhvr>
                                        <p:cTn id="146" dur="1" fill="hold">
                                          <p:stCondLst>
                                            <p:cond delay="0"/>
                                          </p:stCondLst>
                                        </p:cTn>
                                        <p:tgtEl>
                                          <p:spTgt spid="45"/>
                                        </p:tgtEl>
                                        <p:attrNameLst>
                                          <p:attrName>style.visibility</p:attrName>
                                        </p:attrNameLst>
                                      </p:cBhvr>
                                      <p:to>
                                        <p:strVal val="visible"/>
                                      </p:to>
                                    </p:set>
                                    <p:animEffect transition="in" filter="fade">
                                      <p:cBhvr>
                                        <p:cTn id="147" dur="1000"/>
                                        <p:tgtEl>
                                          <p:spTgt spid="45"/>
                                        </p:tgtEl>
                                      </p:cBhvr>
                                    </p:animEffect>
                                    <p:anim calcmode="lin" valueType="num">
                                      <p:cBhvr>
                                        <p:cTn id="148" dur="1000" fill="hold"/>
                                        <p:tgtEl>
                                          <p:spTgt spid="45"/>
                                        </p:tgtEl>
                                        <p:attrNameLst>
                                          <p:attrName>ppt_x</p:attrName>
                                        </p:attrNameLst>
                                      </p:cBhvr>
                                      <p:tavLst>
                                        <p:tav tm="0">
                                          <p:val>
                                            <p:strVal val="#ppt_x"/>
                                          </p:val>
                                        </p:tav>
                                        <p:tav tm="100000">
                                          <p:val>
                                            <p:strVal val="#ppt_x"/>
                                          </p:val>
                                        </p:tav>
                                      </p:tavLst>
                                    </p:anim>
                                    <p:anim calcmode="lin" valueType="num">
                                      <p:cBhvr>
                                        <p:cTn id="149"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41"/>
                                        </p:tgtEl>
                                        <p:attrNameLst>
                                          <p:attrName>style.visibility</p:attrName>
                                        </p:attrNameLst>
                                      </p:cBhvr>
                                      <p:to>
                                        <p:strVal val="visible"/>
                                      </p:to>
                                    </p:set>
                                    <p:animEffect transition="in" filter="fade">
                                      <p:cBhvr>
                                        <p:cTn id="154" dur="1000"/>
                                        <p:tgtEl>
                                          <p:spTgt spid="41"/>
                                        </p:tgtEl>
                                      </p:cBhvr>
                                    </p:animEffect>
                                    <p:anim calcmode="lin" valueType="num">
                                      <p:cBhvr>
                                        <p:cTn id="155" dur="1000" fill="hold"/>
                                        <p:tgtEl>
                                          <p:spTgt spid="41"/>
                                        </p:tgtEl>
                                        <p:attrNameLst>
                                          <p:attrName>ppt_x</p:attrName>
                                        </p:attrNameLst>
                                      </p:cBhvr>
                                      <p:tavLst>
                                        <p:tav tm="0">
                                          <p:val>
                                            <p:strVal val="#ppt_x"/>
                                          </p:val>
                                        </p:tav>
                                        <p:tav tm="100000">
                                          <p:val>
                                            <p:strVal val="#ppt_x"/>
                                          </p:val>
                                        </p:tav>
                                      </p:tavLst>
                                    </p:anim>
                                    <p:anim calcmode="lin" valueType="num">
                                      <p:cBhvr>
                                        <p:cTn id="156"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42" presetClass="entr" presetSubtype="0" fill="hold" grpId="0" nodeType="clickEffect">
                                  <p:stCondLst>
                                    <p:cond delay="0"/>
                                  </p:stCondLst>
                                  <p:childTnLst>
                                    <p:set>
                                      <p:cBhvr>
                                        <p:cTn id="160" dur="1" fill="hold">
                                          <p:stCondLst>
                                            <p:cond delay="0"/>
                                          </p:stCondLst>
                                        </p:cTn>
                                        <p:tgtEl>
                                          <p:spTgt spid="40"/>
                                        </p:tgtEl>
                                        <p:attrNameLst>
                                          <p:attrName>style.visibility</p:attrName>
                                        </p:attrNameLst>
                                      </p:cBhvr>
                                      <p:to>
                                        <p:strVal val="visible"/>
                                      </p:to>
                                    </p:set>
                                    <p:animEffect transition="in" filter="fade">
                                      <p:cBhvr>
                                        <p:cTn id="161" dur="1000"/>
                                        <p:tgtEl>
                                          <p:spTgt spid="40"/>
                                        </p:tgtEl>
                                      </p:cBhvr>
                                    </p:animEffect>
                                    <p:anim calcmode="lin" valueType="num">
                                      <p:cBhvr>
                                        <p:cTn id="162" dur="1000" fill="hold"/>
                                        <p:tgtEl>
                                          <p:spTgt spid="40"/>
                                        </p:tgtEl>
                                        <p:attrNameLst>
                                          <p:attrName>ppt_x</p:attrName>
                                        </p:attrNameLst>
                                      </p:cBhvr>
                                      <p:tavLst>
                                        <p:tav tm="0">
                                          <p:val>
                                            <p:strVal val="#ppt_x"/>
                                          </p:val>
                                        </p:tav>
                                        <p:tav tm="100000">
                                          <p:val>
                                            <p:strVal val="#ppt_x"/>
                                          </p:val>
                                        </p:tav>
                                      </p:tavLst>
                                    </p:anim>
                                    <p:anim calcmode="lin" valueType="num">
                                      <p:cBhvr>
                                        <p:cTn id="16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42" presetClass="entr" presetSubtype="0" fill="hold" grpId="0" nodeType="clickEffect">
                                  <p:stCondLst>
                                    <p:cond delay="0"/>
                                  </p:stCondLst>
                                  <p:childTnLst>
                                    <p:set>
                                      <p:cBhvr>
                                        <p:cTn id="167" dur="1" fill="hold">
                                          <p:stCondLst>
                                            <p:cond delay="0"/>
                                          </p:stCondLst>
                                        </p:cTn>
                                        <p:tgtEl>
                                          <p:spTgt spid="39"/>
                                        </p:tgtEl>
                                        <p:attrNameLst>
                                          <p:attrName>style.visibility</p:attrName>
                                        </p:attrNameLst>
                                      </p:cBhvr>
                                      <p:to>
                                        <p:strVal val="visible"/>
                                      </p:to>
                                    </p:set>
                                    <p:animEffect transition="in" filter="fade">
                                      <p:cBhvr>
                                        <p:cTn id="168" dur="1000"/>
                                        <p:tgtEl>
                                          <p:spTgt spid="39"/>
                                        </p:tgtEl>
                                      </p:cBhvr>
                                    </p:animEffect>
                                    <p:anim calcmode="lin" valueType="num">
                                      <p:cBhvr>
                                        <p:cTn id="169" dur="1000" fill="hold"/>
                                        <p:tgtEl>
                                          <p:spTgt spid="39"/>
                                        </p:tgtEl>
                                        <p:attrNameLst>
                                          <p:attrName>ppt_x</p:attrName>
                                        </p:attrNameLst>
                                      </p:cBhvr>
                                      <p:tavLst>
                                        <p:tav tm="0">
                                          <p:val>
                                            <p:strVal val="#ppt_x"/>
                                          </p:val>
                                        </p:tav>
                                        <p:tav tm="100000">
                                          <p:val>
                                            <p:strVal val="#ppt_x"/>
                                          </p:val>
                                        </p:tav>
                                      </p:tavLst>
                                    </p:anim>
                                    <p:anim calcmode="lin" valueType="num">
                                      <p:cBhvr>
                                        <p:cTn id="170"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42" presetClass="entr" presetSubtype="0" fill="hold" grpId="0" nodeType="clickEffect">
                                  <p:stCondLst>
                                    <p:cond delay="0"/>
                                  </p:stCondLst>
                                  <p:childTnLst>
                                    <p:set>
                                      <p:cBhvr>
                                        <p:cTn id="174" dur="1" fill="hold">
                                          <p:stCondLst>
                                            <p:cond delay="0"/>
                                          </p:stCondLst>
                                        </p:cTn>
                                        <p:tgtEl>
                                          <p:spTgt spid="30"/>
                                        </p:tgtEl>
                                        <p:attrNameLst>
                                          <p:attrName>style.visibility</p:attrName>
                                        </p:attrNameLst>
                                      </p:cBhvr>
                                      <p:to>
                                        <p:strVal val="visible"/>
                                      </p:to>
                                    </p:set>
                                    <p:animEffect transition="in" filter="fade">
                                      <p:cBhvr>
                                        <p:cTn id="175" dur="1000"/>
                                        <p:tgtEl>
                                          <p:spTgt spid="30"/>
                                        </p:tgtEl>
                                      </p:cBhvr>
                                    </p:animEffect>
                                    <p:anim calcmode="lin" valueType="num">
                                      <p:cBhvr>
                                        <p:cTn id="176" dur="1000" fill="hold"/>
                                        <p:tgtEl>
                                          <p:spTgt spid="30"/>
                                        </p:tgtEl>
                                        <p:attrNameLst>
                                          <p:attrName>ppt_x</p:attrName>
                                        </p:attrNameLst>
                                      </p:cBhvr>
                                      <p:tavLst>
                                        <p:tav tm="0">
                                          <p:val>
                                            <p:strVal val="#ppt_x"/>
                                          </p:val>
                                        </p:tav>
                                        <p:tav tm="100000">
                                          <p:val>
                                            <p:strVal val="#ppt_x"/>
                                          </p:val>
                                        </p:tav>
                                      </p:tavLst>
                                    </p:anim>
                                    <p:anim calcmode="lin" valueType="num">
                                      <p:cBhvr>
                                        <p:cTn id="177"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42" presetClass="entr" presetSubtype="0" fill="hold" grpId="0" nodeType="clickEffect">
                                  <p:stCondLst>
                                    <p:cond delay="0"/>
                                  </p:stCondLst>
                                  <p:childTnLst>
                                    <p:set>
                                      <p:cBhvr>
                                        <p:cTn id="181" dur="1" fill="hold">
                                          <p:stCondLst>
                                            <p:cond delay="0"/>
                                          </p:stCondLst>
                                        </p:cTn>
                                        <p:tgtEl>
                                          <p:spTgt spid="34"/>
                                        </p:tgtEl>
                                        <p:attrNameLst>
                                          <p:attrName>style.visibility</p:attrName>
                                        </p:attrNameLst>
                                      </p:cBhvr>
                                      <p:to>
                                        <p:strVal val="visible"/>
                                      </p:to>
                                    </p:set>
                                    <p:animEffect transition="in" filter="fade">
                                      <p:cBhvr>
                                        <p:cTn id="182" dur="1000"/>
                                        <p:tgtEl>
                                          <p:spTgt spid="34"/>
                                        </p:tgtEl>
                                      </p:cBhvr>
                                    </p:animEffect>
                                    <p:anim calcmode="lin" valueType="num">
                                      <p:cBhvr>
                                        <p:cTn id="183" dur="1000" fill="hold"/>
                                        <p:tgtEl>
                                          <p:spTgt spid="34"/>
                                        </p:tgtEl>
                                        <p:attrNameLst>
                                          <p:attrName>ppt_x</p:attrName>
                                        </p:attrNameLst>
                                      </p:cBhvr>
                                      <p:tavLst>
                                        <p:tav tm="0">
                                          <p:val>
                                            <p:strVal val="#ppt_x"/>
                                          </p:val>
                                        </p:tav>
                                        <p:tav tm="100000">
                                          <p:val>
                                            <p:strVal val="#ppt_x"/>
                                          </p:val>
                                        </p:tav>
                                      </p:tavLst>
                                    </p:anim>
                                    <p:anim calcmode="lin" valueType="num">
                                      <p:cBhvr>
                                        <p:cTn id="184"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42" presetClass="entr" presetSubtype="0" fill="hold" grpId="0" nodeType="clickEffect">
                                  <p:stCondLst>
                                    <p:cond delay="0"/>
                                  </p:stCondLst>
                                  <p:childTnLst>
                                    <p:set>
                                      <p:cBhvr>
                                        <p:cTn id="188" dur="1" fill="hold">
                                          <p:stCondLst>
                                            <p:cond delay="0"/>
                                          </p:stCondLst>
                                        </p:cTn>
                                        <p:tgtEl>
                                          <p:spTgt spid="35"/>
                                        </p:tgtEl>
                                        <p:attrNameLst>
                                          <p:attrName>style.visibility</p:attrName>
                                        </p:attrNameLst>
                                      </p:cBhvr>
                                      <p:to>
                                        <p:strVal val="visible"/>
                                      </p:to>
                                    </p:set>
                                    <p:animEffect transition="in" filter="fade">
                                      <p:cBhvr>
                                        <p:cTn id="189" dur="1000"/>
                                        <p:tgtEl>
                                          <p:spTgt spid="35"/>
                                        </p:tgtEl>
                                      </p:cBhvr>
                                    </p:animEffect>
                                    <p:anim calcmode="lin" valueType="num">
                                      <p:cBhvr>
                                        <p:cTn id="190" dur="1000" fill="hold"/>
                                        <p:tgtEl>
                                          <p:spTgt spid="35"/>
                                        </p:tgtEl>
                                        <p:attrNameLst>
                                          <p:attrName>ppt_x</p:attrName>
                                        </p:attrNameLst>
                                      </p:cBhvr>
                                      <p:tavLst>
                                        <p:tav tm="0">
                                          <p:val>
                                            <p:strVal val="#ppt_x"/>
                                          </p:val>
                                        </p:tav>
                                        <p:tav tm="100000">
                                          <p:val>
                                            <p:strVal val="#ppt_x"/>
                                          </p:val>
                                        </p:tav>
                                      </p:tavLst>
                                    </p:anim>
                                    <p:anim calcmode="lin" valueType="num">
                                      <p:cBhvr>
                                        <p:cTn id="191"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92" fill="hold">
                      <p:stCondLst>
                        <p:cond delay="indefinite"/>
                      </p:stCondLst>
                      <p:childTnLst>
                        <p:par>
                          <p:cTn id="193" fill="hold">
                            <p:stCondLst>
                              <p:cond delay="0"/>
                            </p:stCondLst>
                            <p:childTnLst>
                              <p:par>
                                <p:cTn id="194" presetID="42" presetClass="entr" presetSubtype="0" fill="hold" grpId="0" nodeType="clickEffect">
                                  <p:stCondLst>
                                    <p:cond delay="0"/>
                                  </p:stCondLst>
                                  <p:childTnLst>
                                    <p:set>
                                      <p:cBhvr>
                                        <p:cTn id="195" dur="1" fill="hold">
                                          <p:stCondLst>
                                            <p:cond delay="0"/>
                                          </p:stCondLst>
                                        </p:cTn>
                                        <p:tgtEl>
                                          <p:spTgt spid="36"/>
                                        </p:tgtEl>
                                        <p:attrNameLst>
                                          <p:attrName>style.visibility</p:attrName>
                                        </p:attrNameLst>
                                      </p:cBhvr>
                                      <p:to>
                                        <p:strVal val="visible"/>
                                      </p:to>
                                    </p:set>
                                    <p:animEffect transition="in" filter="fade">
                                      <p:cBhvr>
                                        <p:cTn id="196" dur="1000"/>
                                        <p:tgtEl>
                                          <p:spTgt spid="36"/>
                                        </p:tgtEl>
                                      </p:cBhvr>
                                    </p:animEffect>
                                    <p:anim calcmode="lin" valueType="num">
                                      <p:cBhvr>
                                        <p:cTn id="197" dur="1000" fill="hold"/>
                                        <p:tgtEl>
                                          <p:spTgt spid="36"/>
                                        </p:tgtEl>
                                        <p:attrNameLst>
                                          <p:attrName>ppt_x</p:attrName>
                                        </p:attrNameLst>
                                      </p:cBhvr>
                                      <p:tavLst>
                                        <p:tav tm="0">
                                          <p:val>
                                            <p:strVal val="#ppt_x"/>
                                          </p:val>
                                        </p:tav>
                                        <p:tav tm="100000">
                                          <p:val>
                                            <p:strVal val="#ppt_x"/>
                                          </p:val>
                                        </p:tav>
                                      </p:tavLst>
                                    </p:anim>
                                    <p:anim calcmode="lin" valueType="num">
                                      <p:cBhvr>
                                        <p:cTn id="198"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ID="42" presetClass="entr" presetSubtype="0" fill="hold" grpId="0" nodeType="clickEffect">
                                  <p:stCondLst>
                                    <p:cond delay="0"/>
                                  </p:stCondLst>
                                  <p:childTnLst>
                                    <p:set>
                                      <p:cBhvr>
                                        <p:cTn id="202" dur="1" fill="hold">
                                          <p:stCondLst>
                                            <p:cond delay="0"/>
                                          </p:stCondLst>
                                        </p:cTn>
                                        <p:tgtEl>
                                          <p:spTgt spid="37"/>
                                        </p:tgtEl>
                                        <p:attrNameLst>
                                          <p:attrName>style.visibility</p:attrName>
                                        </p:attrNameLst>
                                      </p:cBhvr>
                                      <p:to>
                                        <p:strVal val="visible"/>
                                      </p:to>
                                    </p:set>
                                    <p:animEffect transition="in" filter="fade">
                                      <p:cBhvr>
                                        <p:cTn id="203" dur="1000"/>
                                        <p:tgtEl>
                                          <p:spTgt spid="37"/>
                                        </p:tgtEl>
                                      </p:cBhvr>
                                    </p:animEffect>
                                    <p:anim calcmode="lin" valueType="num">
                                      <p:cBhvr>
                                        <p:cTn id="204" dur="1000" fill="hold"/>
                                        <p:tgtEl>
                                          <p:spTgt spid="37"/>
                                        </p:tgtEl>
                                        <p:attrNameLst>
                                          <p:attrName>ppt_x</p:attrName>
                                        </p:attrNameLst>
                                      </p:cBhvr>
                                      <p:tavLst>
                                        <p:tav tm="0">
                                          <p:val>
                                            <p:strVal val="#ppt_x"/>
                                          </p:val>
                                        </p:tav>
                                        <p:tav tm="100000">
                                          <p:val>
                                            <p:strVal val="#ppt_x"/>
                                          </p:val>
                                        </p:tav>
                                      </p:tavLst>
                                    </p:anim>
                                    <p:anim calcmode="lin" valueType="num">
                                      <p:cBhvr>
                                        <p:cTn id="205"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06" fill="hold">
                      <p:stCondLst>
                        <p:cond delay="indefinite"/>
                      </p:stCondLst>
                      <p:childTnLst>
                        <p:par>
                          <p:cTn id="207" fill="hold">
                            <p:stCondLst>
                              <p:cond delay="0"/>
                            </p:stCondLst>
                            <p:childTnLst>
                              <p:par>
                                <p:cTn id="208" presetID="42" presetClass="entr" presetSubtype="0" fill="hold" grpId="0" nodeType="clickEffect">
                                  <p:stCondLst>
                                    <p:cond delay="0"/>
                                  </p:stCondLst>
                                  <p:childTnLst>
                                    <p:set>
                                      <p:cBhvr>
                                        <p:cTn id="209" dur="1" fill="hold">
                                          <p:stCondLst>
                                            <p:cond delay="0"/>
                                          </p:stCondLst>
                                        </p:cTn>
                                        <p:tgtEl>
                                          <p:spTgt spid="33"/>
                                        </p:tgtEl>
                                        <p:attrNameLst>
                                          <p:attrName>style.visibility</p:attrName>
                                        </p:attrNameLst>
                                      </p:cBhvr>
                                      <p:to>
                                        <p:strVal val="visible"/>
                                      </p:to>
                                    </p:set>
                                    <p:animEffect transition="in" filter="fade">
                                      <p:cBhvr>
                                        <p:cTn id="210" dur="1000"/>
                                        <p:tgtEl>
                                          <p:spTgt spid="33"/>
                                        </p:tgtEl>
                                      </p:cBhvr>
                                    </p:animEffect>
                                    <p:anim calcmode="lin" valueType="num">
                                      <p:cBhvr>
                                        <p:cTn id="211" dur="1000" fill="hold"/>
                                        <p:tgtEl>
                                          <p:spTgt spid="33"/>
                                        </p:tgtEl>
                                        <p:attrNameLst>
                                          <p:attrName>ppt_x</p:attrName>
                                        </p:attrNameLst>
                                      </p:cBhvr>
                                      <p:tavLst>
                                        <p:tav tm="0">
                                          <p:val>
                                            <p:strVal val="#ppt_x"/>
                                          </p:val>
                                        </p:tav>
                                        <p:tav tm="100000">
                                          <p:val>
                                            <p:strVal val="#ppt_x"/>
                                          </p:val>
                                        </p:tav>
                                      </p:tavLst>
                                    </p:anim>
                                    <p:anim calcmode="lin" valueType="num">
                                      <p:cBhvr>
                                        <p:cTn id="212"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42" presetClass="entr" presetSubtype="0" fill="hold" grpId="0" nodeType="clickEffect">
                                  <p:stCondLst>
                                    <p:cond delay="0"/>
                                  </p:stCondLst>
                                  <p:childTnLst>
                                    <p:set>
                                      <p:cBhvr>
                                        <p:cTn id="216" dur="1" fill="hold">
                                          <p:stCondLst>
                                            <p:cond delay="0"/>
                                          </p:stCondLst>
                                        </p:cTn>
                                        <p:tgtEl>
                                          <p:spTgt spid="32"/>
                                        </p:tgtEl>
                                        <p:attrNameLst>
                                          <p:attrName>style.visibility</p:attrName>
                                        </p:attrNameLst>
                                      </p:cBhvr>
                                      <p:to>
                                        <p:strVal val="visible"/>
                                      </p:to>
                                    </p:set>
                                    <p:animEffect transition="in" filter="fade">
                                      <p:cBhvr>
                                        <p:cTn id="217" dur="1000"/>
                                        <p:tgtEl>
                                          <p:spTgt spid="32"/>
                                        </p:tgtEl>
                                      </p:cBhvr>
                                    </p:animEffect>
                                    <p:anim calcmode="lin" valueType="num">
                                      <p:cBhvr>
                                        <p:cTn id="218" dur="1000" fill="hold"/>
                                        <p:tgtEl>
                                          <p:spTgt spid="32"/>
                                        </p:tgtEl>
                                        <p:attrNameLst>
                                          <p:attrName>ppt_x</p:attrName>
                                        </p:attrNameLst>
                                      </p:cBhvr>
                                      <p:tavLst>
                                        <p:tav tm="0">
                                          <p:val>
                                            <p:strVal val="#ppt_x"/>
                                          </p:val>
                                        </p:tav>
                                        <p:tav tm="100000">
                                          <p:val>
                                            <p:strVal val="#ppt_x"/>
                                          </p:val>
                                        </p:tav>
                                      </p:tavLst>
                                    </p:anim>
                                    <p:anim calcmode="lin" valueType="num">
                                      <p:cBhvr>
                                        <p:cTn id="21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20" fill="hold">
                      <p:stCondLst>
                        <p:cond delay="indefinite"/>
                      </p:stCondLst>
                      <p:childTnLst>
                        <p:par>
                          <p:cTn id="221" fill="hold">
                            <p:stCondLst>
                              <p:cond delay="0"/>
                            </p:stCondLst>
                            <p:childTnLst>
                              <p:par>
                                <p:cTn id="222" presetID="42" presetClass="entr" presetSubtype="0" fill="hold" grpId="0" nodeType="clickEffect">
                                  <p:stCondLst>
                                    <p:cond delay="0"/>
                                  </p:stCondLst>
                                  <p:childTnLst>
                                    <p:set>
                                      <p:cBhvr>
                                        <p:cTn id="223" dur="1" fill="hold">
                                          <p:stCondLst>
                                            <p:cond delay="0"/>
                                          </p:stCondLst>
                                        </p:cTn>
                                        <p:tgtEl>
                                          <p:spTgt spid="31"/>
                                        </p:tgtEl>
                                        <p:attrNameLst>
                                          <p:attrName>style.visibility</p:attrName>
                                        </p:attrNameLst>
                                      </p:cBhvr>
                                      <p:to>
                                        <p:strVal val="visible"/>
                                      </p:to>
                                    </p:set>
                                    <p:animEffect transition="in" filter="fade">
                                      <p:cBhvr>
                                        <p:cTn id="224" dur="1000"/>
                                        <p:tgtEl>
                                          <p:spTgt spid="31"/>
                                        </p:tgtEl>
                                      </p:cBhvr>
                                    </p:animEffect>
                                    <p:anim calcmode="lin" valueType="num">
                                      <p:cBhvr>
                                        <p:cTn id="225" dur="1000" fill="hold"/>
                                        <p:tgtEl>
                                          <p:spTgt spid="31"/>
                                        </p:tgtEl>
                                        <p:attrNameLst>
                                          <p:attrName>ppt_x</p:attrName>
                                        </p:attrNameLst>
                                      </p:cBhvr>
                                      <p:tavLst>
                                        <p:tav tm="0">
                                          <p:val>
                                            <p:strVal val="#ppt_x"/>
                                          </p:val>
                                        </p:tav>
                                        <p:tav tm="100000">
                                          <p:val>
                                            <p:strVal val="#ppt_x"/>
                                          </p:val>
                                        </p:tav>
                                      </p:tavLst>
                                    </p:anim>
                                    <p:anim calcmode="lin" valueType="num">
                                      <p:cBhvr>
                                        <p:cTn id="226"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227" fill="hold">
                      <p:stCondLst>
                        <p:cond delay="indefinite"/>
                      </p:stCondLst>
                      <p:childTnLst>
                        <p:par>
                          <p:cTn id="228" fill="hold">
                            <p:stCondLst>
                              <p:cond delay="0"/>
                            </p:stCondLst>
                            <p:childTnLst>
                              <p:par>
                                <p:cTn id="229" presetID="42" presetClass="entr" presetSubtype="0" fill="hold" grpId="0" nodeType="clickEffect">
                                  <p:stCondLst>
                                    <p:cond delay="0"/>
                                  </p:stCondLst>
                                  <p:childTnLst>
                                    <p:set>
                                      <p:cBhvr>
                                        <p:cTn id="230" dur="1" fill="hold">
                                          <p:stCondLst>
                                            <p:cond delay="0"/>
                                          </p:stCondLst>
                                        </p:cTn>
                                        <p:tgtEl>
                                          <p:spTgt spid="47"/>
                                        </p:tgtEl>
                                        <p:attrNameLst>
                                          <p:attrName>style.visibility</p:attrName>
                                        </p:attrNameLst>
                                      </p:cBhvr>
                                      <p:to>
                                        <p:strVal val="visible"/>
                                      </p:to>
                                    </p:set>
                                    <p:animEffect transition="in" filter="fade">
                                      <p:cBhvr>
                                        <p:cTn id="231" dur="1000"/>
                                        <p:tgtEl>
                                          <p:spTgt spid="47"/>
                                        </p:tgtEl>
                                      </p:cBhvr>
                                    </p:animEffect>
                                    <p:anim calcmode="lin" valueType="num">
                                      <p:cBhvr>
                                        <p:cTn id="232" dur="1000" fill="hold"/>
                                        <p:tgtEl>
                                          <p:spTgt spid="47"/>
                                        </p:tgtEl>
                                        <p:attrNameLst>
                                          <p:attrName>ppt_x</p:attrName>
                                        </p:attrNameLst>
                                      </p:cBhvr>
                                      <p:tavLst>
                                        <p:tav tm="0">
                                          <p:val>
                                            <p:strVal val="#ppt_x"/>
                                          </p:val>
                                        </p:tav>
                                        <p:tav tm="100000">
                                          <p:val>
                                            <p:strVal val="#ppt_x"/>
                                          </p:val>
                                        </p:tav>
                                      </p:tavLst>
                                    </p:anim>
                                    <p:anim calcmode="lin" valueType="num">
                                      <p:cBhvr>
                                        <p:cTn id="233"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0" grpId="0" bldLvl="0" animBg="1"/>
      <p:bldP spid="11" grpId="0" animBg="1"/>
      <p:bldP spid="12" grpId="0" bldLvl="0" animBg="1"/>
      <p:bldP spid="22" grpId="0" bldLvl="0" animBg="1"/>
      <p:bldP spid="23" grpId="0" bldLvl="0" animBg="1"/>
      <p:bldP spid="24" grpId="0" bldLvl="0" animBg="1"/>
      <p:bldP spid="25" grpId="0" bldLvl="0" animBg="1"/>
      <p:bldP spid="26" grpId="0" bldLvl="0" animBg="1"/>
      <p:bldP spid="29" grpId="0" bldLvl="0" animBg="1"/>
      <p:bldP spid="38" grpId="0" bldLvl="0" animBg="1"/>
      <p:bldP spid="39" grpId="0" bldLvl="0" animBg="1"/>
      <p:bldP spid="40" grpId="0" bldLvl="0" animBg="1"/>
      <p:bldP spid="41" grpId="0" bldLvl="0" animBg="1"/>
      <p:bldP spid="42" grpId="0" bldLvl="0" animBg="1"/>
      <p:bldP spid="43" grpId="0" bldLvl="0" animBg="1"/>
      <p:bldP spid="44" grpId="0" bldLvl="0" animBg="1"/>
      <p:bldP spid="45" grpId="0" bldLvl="0" animBg="1"/>
      <p:bldP spid="30" grpId="0" bldLvl="0" animBg="1"/>
      <p:bldP spid="31" grpId="0" bldLvl="0" animBg="1"/>
      <p:bldP spid="32" grpId="0" bldLvl="0" animBg="1"/>
      <p:bldP spid="33" grpId="0" bldLvl="0" animBg="1"/>
      <p:bldP spid="34" grpId="0" bldLvl="0" animBg="1"/>
      <p:bldP spid="35" grpId="0" bldLvl="0" animBg="1"/>
      <p:bldP spid="36" grpId="0" bldLvl="0" animBg="1"/>
      <p:bldP spid="37" grpId="0" bldLvl="0" animBg="1"/>
      <p:bldP spid="46" grpId="0" bldLvl="0" animBg="1"/>
      <p:bldP spid="4" grpId="0" animBg="1"/>
      <p:bldP spid="47" grpId="0" bldLvl="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88E425F9-FCF6-BE23-8C8E-ACC15A319C11}"/>
              </a:ext>
            </a:extLst>
          </p:cNvPr>
          <p:cNvSpPr/>
          <p:nvPr/>
        </p:nvSpPr>
        <p:spPr>
          <a:xfrm>
            <a:off x="115146" y="1689228"/>
            <a:ext cx="11700452" cy="4245647"/>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600" b="1" i="0" u="none" strike="noStrike" kern="0" cap="none" spc="0" normalizeH="0" baseline="0" noProof="0" dirty="0">
                <a:ln w="22225">
                  <a:solidFill>
                    <a:srgbClr val="ED7D31"/>
                  </a:solidFill>
                  <a:prstDash val="solid"/>
                </a:ln>
                <a:solidFill>
                  <a:srgbClr val="A64B31">
                    <a:lumMod val="75000"/>
                  </a:srgbClr>
                </a:solidFill>
                <a:effectLst/>
                <a:uLnTx/>
                <a:uFillTx/>
                <a:latin typeface="HGPSoeiKakupoptai" panose="040B0A00000000000000" pitchFamily="82" charset="-128"/>
                <a:ea typeface="HGPSoeiKakupoptai" panose="040B0A00000000000000" pitchFamily="82" charset="-128"/>
                <a:cs typeface="Arial"/>
                <a:sym typeface="Arial"/>
              </a:rPr>
              <a:t>Part 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0" cap="none" spc="0" normalizeH="0" baseline="0" noProof="0" dirty="0">
                <a:ln w="22225">
                  <a:solidFill>
                    <a:srgbClr val="ED7D31"/>
                  </a:solidFill>
                  <a:prstDash val="solid"/>
                </a:ln>
                <a:solidFill>
                  <a:srgbClr val="313752">
                    <a:lumMod val="50000"/>
                  </a:srgbClr>
                </a:solidFill>
                <a:effectLst/>
                <a:uLnTx/>
                <a:uFillTx/>
                <a:latin typeface="UD Digi Kyokasho N-B" panose="02020700000000000000" pitchFamily="17" charset="-128"/>
                <a:ea typeface="UD Digi Kyokasho N-B" panose="02020700000000000000" pitchFamily="17" charset="-128"/>
                <a:cs typeface="Arial"/>
                <a:sym typeface="Arial"/>
              </a:rPr>
              <a:t> </a:t>
            </a:r>
            <a:endParaRPr kumimoji="0" lang="en-US" sz="9600" b="1" i="0" u="none" strike="noStrike" kern="0" cap="none" spc="0" normalizeH="0" baseline="0" noProof="0" dirty="0">
              <a:ln w="22225">
                <a:solidFill>
                  <a:srgbClr val="ED7D31"/>
                </a:solidFill>
                <a:prstDash val="solid"/>
              </a:ln>
              <a:solidFill>
                <a:srgbClr val="1F271D">
                  <a:lumMod val="90000"/>
                  <a:lumOff val="10000"/>
                </a:srgbClr>
              </a:solidFill>
              <a:effectLst/>
              <a:uLnTx/>
              <a:uFillTx/>
              <a:latin typeface="UD Digi Kyokasho N-B" panose="02020700000000000000" pitchFamily="17" charset="-128"/>
              <a:ea typeface="UD Digi Kyokasho N-B" panose="02020700000000000000" pitchFamily="17" charset="-128"/>
              <a:cs typeface="Arial"/>
              <a:sym typeface="Arial"/>
            </a:endParaRPr>
          </a:p>
        </p:txBody>
      </p:sp>
      <p:pic>
        <p:nvPicPr>
          <p:cNvPr id="2" name="Google Shape;368;p40">
            <a:extLst>
              <a:ext uri="{FF2B5EF4-FFF2-40B4-BE49-F238E27FC236}">
                <a16:creationId xmlns:a16="http://schemas.microsoft.com/office/drawing/2014/main" id="{D86EED46-F645-F758-804D-C983D8CE15B4}"/>
              </a:ext>
            </a:extLst>
          </p:cNvPr>
          <p:cNvPicPr preferRelativeResize="0"/>
          <p:nvPr/>
        </p:nvPicPr>
        <p:blipFill>
          <a:blip r:embed="rId3">
            <a:alphaModFix/>
          </a:blip>
          <a:stretch>
            <a:fillRect/>
          </a:stretch>
        </p:blipFill>
        <p:spPr>
          <a:xfrm>
            <a:off x="9033328" y="2787120"/>
            <a:ext cx="3955573" cy="5143501"/>
          </a:xfrm>
          <a:prstGeom prst="rect">
            <a:avLst/>
          </a:prstGeom>
          <a:noFill/>
          <a:ln>
            <a:noFill/>
          </a:ln>
        </p:spPr>
      </p:pic>
    </p:spTree>
    <p:extLst>
      <p:ext uri="{BB962C8B-B14F-4D97-AF65-F5344CB8AC3E}">
        <p14:creationId xmlns:p14="http://schemas.microsoft.com/office/powerpoint/2010/main" val="414309143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9640" y="1016676"/>
            <a:ext cx="3297864"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疑問　</a:t>
            </a:r>
            <a:endParaRPr lang="en-US" sz="3200" dirty="0">
              <a:latin typeface="UD Digi Kyokasho N-B" panose="02020700000000000000" pitchFamily="17" charset="-128"/>
              <a:ea typeface="UD Digi Kyokasho N-B" panose="02020700000000000000" pitchFamily="17" charset="-128"/>
            </a:endParaRPr>
          </a:p>
        </p:txBody>
      </p:sp>
      <p:sp>
        <p:nvSpPr>
          <p:cNvPr id="6" name="TextBox 5"/>
          <p:cNvSpPr txBox="1"/>
          <p:nvPr/>
        </p:nvSpPr>
        <p:spPr>
          <a:xfrm>
            <a:off x="4434308" y="1034029"/>
            <a:ext cx="2577813"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若い</a:t>
            </a:r>
          </a:p>
        </p:txBody>
      </p:sp>
      <p:sp>
        <p:nvSpPr>
          <p:cNvPr id="7" name="TextBox 6"/>
          <p:cNvSpPr txBox="1"/>
          <p:nvPr/>
        </p:nvSpPr>
        <p:spPr>
          <a:xfrm>
            <a:off x="339640" y="5631554"/>
            <a:ext cx="3297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若者</a:t>
            </a:r>
          </a:p>
        </p:txBody>
      </p:sp>
      <p:sp>
        <p:nvSpPr>
          <p:cNvPr id="8" name="TextBox 7"/>
          <p:cNvSpPr txBox="1"/>
          <p:nvPr/>
        </p:nvSpPr>
        <p:spPr>
          <a:xfrm>
            <a:off x="339005" y="4946509"/>
            <a:ext cx="3297865"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部下</a:t>
            </a:r>
          </a:p>
        </p:txBody>
      </p:sp>
      <p:sp>
        <p:nvSpPr>
          <p:cNvPr id="9" name="TextBox 8"/>
          <p:cNvSpPr txBox="1"/>
          <p:nvPr/>
        </p:nvSpPr>
        <p:spPr>
          <a:xfrm>
            <a:off x="339640" y="1677160"/>
            <a:ext cx="3297864"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疑う</a:t>
            </a:r>
            <a:endParaRPr lang="en-US" altLang="ja-JP" sz="3200" dirty="0">
              <a:latin typeface="UD Digi Kyokasho N-B" panose="02020700000000000000" pitchFamily="17" charset="-128"/>
              <a:ea typeface="UD Digi Kyokasho N-B" panose="02020700000000000000" pitchFamily="17" charset="-128"/>
            </a:endParaRPr>
          </a:p>
        </p:txBody>
      </p:sp>
      <p:sp>
        <p:nvSpPr>
          <p:cNvPr id="10" name="TextBox 9"/>
          <p:cNvSpPr txBox="1"/>
          <p:nvPr/>
        </p:nvSpPr>
        <p:spPr>
          <a:xfrm>
            <a:off x="339004" y="2969389"/>
            <a:ext cx="3298500"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目上</a:t>
            </a:r>
          </a:p>
        </p:txBody>
      </p:sp>
      <p:sp>
        <p:nvSpPr>
          <p:cNvPr id="11" name="TextBox 10"/>
          <p:cNvSpPr txBox="1"/>
          <p:nvPr/>
        </p:nvSpPr>
        <p:spPr>
          <a:xfrm>
            <a:off x="339004" y="3610709"/>
            <a:ext cx="3297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上司</a:t>
            </a:r>
          </a:p>
        </p:txBody>
      </p:sp>
      <p:sp>
        <p:nvSpPr>
          <p:cNvPr id="12" name="TextBox 11"/>
          <p:cNvSpPr txBox="1"/>
          <p:nvPr/>
        </p:nvSpPr>
        <p:spPr>
          <a:xfrm>
            <a:off x="339005" y="4246224"/>
            <a:ext cx="3297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目下</a:t>
            </a:r>
          </a:p>
        </p:txBody>
      </p:sp>
      <p:sp>
        <p:nvSpPr>
          <p:cNvPr id="13" name="Flowchart: Punched Tape 12"/>
          <p:cNvSpPr/>
          <p:nvPr/>
        </p:nvSpPr>
        <p:spPr>
          <a:xfrm>
            <a:off x="4880885" y="64510"/>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dirty="0">
                <a:solidFill>
                  <a:srgbClr val="F6F3EA"/>
                </a:solidFill>
                <a:latin typeface="UD Digi Kyokasho N-B" panose="02020700000000000000" pitchFamily="17" charset="-128"/>
                <a:ea typeface="UD Digi Kyokasho N-B" panose="02020700000000000000" pitchFamily="17" charset="-128"/>
              </a:rPr>
              <a:t>言葉</a:t>
            </a:r>
            <a:endParaRPr lang="en-US" sz="3600" dirty="0">
              <a:solidFill>
                <a:srgbClr val="F6F3EA"/>
              </a:solidFill>
              <a:latin typeface="UD Digi Kyokasho N-B" panose="02020700000000000000" pitchFamily="17" charset="-128"/>
              <a:ea typeface="UD Digi Kyokasho N-B" panose="02020700000000000000" pitchFamily="17" charset="-128"/>
            </a:endParaRPr>
          </a:p>
        </p:txBody>
      </p:sp>
      <p:sp>
        <p:nvSpPr>
          <p:cNvPr id="22" name="TextBox 21"/>
          <p:cNvSpPr txBox="1"/>
          <p:nvPr/>
        </p:nvSpPr>
        <p:spPr>
          <a:xfrm>
            <a:off x="4434308" y="1693401"/>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我慢</a:t>
            </a:r>
          </a:p>
        </p:txBody>
      </p:sp>
      <p:sp>
        <p:nvSpPr>
          <p:cNvPr id="23" name="TextBox 22"/>
          <p:cNvSpPr txBox="1"/>
          <p:nvPr/>
        </p:nvSpPr>
        <p:spPr>
          <a:xfrm>
            <a:off x="4434309" y="5703045"/>
            <a:ext cx="2577813"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照れくさい</a:t>
            </a:r>
          </a:p>
        </p:txBody>
      </p:sp>
      <p:sp>
        <p:nvSpPr>
          <p:cNvPr id="24" name="TextBox 23"/>
          <p:cNvSpPr txBox="1"/>
          <p:nvPr/>
        </p:nvSpPr>
        <p:spPr>
          <a:xfrm>
            <a:off x="4434309" y="5018000"/>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chemeClr val="tx1"/>
                </a:solidFill>
                <a:latin typeface="UD Digi Kyokasho N-B" panose="02020700000000000000" pitchFamily="17" charset="-128"/>
                <a:ea typeface="UD Digi Kyokasho N-B" panose="02020700000000000000" pitchFamily="17" charset="-128"/>
              </a:rPr>
              <a:t>緊張する</a:t>
            </a:r>
          </a:p>
        </p:txBody>
      </p:sp>
      <p:sp>
        <p:nvSpPr>
          <p:cNvPr id="25" name="TextBox 24"/>
          <p:cNvSpPr txBox="1"/>
          <p:nvPr/>
        </p:nvSpPr>
        <p:spPr>
          <a:xfrm>
            <a:off x="4433991" y="4334165"/>
            <a:ext cx="2577813" cy="583565"/>
          </a:xfrm>
          <a:prstGeom prst="rect">
            <a:avLst/>
          </a:prstGeom>
          <a:solidFill>
            <a:schemeClr val="accent3">
              <a:lumMod val="40000"/>
              <a:lumOff val="60000"/>
            </a:schemeClr>
          </a:solidFill>
        </p:spPr>
        <p:txBody>
          <a:bodyPr wrap="square" rtlCol="0">
            <a:spAutoFit/>
          </a:bodyPr>
          <a:lstStyle/>
          <a:p>
            <a:r>
              <a:rPr lang="ja-JP" altLang="en-US" sz="3200" dirty="0">
                <a:solidFill>
                  <a:schemeClr val="tx1"/>
                </a:solidFill>
                <a:latin typeface="UD Digi Kyokasho N-B" panose="02020700000000000000" pitchFamily="17" charset="-128"/>
                <a:ea typeface="UD Digi Kyokasho N-B" panose="02020700000000000000" pitchFamily="17" charset="-128"/>
              </a:rPr>
              <a:t>ほっぺた</a:t>
            </a:r>
          </a:p>
        </p:txBody>
      </p:sp>
      <p:sp>
        <p:nvSpPr>
          <p:cNvPr id="26" name="TextBox 25"/>
          <p:cNvSpPr txBox="1"/>
          <p:nvPr/>
        </p:nvSpPr>
        <p:spPr>
          <a:xfrm>
            <a:off x="4434309" y="2353984"/>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飛び込む</a:t>
            </a:r>
          </a:p>
        </p:txBody>
      </p:sp>
      <p:sp>
        <p:nvSpPr>
          <p:cNvPr id="29" name="TextBox 28"/>
          <p:cNvSpPr txBox="1"/>
          <p:nvPr/>
        </p:nvSpPr>
        <p:spPr>
          <a:xfrm>
            <a:off x="4434309" y="3647910"/>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もう少しで</a:t>
            </a:r>
          </a:p>
        </p:txBody>
      </p:sp>
      <p:sp>
        <p:nvSpPr>
          <p:cNvPr id="38" name="TextBox 37"/>
          <p:cNvSpPr txBox="1"/>
          <p:nvPr/>
        </p:nvSpPr>
        <p:spPr>
          <a:xfrm>
            <a:off x="8318508" y="1034029"/>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焦る</a:t>
            </a:r>
            <a:endParaRPr lang="en-US" sz="3200" dirty="0">
              <a:latin typeface="UD Digi Kyokasho N-B" panose="02020700000000000000" pitchFamily="17" charset="-128"/>
              <a:ea typeface="UD Digi Kyokasho N-B" panose="02020700000000000000" pitchFamily="17" charset="-128"/>
            </a:endParaRPr>
          </a:p>
        </p:txBody>
      </p:sp>
      <p:sp>
        <p:nvSpPr>
          <p:cNvPr id="39" name="TextBox 38"/>
          <p:cNvSpPr txBox="1"/>
          <p:nvPr/>
        </p:nvSpPr>
        <p:spPr>
          <a:xfrm>
            <a:off x="8318508" y="5720398"/>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ためらう</a:t>
            </a:r>
            <a:endParaRPr lang="en-US" sz="3200" dirty="0">
              <a:latin typeface="UD Digi Kyokasho N-B" panose="02020700000000000000" pitchFamily="17" charset="-128"/>
              <a:ea typeface="UD Digi Kyokasho N-B" panose="02020700000000000000" pitchFamily="17" charset="-128"/>
            </a:endParaRPr>
          </a:p>
        </p:txBody>
      </p:sp>
      <p:sp>
        <p:nvSpPr>
          <p:cNvPr id="40" name="TextBox 39"/>
          <p:cNvSpPr txBox="1"/>
          <p:nvPr/>
        </p:nvSpPr>
        <p:spPr>
          <a:xfrm>
            <a:off x="8318507" y="5035352"/>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もどかしい</a:t>
            </a:r>
            <a:endParaRPr lang="en-US" sz="3200" dirty="0">
              <a:latin typeface="UD Digi Kyokasho N-B" panose="02020700000000000000" pitchFamily="17" charset="-128"/>
              <a:ea typeface="UD Digi Kyokasho N-B" panose="02020700000000000000" pitchFamily="17" charset="-128"/>
            </a:endParaRPr>
          </a:p>
        </p:txBody>
      </p:sp>
      <p:sp>
        <p:nvSpPr>
          <p:cNvPr id="41" name="TextBox 40"/>
          <p:cNvSpPr txBox="1"/>
          <p:nvPr/>
        </p:nvSpPr>
        <p:spPr>
          <a:xfrm>
            <a:off x="8318508" y="4350308"/>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後悔する</a:t>
            </a:r>
            <a:endParaRPr lang="en-US" sz="3200" dirty="0">
              <a:latin typeface="UD Digi Kyokasho N-B" panose="02020700000000000000" pitchFamily="17" charset="-128"/>
              <a:ea typeface="UD Digi Kyokasho N-B" panose="02020700000000000000" pitchFamily="17" charset="-128"/>
            </a:endParaRPr>
          </a:p>
        </p:txBody>
      </p:sp>
      <p:sp>
        <p:nvSpPr>
          <p:cNvPr id="42" name="TextBox 41"/>
          <p:cNvSpPr txBox="1"/>
          <p:nvPr/>
        </p:nvSpPr>
        <p:spPr>
          <a:xfrm>
            <a:off x="8318508" y="1694249"/>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焦げる</a:t>
            </a:r>
            <a:endParaRPr lang="en-US" sz="3200" dirty="0">
              <a:latin typeface="UD Digi Kyokasho N-B" panose="02020700000000000000" pitchFamily="17" charset="-128"/>
              <a:ea typeface="UD Digi Kyokasho N-B" panose="02020700000000000000" pitchFamily="17" charset="-128"/>
            </a:endParaRPr>
          </a:p>
        </p:txBody>
      </p:sp>
      <p:sp>
        <p:nvSpPr>
          <p:cNvPr id="43" name="TextBox 42"/>
          <p:cNvSpPr txBox="1"/>
          <p:nvPr/>
        </p:nvSpPr>
        <p:spPr>
          <a:xfrm>
            <a:off x="8318508" y="2329879"/>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恥ずかしい</a:t>
            </a:r>
            <a:endParaRPr lang="en-US" sz="3200" dirty="0">
              <a:latin typeface="UD Digi Kyokasho N-B" panose="02020700000000000000" pitchFamily="17" charset="-128"/>
              <a:ea typeface="UD Digi Kyokasho N-B" panose="02020700000000000000" pitchFamily="17" charset="-128"/>
            </a:endParaRPr>
          </a:p>
        </p:txBody>
      </p:sp>
      <p:sp>
        <p:nvSpPr>
          <p:cNvPr id="44" name="TextBox 43"/>
          <p:cNvSpPr txBox="1"/>
          <p:nvPr/>
        </p:nvSpPr>
        <p:spPr>
          <a:xfrm>
            <a:off x="8318506" y="2997571"/>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照れる</a:t>
            </a:r>
            <a:endParaRPr lang="en-US" sz="3200" dirty="0">
              <a:latin typeface="UD Digi Kyokasho N-B" panose="02020700000000000000" pitchFamily="17" charset="-128"/>
              <a:ea typeface="UD Digi Kyokasho N-B" panose="02020700000000000000" pitchFamily="17" charset="-128"/>
            </a:endParaRPr>
          </a:p>
        </p:txBody>
      </p:sp>
      <p:sp>
        <p:nvSpPr>
          <p:cNvPr id="45" name="TextBox 44"/>
          <p:cNvSpPr txBox="1"/>
          <p:nvPr/>
        </p:nvSpPr>
        <p:spPr>
          <a:xfrm>
            <a:off x="8318508" y="3665263"/>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悔しい</a:t>
            </a:r>
            <a:endParaRPr lang="en-US" sz="3200" dirty="0">
              <a:latin typeface="UD Digi Kyokasho N-B" panose="02020700000000000000" pitchFamily="17" charset="-128"/>
              <a:ea typeface="UD Digi Kyokasho N-B" panose="02020700000000000000" pitchFamily="17" charset="-128"/>
            </a:endParaRPr>
          </a:p>
        </p:txBody>
      </p:sp>
      <p:sp>
        <p:nvSpPr>
          <p:cNvPr id="46" name="TextBox 45"/>
          <p:cNvSpPr txBox="1"/>
          <p:nvPr/>
        </p:nvSpPr>
        <p:spPr>
          <a:xfrm>
            <a:off x="339004" y="2345060"/>
            <a:ext cx="3297864"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女子高生</a:t>
            </a:r>
            <a:endParaRPr lang="en-US" altLang="ja-JP" sz="3200" dirty="0">
              <a:latin typeface="UD Digi Kyokasho N-B" panose="02020700000000000000" pitchFamily="17" charset="-128"/>
              <a:ea typeface="UD Digi Kyokasho N-B" panose="02020700000000000000" pitchFamily="17" charset="-128"/>
            </a:endParaRPr>
          </a:p>
        </p:txBody>
      </p:sp>
      <p:sp>
        <p:nvSpPr>
          <p:cNvPr id="27" name="TextBox 26">
            <a:extLst>
              <a:ext uri="{FF2B5EF4-FFF2-40B4-BE49-F238E27FC236}">
                <a16:creationId xmlns:a16="http://schemas.microsoft.com/office/drawing/2014/main" id="{ABC86104-E3CA-4254-A40F-0CF867C3C6C9}"/>
              </a:ext>
            </a:extLst>
          </p:cNvPr>
          <p:cNvSpPr txBox="1"/>
          <p:nvPr/>
        </p:nvSpPr>
        <p:spPr>
          <a:xfrm>
            <a:off x="4480883" y="3012395"/>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飛び出す</a:t>
            </a:r>
          </a:p>
        </p:txBody>
      </p:sp>
    </p:spTree>
    <p:extLst>
      <p:ext uri="{BB962C8B-B14F-4D97-AF65-F5344CB8AC3E}">
        <p14:creationId xmlns:p14="http://schemas.microsoft.com/office/powerpoint/2010/main" val="1775319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1000"/>
                                        <p:tgtEl>
                                          <p:spTgt spid="46"/>
                                        </p:tgtEl>
                                      </p:cBhvr>
                                    </p:animEffect>
                                    <p:anim calcmode="lin" valueType="num">
                                      <p:cBhvr>
                                        <p:cTn id="29" dur="1000" fill="hold"/>
                                        <p:tgtEl>
                                          <p:spTgt spid="46"/>
                                        </p:tgtEl>
                                        <p:attrNameLst>
                                          <p:attrName>ppt_x</p:attrName>
                                        </p:attrNameLst>
                                      </p:cBhvr>
                                      <p:tavLst>
                                        <p:tav tm="0">
                                          <p:val>
                                            <p:strVal val="#ppt_x"/>
                                          </p:val>
                                        </p:tav>
                                        <p:tav tm="100000">
                                          <p:val>
                                            <p:strVal val="#ppt_x"/>
                                          </p:val>
                                        </p:tav>
                                      </p:tavLst>
                                    </p:anim>
                                    <p:anim calcmode="lin" valueType="num">
                                      <p:cBhvr>
                                        <p:cTn id="3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1000"/>
                                        <p:tgtEl>
                                          <p:spTgt spid="7"/>
                                        </p:tgtEl>
                                      </p:cBhvr>
                                    </p:animEffect>
                                    <p:anim calcmode="lin" valueType="num">
                                      <p:cBhvr>
                                        <p:cTn id="64" dur="1000" fill="hold"/>
                                        <p:tgtEl>
                                          <p:spTgt spid="7"/>
                                        </p:tgtEl>
                                        <p:attrNameLst>
                                          <p:attrName>ppt_x</p:attrName>
                                        </p:attrNameLst>
                                      </p:cBhvr>
                                      <p:tavLst>
                                        <p:tav tm="0">
                                          <p:val>
                                            <p:strVal val="#ppt_x"/>
                                          </p:val>
                                        </p:tav>
                                        <p:tav tm="100000">
                                          <p:val>
                                            <p:strVal val="#ppt_x"/>
                                          </p:val>
                                        </p:tav>
                                      </p:tavLst>
                                    </p:anim>
                                    <p:anim calcmode="lin" valueType="num">
                                      <p:cBhvr>
                                        <p:cTn id="6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1000"/>
                                        <p:tgtEl>
                                          <p:spTgt spid="6"/>
                                        </p:tgtEl>
                                      </p:cBhvr>
                                    </p:animEffect>
                                    <p:anim calcmode="lin" valueType="num">
                                      <p:cBhvr>
                                        <p:cTn id="71" dur="1000" fill="hold"/>
                                        <p:tgtEl>
                                          <p:spTgt spid="6"/>
                                        </p:tgtEl>
                                        <p:attrNameLst>
                                          <p:attrName>ppt_x</p:attrName>
                                        </p:attrNameLst>
                                      </p:cBhvr>
                                      <p:tavLst>
                                        <p:tav tm="0">
                                          <p:val>
                                            <p:strVal val="#ppt_x"/>
                                          </p:val>
                                        </p:tav>
                                        <p:tav tm="100000">
                                          <p:val>
                                            <p:strVal val="#ppt_x"/>
                                          </p:val>
                                        </p:tav>
                                      </p:tavLst>
                                    </p:anim>
                                    <p:anim calcmode="lin" valueType="num">
                                      <p:cBhvr>
                                        <p:cTn id="7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1000"/>
                                        <p:tgtEl>
                                          <p:spTgt spid="22"/>
                                        </p:tgtEl>
                                      </p:cBhvr>
                                    </p:animEffect>
                                    <p:anim calcmode="lin" valueType="num">
                                      <p:cBhvr>
                                        <p:cTn id="78" dur="1000" fill="hold"/>
                                        <p:tgtEl>
                                          <p:spTgt spid="22"/>
                                        </p:tgtEl>
                                        <p:attrNameLst>
                                          <p:attrName>ppt_x</p:attrName>
                                        </p:attrNameLst>
                                      </p:cBhvr>
                                      <p:tavLst>
                                        <p:tav tm="0">
                                          <p:val>
                                            <p:strVal val="#ppt_x"/>
                                          </p:val>
                                        </p:tav>
                                        <p:tav tm="100000">
                                          <p:val>
                                            <p:strVal val="#ppt_x"/>
                                          </p:val>
                                        </p:tav>
                                      </p:tavLst>
                                    </p:anim>
                                    <p:anim calcmode="lin" valueType="num">
                                      <p:cBhvr>
                                        <p:cTn id="7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1000"/>
                                        <p:tgtEl>
                                          <p:spTgt spid="26"/>
                                        </p:tgtEl>
                                      </p:cBhvr>
                                    </p:animEffect>
                                    <p:anim calcmode="lin" valueType="num">
                                      <p:cBhvr>
                                        <p:cTn id="85" dur="1000" fill="hold"/>
                                        <p:tgtEl>
                                          <p:spTgt spid="26"/>
                                        </p:tgtEl>
                                        <p:attrNameLst>
                                          <p:attrName>ppt_x</p:attrName>
                                        </p:attrNameLst>
                                      </p:cBhvr>
                                      <p:tavLst>
                                        <p:tav tm="0">
                                          <p:val>
                                            <p:strVal val="#ppt_x"/>
                                          </p:val>
                                        </p:tav>
                                        <p:tav tm="100000">
                                          <p:val>
                                            <p:strVal val="#ppt_x"/>
                                          </p:val>
                                        </p:tav>
                                      </p:tavLst>
                                    </p:anim>
                                    <p:anim calcmode="lin" valueType="num">
                                      <p:cBhvr>
                                        <p:cTn id="8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1000"/>
                                        <p:tgtEl>
                                          <p:spTgt spid="29"/>
                                        </p:tgtEl>
                                      </p:cBhvr>
                                    </p:animEffect>
                                    <p:anim calcmode="lin" valueType="num">
                                      <p:cBhvr>
                                        <p:cTn id="92" dur="1000" fill="hold"/>
                                        <p:tgtEl>
                                          <p:spTgt spid="29"/>
                                        </p:tgtEl>
                                        <p:attrNameLst>
                                          <p:attrName>ppt_x</p:attrName>
                                        </p:attrNameLst>
                                      </p:cBhvr>
                                      <p:tavLst>
                                        <p:tav tm="0">
                                          <p:val>
                                            <p:strVal val="#ppt_x"/>
                                          </p:val>
                                        </p:tav>
                                        <p:tav tm="100000">
                                          <p:val>
                                            <p:strVal val="#ppt_x"/>
                                          </p:val>
                                        </p:tav>
                                      </p:tavLst>
                                    </p:anim>
                                    <p:anim calcmode="lin" valueType="num">
                                      <p:cBhvr>
                                        <p:cTn id="93"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1000"/>
                                        <p:tgtEl>
                                          <p:spTgt spid="25"/>
                                        </p:tgtEl>
                                      </p:cBhvr>
                                    </p:animEffect>
                                    <p:anim calcmode="lin" valueType="num">
                                      <p:cBhvr>
                                        <p:cTn id="99" dur="1000" fill="hold"/>
                                        <p:tgtEl>
                                          <p:spTgt spid="25"/>
                                        </p:tgtEl>
                                        <p:attrNameLst>
                                          <p:attrName>ppt_x</p:attrName>
                                        </p:attrNameLst>
                                      </p:cBhvr>
                                      <p:tavLst>
                                        <p:tav tm="0">
                                          <p:val>
                                            <p:strVal val="#ppt_x"/>
                                          </p:val>
                                        </p:tav>
                                        <p:tav tm="100000">
                                          <p:val>
                                            <p:strVal val="#ppt_x"/>
                                          </p:val>
                                        </p:tav>
                                      </p:tavLst>
                                    </p:anim>
                                    <p:anim calcmode="lin" valueType="num">
                                      <p:cBhvr>
                                        <p:cTn id="10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1000"/>
                                        <p:tgtEl>
                                          <p:spTgt spid="24"/>
                                        </p:tgtEl>
                                      </p:cBhvr>
                                    </p:animEffect>
                                    <p:anim calcmode="lin" valueType="num">
                                      <p:cBhvr>
                                        <p:cTn id="106" dur="1000" fill="hold"/>
                                        <p:tgtEl>
                                          <p:spTgt spid="24"/>
                                        </p:tgtEl>
                                        <p:attrNameLst>
                                          <p:attrName>ppt_x</p:attrName>
                                        </p:attrNameLst>
                                      </p:cBhvr>
                                      <p:tavLst>
                                        <p:tav tm="0">
                                          <p:val>
                                            <p:strVal val="#ppt_x"/>
                                          </p:val>
                                        </p:tav>
                                        <p:tav tm="100000">
                                          <p:val>
                                            <p:strVal val="#ppt_x"/>
                                          </p:val>
                                        </p:tav>
                                      </p:tavLst>
                                    </p:anim>
                                    <p:anim calcmode="lin" valueType="num">
                                      <p:cBhvr>
                                        <p:cTn id="10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1000"/>
                                        <p:tgtEl>
                                          <p:spTgt spid="23"/>
                                        </p:tgtEl>
                                      </p:cBhvr>
                                    </p:animEffect>
                                    <p:anim calcmode="lin" valueType="num">
                                      <p:cBhvr>
                                        <p:cTn id="113" dur="1000" fill="hold"/>
                                        <p:tgtEl>
                                          <p:spTgt spid="23"/>
                                        </p:tgtEl>
                                        <p:attrNameLst>
                                          <p:attrName>ppt_x</p:attrName>
                                        </p:attrNameLst>
                                      </p:cBhvr>
                                      <p:tavLst>
                                        <p:tav tm="0">
                                          <p:val>
                                            <p:strVal val="#ppt_x"/>
                                          </p:val>
                                        </p:tav>
                                        <p:tav tm="100000">
                                          <p:val>
                                            <p:strVal val="#ppt_x"/>
                                          </p:val>
                                        </p:tav>
                                      </p:tavLst>
                                    </p:anim>
                                    <p:anim calcmode="lin" valueType="num">
                                      <p:cBhvr>
                                        <p:cTn id="1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1000"/>
                                        <p:tgtEl>
                                          <p:spTgt spid="38"/>
                                        </p:tgtEl>
                                      </p:cBhvr>
                                    </p:animEffect>
                                    <p:anim calcmode="lin" valueType="num">
                                      <p:cBhvr>
                                        <p:cTn id="120" dur="1000" fill="hold"/>
                                        <p:tgtEl>
                                          <p:spTgt spid="38"/>
                                        </p:tgtEl>
                                        <p:attrNameLst>
                                          <p:attrName>ppt_x</p:attrName>
                                        </p:attrNameLst>
                                      </p:cBhvr>
                                      <p:tavLst>
                                        <p:tav tm="0">
                                          <p:val>
                                            <p:strVal val="#ppt_x"/>
                                          </p:val>
                                        </p:tav>
                                        <p:tav tm="100000">
                                          <p:val>
                                            <p:strVal val="#ppt_x"/>
                                          </p:val>
                                        </p:tav>
                                      </p:tavLst>
                                    </p:anim>
                                    <p:anim calcmode="lin" valueType="num">
                                      <p:cBhvr>
                                        <p:cTn id="121"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1000"/>
                                        <p:tgtEl>
                                          <p:spTgt spid="42"/>
                                        </p:tgtEl>
                                      </p:cBhvr>
                                    </p:animEffect>
                                    <p:anim calcmode="lin" valueType="num">
                                      <p:cBhvr>
                                        <p:cTn id="127" dur="1000" fill="hold"/>
                                        <p:tgtEl>
                                          <p:spTgt spid="42"/>
                                        </p:tgtEl>
                                        <p:attrNameLst>
                                          <p:attrName>ppt_x</p:attrName>
                                        </p:attrNameLst>
                                      </p:cBhvr>
                                      <p:tavLst>
                                        <p:tav tm="0">
                                          <p:val>
                                            <p:strVal val="#ppt_x"/>
                                          </p:val>
                                        </p:tav>
                                        <p:tav tm="100000">
                                          <p:val>
                                            <p:strVal val="#ppt_x"/>
                                          </p:val>
                                        </p:tav>
                                      </p:tavLst>
                                    </p:anim>
                                    <p:anim calcmode="lin" valueType="num">
                                      <p:cBhvr>
                                        <p:cTn id="128"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1000"/>
                                        <p:tgtEl>
                                          <p:spTgt spid="43"/>
                                        </p:tgtEl>
                                      </p:cBhvr>
                                    </p:animEffect>
                                    <p:anim calcmode="lin" valueType="num">
                                      <p:cBhvr>
                                        <p:cTn id="134" dur="1000" fill="hold"/>
                                        <p:tgtEl>
                                          <p:spTgt spid="43"/>
                                        </p:tgtEl>
                                        <p:attrNameLst>
                                          <p:attrName>ppt_x</p:attrName>
                                        </p:attrNameLst>
                                      </p:cBhvr>
                                      <p:tavLst>
                                        <p:tav tm="0">
                                          <p:val>
                                            <p:strVal val="#ppt_x"/>
                                          </p:val>
                                        </p:tav>
                                        <p:tav tm="100000">
                                          <p:val>
                                            <p:strVal val="#ppt_x"/>
                                          </p:val>
                                        </p:tav>
                                      </p:tavLst>
                                    </p:anim>
                                    <p:anim calcmode="lin" valueType="num">
                                      <p:cBhvr>
                                        <p:cTn id="135"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44"/>
                                        </p:tgtEl>
                                        <p:attrNameLst>
                                          <p:attrName>style.visibility</p:attrName>
                                        </p:attrNameLst>
                                      </p:cBhvr>
                                      <p:to>
                                        <p:strVal val="visible"/>
                                      </p:to>
                                    </p:set>
                                    <p:animEffect transition="in" filter="fade">
                                      <p:cBhvr>
                                        <p:cTn id="140" dur="1000"/>
                                        <p:tgtEl>
                                          <p:spTgt spid="44"/>
                                        </p:tgtEl>
                                      </p:cBhvr>
                                    </p:animEffect>
                                    <p:anim calcmode="lin" valueType="num">
                                      <p:cBhvr>
                                        <p:cTn id="141" dur="1000" fill="hold"/>
                                        <p:tgtEl>
                                          <p:spTgt spid="44"/>
                                        </p:tgtEl>
                                        <p:attrNameLst>
                                          <p:attrName>ppt_x</p:attrName>
                                        </p:attrNameLst>
                                      </p:cBhvr>
                                      <p:tavLst>
                                        <p:tav tm="0">
                                          <p:val>
                                            <p:strVal val="#ppt_x"/>
                                          </p:val>
                                        </p:tav>
                                        <p:tav tm="100000">
                                          <p:val>
                                            <p:strVal val="#ppt_x"/>
                                          </p:val>
                                        </p:tav>
                                      </p:tavLst>
                                    </p:anim>
                                    <p:anim calcmode="lin" valueType="num">
                                      <p:cBhvr>
                                        <p:cTn id="142"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grpId="0" nodeType="clickEffect">
                                  <p:stCondLst>
                                    <p:cond delay="0"/>
                                  </p:stCondLst>
                                  <p:childTnLst>
                                    <p:set>
                                      <p:cBhvr>
                                        <p:cTn id="146" dur="1" fill="hold">
                                          <p:stCondLst>
                                            <p:cond delay="0"/>
                                          </p:stCondLst>
                                        </p:cTn>
                                        <p:tgtEl>
                                          <p:spTgt spid="45"/>
                                        </p:tgtEl>
                                        <p:attrNameLst>
                                          <p:attrName>style.visibility</p:attrName>
                                        </p:attrNameLst>
                                      </p:cBhvr>
                                      <p:to>
                                        <p:strVal val="visible"/>
                                      </p:to>
                                    </p:set>
                                    <p:animEffect transition="in" filter="fade">
                                      <p:cBhvr>
                                        <p:cTn id="147" dur="1000"/>
                                        <p:tgtEl>
                                          <p:spTgt spid="45"/>
                                        </p:tgtEl>
                                      </p:cBhvr>
                                    </p:animEffect>
                                    <p:anim calcmode="lin" valueType="num">
                                      <p:cBhvr>
                                        <p:cTn id="148" dur="1000" fill="hold"/>
                                        <p:tgtEl>
                                          <p:spTgt spid="45"/>
                                        </p:tgtEl>
                                        <p:attrNameLst>
                                          <p:attrName>ppt_x</p:attrName>
                                        </p:attrNameLst>
                                      </p:cBhvr>
                                      <p:tavLst>
                                        <p:tav tm="0">
                                          <p:val>
                                            <p:strVal val="#ppt_x"/>
                                          </p:val>
                                        </p:tav>
                                        <p:tav tm="100000">
                                          <p:val>
                                            <p:strVal val="#ppt_x"/>
                                          </p:val>
                                        </p:tav>
                                      </p:tavLst>
                                    </p:anim>
                                    <p:anim calcmode="lin" valueType="num">
                                      <p:cBhvr>
                                        <p:cTn id="149"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41"/>
                                        </p:tgtEl>
                                        <p:attrNameLst>
                                          <p:attrName>style.visibility</p:attrName>
                                        </p:attrNameLst>
                                      </p:cBhvr>
                                      <p:to>
                                        <p:strVal val="visible"/>
                                      </p:to>
                                    </p:set>
                                    <p:animEffect transition="in" filter="fade">
                                      <p:cBhvr>
                                        <p:cTn id="154" dur="1000"/>
                                        <p:tgtEl>
                                          <p:spTgt spid="41"/>
                                        </p:tgtEl>
                                      </p:cBhvr>
                                    </p:animEffect>
                                    <p:anim calcmode="lin" valueType="num">
                                      <p:cBhvr>
                                        <p:cTn id="155" dur="1000" fill="hold"/>
                                        <p:tgtEl>
                                          <p:spTgt spid="41"/>
                                        </p:tgtEl>
                                        <p:attrNameLst>
                                          <p:attrName>ppt_x</p:attrName>
                                        </p:attrNameLst>
                                      </p:cBhvr>
                                      <p:tavLst>
                                        <p:tav tm="0">
                                          <p:val>
                                            <p:strVal val="#ppt_x"/>
                                          </p:val>
                                        </p:tav>
                                        <p:tav tm="100000">
                                          <p:val>
                                            <p:strVal val="#ppt_x"/>
                                          </p:val>
                                        </p:tav>
                                      </p:tavLst>
                                    </p:anim>
                                    <p:anim calcmode="lin" valueType="num">
                                      <p:cBhvr>
                                        <p:cTn id="156"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42" presetClass="entr" presetSubtype="0" fill="hold" grpId="0" nodeType="clickEffect">
                                  <p:stCondLst>
                                    <p:cond delay="0"/>
                                  </p:stCondLst>
                                  <p:childTnLst>
                                    <p:set>
                                      <p:cBhvr>
                                        <p:cTn id="160" dur="1" fill="hold">
                                          <p:stCondLst>
                                            <p:cond delay="0"/>
                                          </p:stCondLst>
                                        </p:cTn>
                                        <p:tgtEl>
                                          <p:spTgt spid="40"/>
                                        </p:tgtEl>
                                        <p:attrNameLst>
                                          <p:attrName>style.visibility</p:attrName>
                                        </p:attrNameLst>
                                      </p:cBhvr>
                                      <p:to>
                                        <p:strVal val="visible"/>
                                      </p:to>
                                    </p:set>
                                    <p:animEffect transition="in" filter="fade">
                                      <p:cBhvr>
                                        <p:cTn id="161" dur="1000"/>
                                        <p:tgtEl>
                                          <p:spTgt spid="40"/>
                                        </p:tgtEl>
                                      </p:cBhvr>
                                    </p:animEffect>
                                    <p:anim calcmode="lin" valueType="num">
                                      <p:cBhvr>
                                        <p:cTn id="162" dur="1000" fill="hold"/>
                                        <p:tgtEl>
                                          <p:spTgt spid="40"/>
                                        </p:tgtEl>
                                        <p:attrNameLst>
                                          <p:attrName>ppt_x</p:attrName>
                                        </p:attrNameLst>
                                      </p:cBhvr>
                                      <p:tavLst>
                                        <p:tav tm="0">
                                          <p:val>
                                            <p:strVal val="#ppt_x"/>
                                          </p:val>
                                        </p:tav>
                                        <p:tav tm="100000">
                                          <p:val>
                                            <p:strVal val="#ppt_x"/>
                                          </p:val>
                                        </p:tav>
                                      </p:tavLst>
                                    </p:anim>
                                    <p:anim calcmode="lin" valueType="num">
                                      <p:cBhvr>
                                        <p:cTn id="16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42" presetClass="entr" presetSubtype="0" fill="hold" grpId="0" nodeType="clickEffect">
                                  <p:stCondLst>
                                    <p:cond delay="0"/>
                                  </p:stCondLst>
                                  <p:childTnLst>
                                    <p:set>
                                      <p:cBhvr>
                                        <p:cTn id="167" dur="1" fill="hold">
                                          <p:stCondLst>
                                            <p:cond delay="0"/>
                                          </p:stCondLst>
                                        </p:cTn>
                                        <p:tgtEl>
                                          <p:spTgt spid="39"/>
                                        </p:tgtEl>
                                        <p:attrNameLst>
                                          <p:attrName>style.visibility</p:attrName>
                                        </p:attrNameLst>
                                      </p:cBhvr>
                                      <p:to>
                                        <p:strVal val="visible"/>
                                      </p:to>
                                    </p:set>
                                    <p:animEffect transition="in" filter="fade">
                                      <p:cBhvr>
                                        <p:cTn id="168" dur="1000"/>
                                        <p:tgtEl>
                                          <p:spTgt spid="39"/>
                                        </p:tgtEl>
                                      </p:cBhvr>
                                    </p:animEffect>
                                    <p:anim calcmode="lin" valueType="num">
                                      <p:cBhvr>
                                        <p:cTn id="169" dur="1000" fill="hold"/>
                                        <p:tgtEl>
                                          <p:spTgt spid="39"/>
                                        </p:tgtEl>
                                        <p:attrNameLst>
                                          <p:attrName>ppt_x</p:attrName>
                                        </p:attrNameLst>
                                      </p:cBhvr>
                                      <p:tavLst>
                                        <p:tav tm="0">
                                          <p:val>
                                            <p:strVal val="#ppt_x"/>
                                          </p:val>
                                        </p:tav>
                                        <p:tav tm="100000">
                                          <p:val>
                                            <p:strVal val="#ppt_x"/>
                                          </p:val>
                                        </p:tav>
                                      </p:tavLst>
                                    </p:anim>
                                    <p:anim calcmode="lin" valueType="num">
                                      <p:cBhvr>
                                        <p:cTn id="170"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42" presetClass="entr" presetSubtype="0" fill="hold" grpId="0" nodeType="clickEffect">
                                  <p:stCondLst>
                                    <p:cond delay="0"/>
                                  </p:stCondLst>
                                  <p:childTnLst>
                                    <p:set>
                                      <p:cBhvr>
                                        <p:cTn id="174" dur="1" fill="hold">
                                          <p:stCondLst>
                                            <p:cond delay="0"/>
                                          </p:stCondLst>
                                        </p:cTn>
                                        <p:tgtEl>
                                          <p:spTgt spid="27"/>
                                        </p:tgtEl>
                                        <p:attrNameLst>
                                          <p:attrName>style.visibility</p:attrName>
                                        </p:attrNameLst>
                                      </p:cBhvr>
                                      <p:to>
                                        <p:strVal val="visible"/>
                                      </p:to>
                                    </p:set>
                                    <p:animEffect transition="in" filter="fade">
                                      <p:cBhvr>
                                        <p:cTn id="175" dur="1000"/>
                                        <p:tgtEl>
                                          <p:spTgt spid="27"/>
                                        </p:tgtEl>
                                      </p:cBhvr>
                                    </p:animEffect>
                                    <p:anim calcmode="lin" valueType="num">
                                      <p:cBhvr>
                                        <p:cTn id="176" dur="1000" fill="hold"/>
                                        <p:tgtEl>
                                          <p:spTgt spid="27"/>
                                        </p:tgtEl>
                                        <p:attrNameLst>
                                          <p:attrName>ppt_x</p:attrName>
                                        </p:attrNameLst>
                                      </p:cBhvr>
                                      <p:tavLst>
                                        <p:tav tm="0">
                                          <p:val>
                                            <p:strVal val="#ppt_x"/>
                                          </p:val>
                                        </p:tav>
                                        <p:tav tm="100000">
                                          <p:val>
                                            <p:strVal val="#ppt_x"/>
                                          </p:val>
                                        </p:tav>
                                      </p:tavLst>
                                    </p:anim>
                                    <p:anim calcmode="lin" valueType="num">
                                      <p:cBhvr>
                                        <p:cTn id="177"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0" grpId="0" bldLvl="0" animBg="1"/>
      <p:bldP spid="11" grpId="0" animBg="1"/>
      <p:bldP spid="12" grpId="0" bldLvl="0" animBg="1"/>
      <p:bldP spid="13" grpId="0" bldLvl="0" animBg="1"/>
      <p:bldP spid="22" grpId="0" bldLvl="0" animBg="1"/>
      <p:bldP spid="23" grpId="0" bldLvl="0" animBg="1"/>
      <p:bldP spid="24" grpId="0" bldLvl="0" animBg="1"/>
      <p:bldP spid="25" grpId="0" bldLvl="0" animBg="1"/>
      <p:bldP spid="26" grpId="0" bldLvl="0" animBg="1"/>
      <p:bldP spid="29" grpId="0" bldLvl="0" animBg="1"/>
      <p:bldP spid="38" grpId="0" bldLvl="0" animBg="1"/>
      <p:bldP spid="39" grpId="0" bldLvl="0" animBg="1"/>
      <p:bldP spid="40" grpId="0" bldLvl="0" animBg="1"/>
      <p:bldP spid="41" grpId="0" bldLvl="0" animBg="1"/>
      <p:bldP spid="42" grpId="0" bldLvl="0" animBg="1"/>
      <p:bldP spid="43" grpId="0" bldLvl="0" animBg="1"/>
      <p:bldP spid="44" grpId="0" bldLvl="0" animBg="1"/>
      <p:bldP spid="45" grpId="0" bldLvl="0" animBg="1"/>
      <p:bldP spid="46" grpId="0" bldLvl="0" animBg="1"/>
      <p:bldP spid="27" grpId="0" bldLvl="0" animBg="1"/>
    </p:bldLst>
  </p:timing>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5.1</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5</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～（という）わけではない</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特に～ではない／いつも・全部・必ず～ではない（部分否定）</a:t>
            </a:r>
            <a:endParaRPr lang="ja-JP" sz="1800"/>
          </a:p>
        </p:txBody>
      </p:sp>
      <p:sp>
        <p:nvSpPr>
          <p:cNvPr id="9" name="conn 9"/>
          <p:cNvSpPr/>
          <p:nvPr/>
        </p:nvSpPr>
        <p:spPr>
          <a:xfrm>
            <a:off x="685800" y="2148840"/>
            <a:ext cx="10820095" cy="18288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普通形 ＋ </a:t>
            </a:r>
            <a:r>
              <a:rPr lang="ja-JP" altLang="en-US" sz="2200" b="1" dirty="0">
                <a:solidFill>
                  <a:srgbClr val="A64B31"/>
                </a:solidFill>
                <a:highlight>
                  <a:srgbClr val="F9E2A0"/>
                </a:highlight>
                <a:latin typeface="Meiryo"/>
                <a:ea typeface="Meiryo"/>
                <a:cs typeface="Meiryo"/>
              </a:rPr>
              <a:t>わけではない</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使う</a:t>
            </a:r>
            <a:r>
              <a:rPr lang="ja-JP" altLang="en-US" sz="1700" b="1" dirty="0">
                <a:solidFill>
                  <a:srgbClr val="A64B31"/>
                </a:solidFill>
                <a:highlight>
                  <a:srgbClr val="F9E2A0"/>
                </a:highlight>
                <a:latin typeface="Meiryo"/>
                <a:ea typeface="Meiryo"/>
                <a:cs typeface="Meiryo"/>
              </a:rPr>
              <a:t>わけではない</a:t>
            </a:r>
            <a:endParaRPr lang="ja-JP" sz="1700"/>
          </a:p>
        </p:txBody>
      </p:sp>
      <p:sp>
        <p:nvSpPr>
          <p:cNvPr id="13" name="form 13"/>
          <p:cNvSpPr txBox="1"/>
          <p:nvPr/>
        </p:nvSpPr>
        <p:spPr>
          <a:xfrm>
            <a:off x="2103120" y="28346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Aな＋な／Nの・である ＋ </a:t>
            </a:r>
            <a:r>
              <a:rPr lang="ja-JP" altLang="en-US" sz="2200" b="1" dirty="0">
                <a:solidFill>
                  <a:srgbClr val="A64B31"/>
                </a:solidFill>
                <a:highlight>
                  <a:srgbClr val="F9E2A0"/>
                </a:highlight>
                <a:latin typeface="Meiryo"/>
                <a:ea typeface="Meiryo"/>
                <a:cs typeface="Meiryo"/>
              </a:rPr>
              <a:t>わけではない</a:t>
            </a:r>
            <a:endParaRPr lang="ja-JP" sz="2200"/>
          </a:p>
        </p:txBody>
      </p:sp>
      <p:sp>
        <p:nvSpPr>
          <p:cNvPr id="14" name="ex 14"/>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嫌いな</a:t>
            </a:r>
            <a:r>
              <a:rPr lang="ja-JP" altLang="en-US" sz="1700" b="1" dirty="0">
                <a:solidFill>
                  <a:srgbClr val="A64B31"/>
                </a:solidFill>
                <a:highlight>
                  <a:srgbClr val="F9E2A0"/>
                </a:highlight>
                <a:latin typeface="Meiryo"/>
                <a:ea typeface="Meiryo"/>
                <a:cs typeface="Meiryo"/>
              </a:rPr>
              <a:t>わけじゃない</a:t>
            </a:r>
            <a:endParaRPr lang="ja-JP" sz="1700"/>
          </a:p>
        </p:txBody>
      </p:sp>
      <p:sp>
        <p:nvSpPr>
          <p:cNvPr id="15" name="form 15"/>
          <p:cNvSpPr txBox="1"/>
          <p:nvPr/>
        </p:nvSpPr>
        <p:spPr>
          <a:xfrm>
            <a:off x="2103120" y="32918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普通形 ＋ </a:t>
            </a:r>
            <a:r>
              <a:rPr lang="ja-JP" altLang="en-US" sz="2200" b="1" dirty="0">
                <a:solidFill>
                  <a:srgbClr val="A64B31"/>
                </a:solidFill>
                <a:highlight>
                  <a:srgbClr val="F9E2A0"/>
                </a:highlight>
                <a:latin typeface="Meiryo"/>
                <a:ea typeface="Meiryo"/>
                <a:cs typeface="Meiryo"/>
              </a:rPr>
              <a:t>というわけではない</a:t>
            </a:r>
            <a:endParaRPr lang="ja-JP" sz="2200"/>
          </a:p>
        </p:txBody>
      </p:sp>
      <p:sp>
        <p:nvSpPr>
          <p:cNvPr id="16" name="ex 16"/>
          <p:cNvSpPr txBox="1"/>
          <p:nvPr/>
        </p:nvSpPr>
        <p:spPr>
          <a:xfrm>
            <a:off x="7726680" y="32918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N・Aな＋だ も○</a:t>
            </a:r>
            <a:endParaRPr lang="ja-JP" sz="1700"/>
          </a:p>
        </p:txBody>
      </p:sp>
      <p:sp>
        <p:nvSpPr>
          <p:cNvPr id="17" name="pill 17"/>
          <p:cNvSpPr txBox="1"/>
          <p:nvPr/>
        </p:nvSpPr>
        <p:spPr>
          <a:xfrm>
            <a:off x="685800" y="4297680"/>
            <a:ext cx="18796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やわらかい否定</a:t>
            </a:r>
            <a:endParaRPr lang="ja-JP" sz="1600"/>
          </a:p>
        </p:txBody>
      </p:sp>
      <p:sp>
        <p:nvSpPr>
          <p:cNvPr id="18" name="body 18"/>
          <p:cNvSpPr txBox="1"/>
          <p:nvPr/>
        </p:nvSpPr>
        <p:spPr>
          <a:xfrm>
            <a:off x="685800" y="48646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「別に・特に」と一緒に、相手の考えをやわらかく否定する。</a:t>
            </a:r>
            <a:endParaRPr lang="ja-JP" sz="1600"/>
          </a:p>
        </p:txBody>
      </p:sp>
      <p:sp>
        <p:nvSpPr>
          <p:cNvPr id="19" name="rei 19"/>
          <p:cNvSpPr txBox="1"/>
          <p:nvPr/>
        </p:nvSpPr>
        <p:spPr>
          <a:xfrm>
            <a:off x="685800" y="56885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0" name="pex 20"/>
          <p:cNvSpPr txBox="1"/>
          <p:nvPr/>
        </p:nvSpPr>
        <p:spPr>
          <a:xfrm>
            <a:off x="1188720" y="56702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別に嫌いな</a:t>
            </a:r>
            <a:r>
              <a:rPr lang="ja-JP" altLang="en-US" sz="1700" b="1" dirty="0">
                <a:solidFill>
                  <a:srgbClr val="A64B31"/>
                </a:solidFill>
                <a:highlight>
                  <a:srgbClr val="F9E2A0"/>
                </a:highlight>
                <a:latin typeface="Meiryo"/>
                <a:ea typeface="Meiryo"/>
                <a:cs typeface="Meiryo"/>
              </a:rPr>
              <a:t>わけじゃない</a:t>
            </a:r>
            <a:r>
              <a:rPr lang="ja-JP" altLang="en-US" sz="1700" b="0" dirty="0">
                <a:solidFill>
                  <a:srgbClr val="1F271D"/>
                </a:solidFill>
                <a:latin typeface="Meiryo"/>
                <a:ea typeface="Meiryo"/>
                <a:cs typeface="Meiryo"/>
              </a:rPr>
              <a:t>。</a:t>
            </a:r>
            <a:endParaRPr lang="ja-JP" sz="1700"/>
          </a:p>
        </p:txBody>
      </p:sp>
      <p:sp>
        <p:nvSpPr>
          <p:cNvPr id="21" name="vrule 21"/>
          <p:cNvSpPr/>
          <p:nvPr/>
        </p:nvSpPr>
        <p:spPr>
          <a:xfrm>
            <a:off x="4223918" y="4343400"/>
            <a:ext cx="13716" cy="2103120"/>
          </a:xfrm>
          <a:prstGeom prst="rect">
            <a:avLst/>
          </a:prstGeom>
          <a:solidFill>
            <a:srgbClr val="DBCCBA"/>
          </a:solidFill>
          <a:ln>
            <a:noFill/>
          </a:ln>
        </p:spPr>
        <p:txBody>
          <a:bodyPr rtlCol="0" anchor="ctr"/>
          <a:lstStyle/>
          <a:p>
            <a:endParaRPr lang="ja-JP"/>
          </a:p>
        </p:txBody>
      </p:sp>
      <p:sp>
        <p:nvSpPr>
          <p:cNvPr id="22" name="pill 22"/>
          <p:cNvSpPr txBox="1"/>
          <p:nvPr/>
        </p:nvSpPr>
        <p:spPr>
          <a:xfrm>
            <a:off x="4429658" y="4297680"/>
            <a:ext cx="1270000"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部分否定</a:t>
            </a:r>
            <a:endParaRPr lang="ja-JP" sz="1600"/>
          </a:p>
        </p:txBody>
      </p:sp>
      <p:sp>
        <p:nvSpPr>
          <p:cNvPr id="23" name="body 23"/>
          <p:cNvSpPr txBox="1"/>
          <p:nvPr/>
        </p:nvSpPr>
        <p:spPr>
          <a:xfrm>
            <a:off x="4429658" y="4864608"/>
            <a:ext cx="3332378" cy="911352"/>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「みんな・全部・いつも・必ず」と一緒に使うと、「全部ではない」の意味。</a:t>
            </a:r>
            <a:endParaRPr lang="ja-JP" sz="1600"/>
          </a:p>
        </p:txBody>
      </p:sp>
      <p:sp>
        <p:nvSpPr>
          <p:cNvPr id="24" name="rei 24"/>
          <p:cNvSpPr txBox="1"/>
          <p:nvPr/>
        </p:nvSpPr>
        <p:spPr>
          <a:xfrm>
            <a:off x="4429658" y="5977128"/>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5" name="pex 25"/>
          <p:cNvSpPr txBox="1"/>
          <p:nvPr/>
        </p:nvSpPr>
        <p:spPr>
          <a:xfrm>
            <a:off x="4932578" y="5958840"/>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みんなが使う</a:t>
            </a:r>
            <a:r>
              <a:rPr lang="ja-JP" altLang="en-US" sz="1700" b="1" dirty="0">
                <a:solidFill>
                  <a:srgbClr val="A64B31"/>
                </a:solidFill>
                <a:highlight>
                  <a:srgbClr val="F9E2A0"/>
                </a:highlight>
                <a:latin typeface="Meiryo"/>
                <a:ea typeface="Meiryo"/>
                <a:cs typeface="Meiryo"/>
              </a:rPr>
              <a:t>わけではない</a:t>
            </a:r>
            <a:r>
              <a:rPr lang="ja-JP" altLang="en-US" sz="1700" b="0" dirty="0">
                <a:solidFill>
                  <a:srgbClr val="1F271D"/>
                </a:solidFill>
                <a:latin typeface="Meiryo"/>
                <a:ea typeface="Meiryo"/>
                <a:cs typeface="Meiryo"/>
              </a:rPr>
              <a:t>。</a:t>
            </a:r>
            <a:endParaRPr lang="ja-JP" sz="1700"/>
          </a:p>
        </p:txBody>
      </p:sp>
      <p:sp>
        <p:nvSpPr>
          <p:cNvPr id="26" name="vrule 26"/>
          <p:cNvSpPr/>
          <p:nvPr/>
        </p:nvSpPr>
        <p:spPr>
          <a:xfrm>
            <a:off x="7967777" y="4343400"/>
            <a:ext cx="13716" cy="2103120"/>
          </a:xfrm>
          <a:prstGeom prst="rect">
            <a:avLst/>
          </a:prstGeom>
          <a:solidFill>
            <a:srgbClr val="DBCCBA"/>
          </a:solidFill>
          <a:ln>
            <a:noFill/>
          </a:ln>
        </p:spPr>
        <p:txBody>
          <a:bodyPr rtlCol="0" anchor="ctr"/>
          <a:lstStyle/>
          <a:p>
            <a:endParaRPr lang="ja-JP"/>
          </a:p>
        </p:txBody>
      </p:sp>
      <p:sp>
        <p:nvSpPr>
          <p:cNvPr id="27" name="pill 27"/>
          <p:cNvSpPr txBox="1"/>
          <p:nvPr/>
        </p:nvSpPr>
        <p:spPr>
          <a:xfrm>
            <a:off x="8173517" y="4297680"/>
            <a:ext cx="1270000" cy="402336"/>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話し言葉</a:t>
            </a:r>
            <a:endParaRPr lang="ja-JP" sz="1600"/>
          </a:p>
        </p:txBody>
      </p:sp>
      <p:sp>
        <p:nvSpPr>
          <p:cNvPr id="28" name="body 28"/>
          <p:cNvSpPr txBox="1"/>
          <p:nvPr/>
        </p:nvSpPr>
        <p:spPr>
          <a:xfrm>
            <a:off x="8173517" y="48646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～わけじゃない</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～ってわけじゃない</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500"/>
                                        <p:tgtEl>
                                          <p:spTgt spid="15"/>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up)">
                                      <p:cBhvr>
                                        <p:cTn id="39" dur="500"/>
                                        <p:tgtEl>
                                          <p:spTgt spid="19"/>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up)">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up)">
                                      <p:cBhvr>
                                        <p:cTn id="53" dur="500"/>
                                        <p:tgtEl>
                                          <p:spTgt spid="23"/>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up)">
                                      <p:cBhvr>
                                        <p:cTn id="56" dur="500"/>
                                        <p:tgtEl>
                                          <p:spTgt spid="24"/>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ipe(up)">
                                      <p:cBhvr>
                                        <p:cTn id="59" dur="500"/>
                                        <p:tgtEl>
                                          <p:spTgt spid="25"/>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up)">
                                      <p:cBhvr>
                                        <p:cTn id="64" dur="500"/>
                                        <p:tgtEl>
                                          <p:spTgt spid="26"/>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up)">
                                      <p:cBhvr>
                                        <p:cTn id="67" dur="500"/>
                                        <p:tgtEl>
                                          <p:spTgt spid="27"/>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wipe(up)">
                                      <p:cBhvr>
                                        <p:cTn id="7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～わけではない</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例①②</a:t>
            </a:r>
            <a:endParaRPr lang="ja-JP" sz="1400"/>
          </a:p>
        </p:txBody>
      </p:sp>
      <p:sp>
        <p:nvSpPr>
          <p:cNvPr id="7" name="badge 7"/>
          <p:cNvSpPr txBox="1"/>
          <p:nvPr/>
        </p:nvSpPr>
        <p:spPr>
          <a:xfrm>
            <a:off x="685800" y="126466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badge 8"/>
          <p:cNvSpPr txBox="1"/>
          <p:nvPr/>
        </p:nvSpPr>
        <p:spPr>
          <a:xfrm>
            <a:off x="1490472" y="129667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9" name="line 9"/>
          <p:cNvSpPr txBox="1"/>
          <p:nvPr/>
        </p:nvSpPr>
        <p:spPr>
          <a:xfrm>
            <a:off x="2148840" y="1325880"/>
            <a:ext cx="9357055" cy="44450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500" b="0" dirty="0">
                <a:solidFill>
                  <a:srgbClr val="1F271D"/>
                </a:solidFill>
                <a:latin typeface="Meiryo"/>
                <a:ea typeface="Meiryo"/>
                <a:cs typeface="Meiryo"/>
              </a:rPr>
              <a:t>遠慮しないで、もっと食べてください。</a:t>
            </a:r>
            <a:endParaRPr lang="ja-JP" sz="2500"/>
          </a:p>
        </p:txBody>
      </p:sp>
      <p:sp>
        <p:nvSpPr>
          <p:cNvPr id="10" name="badge 10"/>
          <p:cNvSpPr txBox="1"/>
          <p:nvPr/>
        </p:nvSpPr>
        <p:spPr>
          <a:xfrm>
            <a:off x="1490472" y="1887474"/>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1" name="line 11"/>
          <p:cNvSpPr txBox="1"/>
          <p:nvPr/>
        </p:nvSpPr>
        <p:spPr>
          <a:xfrm>
            <a:off x="2148840" y="1916684"/>
            <a:ext cx="9357055" cy="88900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500" b="0" dirty="0">
                <a:solidFill>
                  <a:srgbClr val="1F271D"/>
                </a:solidFill>
                <a:latin typeface="Meiryo"/>
                <a:ea typeface="Meiryo"/>
                <a:cs typeface="Meiryo"/>
              </a:rPr>
              <a:t>遠慮している</a:t>
            </a:r>
            <a:r>
              <a:rPr lang="ja-JP" altLang="en-US" sz="2500" b="1" dirty="0">
                <a:solidFill>
                  <a:srgbClr val="A64B31"/>
                </a:solidFill>
                <a:highlight>
                  <a:srgbClr val="F9E2A0"/>
                </a:highlight>
                <a:latin typeface="Meiryo"/>
                <a:ea typeface="Meiryo"/>
                <a:cs typeface="Meiryo"/>
              </a:rPr>
              <a:t>わけじゃない</a:t>
            </a:r>
            <a:r>
              <a:rPr lang="ja-JP" altLang="en-US" sz="2500" b="0" dirty="0">
                <a:solidFill>
                  <a:srgbClr val="1F271D"/>
                </a:solidFill>
                <a:latin typeface="Meiryo"/>
                <a:ea typeface="Meiryo"/>
                <a:cs typeface="Meiryo"/>
              </a:rPr>
              <a:t>んですが、</a:t>
            </a:r>
            <a:endParaRPr lang="ja-JP" sz="2500"/>
          </a:p>
          <a:p>
            <a:pPr algn="l">
              <a:lnSpc>
                <a:spcPct val="118000"/>
              </a:lnSpc>
              <a:spcBef>
                <a:spcPts val="0"/>
              </a:spcBef>
              <a:spcAft>
                <a:spcPts val="200"/>
              </a:spcAft>
              <a:buNone/>
            </a:pPr>
            <a:r>
              <a:rPr lang="ja-JP" altLang="en-US" sz="2500" b="0" dirty="0">
                <a:solidFill>
                  <a:srgbClr val="1F271D"/>
                </a:solidFill>
                <a:latin typeface="Meiryo"/>
                <a:ea typeface="Meiryo"/>
                <a:cs typeface="Meiryo"/>
              </a:rPr>
              <a:t>もうおなかがいっぱいなんです。</a:t>
            </a:r>
            <a:endParaRPr lang="ja-JP" sz="2500"/>
          </a:p>
        </p:txBody>
      </p:sp>
      <p:sp>
        <p:nvSpPr>
          <p:cNvPr id="12" name="rule 12"/>
          <p:cNvSpPr/>
          <p:nvPr/>
        </p:nvSpPr>
        <p:spPr>
          <a:xfrm>
            <a:off x="685800" y="3080004"/>
            <a:ext cx="9174175" cy="18288"/>
          </a:xfrm>
          <a:prstGeom prst="rect">
            <a:avLst/>
          </a:prstGeom>
          <a:solidFill>
            <a:srgbClr val="DBCCBA"/>
          </a:solidFill>
          <a:ln>
            <a:noFill/>
          </a:ln>
        </p:spPr>
        <p:txBody>
          <a:bodyPr rtlCol="0" anchor="ctr"/>
          <a:lstStyle/>
          <a:p>
            <a:endParaRPr lang="ja-JP"/>
          </a:p>
        </p:txBody>
      </p:sp>
      <p:sp>
        <p:nvSpPr>
          <p:cNvPr id="13" name="badge 13"/>
          <p:cNvSpPr txBox="1"/>
          <p:nvPr/>
        </p:nvSpPr>
        <p:spPr>
          <a:xfrm>
            <a:off x="685800" y="3338830"/>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14" name="badge 14"/>
          <p:cNvSpPr txBox="1"/>
          <p:nvPr/>
        </p:nvSpPr>
        <p:spPr>
          <a:xfrm>
            <a:off x="1490472" y="3370834"/>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15" name="line 15"/>
          <p:cNvSpPr txBox="1"/>
          <p:nvPr/>
        </p:nvSpPr>
        <p:spPr>
          <a:xfrm>
            <a:off x="2148840" y="3400044"/>
            <a:ext cx="9357055" cy="44450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500" b="0" dirty="0">
                <a:solidFill>
                  <a:srgbClr val="1F271D"/>
                </a:solidFill>
                <a:latin typeface="Meiryo"/>
                <a:ea typeface="Meiryo"/>
                <a:cs typeface="Meiryo"/>
              </a:rPr>
              <a:t>ジョンさんはクラシック音楽が好き？</a:t>
            </a:r>
            <a:endParaRPr lang="ja-JP" sz="2500"/>
          </a:p>
        </p:txBody>
      </p:sp>
      <p:sp>
        <p:nvSpPr>
          <p:cNvPr id="16" name="badge 16"/>
          <p:cNvSpPr txBox="1"/>
          <p:nvPr/>
        </p:nvSpPr>
        <p:spPr>
          <a:xfrm>
            <a:off x="1490472" y="3961638"/>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7" name="line 17"/>
          <p:cNvSpPr txBox="1"/>
          <p:nvPr/>
        </p:nvSpPr>
        <p:spPr>
          <a:xfrm>
            <a:off x="2148840" y="3990848"/>
            <a:ext cx="9357055" cy="88900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500" b="0" dirty="0">
                <a:solidFill>
                  <a:srgbClr val="1F271D"/>
                </a:solidFill>
                <a:latin typeface="Meiryo"/>
                <a:ea typeface="Meiryo"/>
                <a:cs typeface="Meiryo"/>
              </a:rPr>
              <a:t>クラシック音楽……嫌いな</a:t>
            </a:r>
            <a:r>
              <a:rPr lang="ja-JP" altLang="en-US" sz="2500" b="1" dirty="0">
                <a:solidFill>
                  <a:srgbClr val="A64B31"/>
                </a:solidFill>
                <a:highlight>
                  <a:srgbClr val="F9E2A0"/>
                </a:highlight>
                <a:latin typeface="Meiryo"/>
                <a:ea typeface="Meiryo"/>
                <a:cs typeface="Meiryo"/>
              </a:rPr>
              <a:t>わけじゃない</a:t>
            </a:r>
            <a:r>
              <a:rPr lang="ja-JP" altLang="en-US" sz="2500" b="0" dirty="0">
                <a:solidFill>
                  <a:srgbClr val="1F271D"/>
                </a:solidFill>
                <a:latin typeface="Meiryo"/>
                <a:ea typeface="Meiryo"/>
                <a:cs typeface="Meiryo"/>
              </a:rPr>
              <a:t>けど、</a:t>
            </a:r>
            <a:endParaRPr lang="ja-JP" sz="2500"/>
          </a:p>
          <a:p>
            <a:pPr algn="l">
              <a:lnSpc>
                <a:spcPct val="118000"/>
              </a:lnSpc>
              <a:spcBef>
                <a:spcPts val="0"/>
              </a:spcBef>
              <a:spcAft>
                <a:spcPts val="200"/>
              </a:spcAft>
              <a:buNone/>
            </a:pPr>
            <a:r>
              <a:rPr lang="ja-JP" altLang="en-US" sz="2500" b="0" dirty="0">
                <a:solidFill>
                  <a:srgbClr val="1F271D"/>
                </a:solidFill>
                <a:latin typeface="Meiryo"/>
                <a:ea typeface="Meiryo"/>
                <a:cs typeface="Meiryo"/>
              </a:rPr>
              <a:t>聞いていると眠くなっちゃうんだ。</a:t>
            </a:r>
            <a:endParaRPr lang="ja-JP" sz="25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500"/>
                                        <p:tgtEl>
                                          <p:spTgt spid="15"/>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up)">
                                      <p:cBhvr>
                                        <p:cTn id="16" dur="500"/>
                                        <p:tgtEl>
                                          <p:spTgt spid="16"/>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up)">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～わけではない</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5　例③・練習</a:t>
            </a:r>
            <a:endParaRPr lang="ja-JP" sz="1400"/>
          </a:p>
        </p:txBody>
      </p:sp>
      <p:sp>
        <p:nvSpPr>
          <p:cNvPr id="7" name="t 7"/>
          <p:cNvSpPr txBox="1"/>
          <p:nvPr/>
        </p:nvSpPr>
        <p:spPr>
          <a:xfrm>
            <a:off x="685800" y="1234440"/>
            <a:ext cx="10820095"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③ 若い人がみんな若者言葉を使う</a:t>
            </a:r>
            <a:r>
              <a:rPr lang="ja-JP" altLang="en-US" sz="2000" b="1" dirty="0">
                <a:solidFill>
                  <a:srgbClr val="A64B31"/>
                </a:solidFill>
                <a:highlight>
                  <a:srgbClr val="F9E2A0"/>
                </a:highlight>
                <a:latin typeface="Meiryo"/>
                <a:ea typeface="Meiryo"/>
                <a:cs typeface="Meiryo"/>
              </a:rPr>
              <a:t>というわけではない</a:t>
            </a:r>
            <a:r>
              <a:rPr lang="ja-JP" altLang="en-US" sz="2000" b="0" dirty="0">
                <a:solidFill>
                  <a:srgbClr val="1F271D"/>
                </a:solidFill>
                <a:latin typeface="Meiryo"/>
                <a:ea typeface="Meiryo"/>
                <a:cs typeface="Meiryo"/>
              </a:rPr>
              <a:t>。</a:t>
            </a:r>
            <a:endParaRPr lang="ja-JP" sz="2000"/>
          </a:p>
        </p:txBody>
      </p:sp>
      <p:sp>
        <p:nvSpPr>
          <p:cNvPr id="8" name="badge 8"/>
          <p:cNvSpPr txBox="1"/>
          <p:nvPr/>
        </p:nvSpPr>
        <p:spPr>
          <a:xfrm>
            <a:off x="685800" y="2048256"/>
            <a:ext cx="457200" cy="457200"/>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④</a:t>
            </a:r>
            <a:endParaRPr lang="ja-JP" sz="1600"/>
          </a:p>
        </p:txBody>
      </p:sp>
      <p:sp>
        <p:nvSpPr>
          <p:cNvPr id="9" name="t 9"/>
          <p:cNvSpPr txBox="1"/>
          <p:nvPr/>
        </p:nvSpPr>
        <p:spPr>
          <a:xfrm>
            <a:off x="1371600" y="2011680"/>
            <a:ext cx="10134295" cy="3911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日本人がみんな（　　　　　　）が好きというわけではない。</a:t>
            </a:r>
            <a:endParaRPr lang="ja-JP" sz="2200"/>
          </a:p>
        </p:txBody>
      </p:sp>
      <p:sp>
        <p:nvSpPr>
          <p:cNvPr id="10" name="t 10"/>
          <p:cNvSpPr txBox="1"/>
          <p:nvPr/>
        </p:nvSpPr>
        <p:spPr>
          <a:xfrm>
            <a:off x="1371600" y="2475992"/>
            <a:ext cx="10134295" cy="438912"/>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1" dirty="0">
                <a:solidFill>
                  <a:srgbClr val="A64B31"/>
                </a:solidFill>
                <a:latin typeface="Meiryo"/>
                <a:ea typeface="Meiryo"/>
                <a:cs typeface="Meiryo"/>
              </a:rPr>
              <a:t>→ 例：納豆／刺身</a:t>
            </a:r>
            <a:endParaRPr lang="ja-JP" sz="2000"/>
          </a:p>
        </p:txBody>
      </p:sp>
      <p:sp>
        <p:nvSpPr>
          <p:cNvPr id="11" name="badge 11"/>
          <p:cNvSpPr txBox="1"/>
          <p:nvPr/>
        </p:nvSpPr>
        <p:spPr>
          <a:xfrm>
            <a:off x="685800" y="3134360"/>
            <a:ext cx="457200" cy="457200"/>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⑤</a:t>
            </a:r>
            <a:endParaRPr lang="ja-JP" sz="1600"/>
          </a:p>
        </p:txBody>
      </p:sp>
      <p:sp>
        <p:nvSpPr>
          <p:cNvPr id="12" name="t 12"/>
          <p:cNvSpPr txBox="1"/>
          <p:nvPr/>
        </p:nvSpPr>
        <p:spPr>
          <a:xfrm>
            <a:off x="1371600" y="3097784"/>
            <a:ext cx="10134295" cy="3911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　　　　　　）の意見がいつも正しいというわけではない。</a:t>
            </a:r>
            <a:endParaRPr lang="ja-JP" sz="2200"/>
          </a:p>
        </p:txBody>
      </p:sp>
      <p:sp>
        <p:nvSpPr>
          <p:cNvPr id="13" name="t 13"/>
          <p:cNvSpPr txBox="1"/>
          <p:nvPr/>
        </p:nvSpPr>
        <p:spPr>
          <a:xfrm>
            <a:off x="1371600" y="3562096"/>
            <a:ext cx="10134295" cy="438912"/>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1" dirty="0">
                <a:solidFill>
                  <a:srgbClr val="A64B31"/>
                </a:solidFill>
                <a:latin typeface="Meiryo"/>
                <a:ea typeface="Meiryo"/>
                <a:cs typeface="Meiryo"/>
              </a:rPr>
              <a:t>→ 例：先生／親</a:t>
            </a:r>
            <a:endParaRPr lang="ja-JP" sz="20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～わけではない</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5　翻訳練習　Câu 1/6</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47320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Tôi không phải là ghét học tiếng Nhật đâu, chỉ là hơi mệt thôi.</a:t>
            </a:r>
            <a:endParaRPr lang="ja-JP" sz="2600"/>
          </a:p>
        </p:txBody>
      </p:sp>
      <p:sp>
        <p:nvSpPr>
          <p:cNvPr id="9" name="pill 9"/>
          <p:cNvSpPr txBox="1"/>
          <p:nvPr/>
        </p:nvSpPr>
        <p:spPr>
          <a:xfrm>
            <a:off x="685800" y="321056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321056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別に、～だけ</a:t>
            </a:r>
            <a:endParaRPr lang="ja-JP" sz="1800"/>
          </a:p>
        </p:txBody>
      </p:sp>
      <p:sp>
        <p:nvSpPr>
          <p:cNvPr id="11" name="ANS_bg 11"/>
          <p:cNvSpPr/>
          <p:nvPr/>
        </p:nvSpPr>
        <p:spPr>
          <a:xfrm>
            <a:off x="685800" y="3896360"/>
            <a:ext cx="10820095" cy="206756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407924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4445000"/>
            <a:ext cx="10180015" cy="9245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別に日本語の勉強が嫌いな</a:t>
            </a:r>
            <a:r>
              <a:rPr lang="ja-JP" altLang="en-US" sz="2600" b="1" dirty="0">
                <a:solidFill>
                  <a:srgbClr val="F2C14E"/>
                </a:solidFill>
                <a:latin typeface="Meiryo"/>
                <a:ea typeface="Meiryo"/>
                <a:cs typeface="Meiryo"/>
              </a:rPr>
              <a:t>わけじゃない</a:t>
            </a:r>
            <a:r>
              <a:rPr lang="ja-JP" altLang="en-US" sz="2600" b="1" dirty="0">
                <a:solidFill>
                  <a:srgbClr val="FFFFFF"/>
                </a:solidFill>
                <a:latin typeface="Meiryo"/>
                <a:ea typeface="Meiryo"/>
                <a:cs typeface="Meiryo"/>
              </a:rPr>
              <a:t>。</a:t>
            </a:r>
            <a:endParaRPr lang="ja-JP" sz="2600"/>
          </a:p>
          <a:p>
            <a:pPr algn="l">
              <a:lnSpc>
                <a:spcPct val="118000"/>
              </a:lnSpc>
              <a:spcBef>
                <a:spcPts val="0"/>
              </a:spcBef>
              <a:spcAft>
                <a:spcPts val="200"/>
              </a:spcAft>
              <a:buNone/>
            </a:pPr>
            <a:r>
              <a:rPr lang="ja-JP" altLang="en-US" sz="2600" b="1" dirty="0">
                <a:solidFill>
                  <a:srgbClr val="FFFFFF"/>
                </a:solidFill>
                <a:latin typeface="Meiryo"/>
                <a:ea typeface="Meiryo"/>
                <a:cs typeface="Meiryo"/>
              </a:rPr>
              <a:t>ちょっと疲れているだけだ。</a:t>
            </a:r>
            <a:endParaRPr lang="ja-JP" sz="2600"/>
          </a:p>
        </p:txBody>
      </p:sp>
      <p:sp>
        <p:nvSpPr>
          <p:cNvPr id="14" name="t 14"/>
          <p:cNvSpPr txBox="1"/>
          <p:nvPr/>
        </p:nvSpPr>
        <p:spPr>
          <a:xfrm>
            <a:off x="1005840" y="546100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別の表現：日本語の勉強が嫌いというわけではありません。少し疲れているだけです。</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～わけではない</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5　翻訳練習　Câu 2/6</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Không phải người Nhật nào cũng thích sushi.</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みんな</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日本人がみんな寿司が好きな</a:t>
            </a:r>
            <a:r>
              <a:rPr lang="ja-JP" altLang="en-US" sz="2600" b="1" dirty="0">
                <a:solidFill>
                  <a:srgbClr val="F2C14E"/>
                </a:solidFill>
                <a:latin typeface="Meiryo"/>
                <a:ea typeface="Meiryo"/>
                <a:cs typeface="Meiryo"/>
              </a:rPr>
              <a:t>わけではない</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別の表現：日本人がみんな寿司が好きだというわけではない。</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8796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～わけではない</a:t>
            </a:r>
            <a:endParaRPr lang="ja-JP" sz="1600"/>
          </a:p>
        </p:txBody>
      </p:sp>
      <p:sp>
        <p:nvSpPr>
          <p:cNvPr id="6" name="t 6"/>
          <p:cNvSpPr txBox="1"/>
          <p:nvPr/>
        </p:nvSpPr>
        <p:spPr>
          <a:xfrm>
            <a:off x="27482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5　翻訳練習　Câu 3/6</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Đồ đắt không có nghĩa là lúc nào cũng tốt.</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高い、いつも</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高いものがいつもいい</a:t>
            </a:r>
            <a:r>
              <a:rPr lang="ja-JP" altLang="en-US" sz="2600" b="1" dirty="0">
                <a:solidFill>
                  <a:srgbClr val="F2C14E"/>
                </a:solidFill>
                <a:latin typeface="Meiryo"/>
                <a:ea typeface="Meiryo"/>
                <a:cs typeface="Meiryo"/>
              </a:rPr>
              <a:t>というわけではない</a:t>
            </a:r>
            <a:r>
              <a:rPr lang="ja-JP" altLang="en-US" sz="2600" b="1" dirty="0">
                <a:solidFill>
                  <a:srgbClr val="FFFFFF"/>
                </a:solidFill>
                <a:latin typeface="Meiryo"/>
                <a:ea typeface="Meiryo"/>
                <a:cs typeface="Meiryo"/>
              </a:rPr>
              <a:t>。</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別の表現：値段が高ければ必ずいいというわけではない。</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9174175" y="-1554480"/>
            <a:ext cx="4206240" cy="4206240"/>
          </a:xfrm>
          <a:prstGeom prst="ellipse">
            <a:avLst/>
          </a:prstGeom>
          <a:solidFill>
            <a:srgbClr val="DBCCBA"/>
          </a:solidFill>
          <a:ln>
            <a:noFill/>
          </a:ln>
        </p:spPr>
        <p:txBody>
          <a:bodyPr rtlCol="0" anchor="ctr"/>
          <a:lstStyle/>
          <a:p>
            <a:endParaRPr lang="ja-JP"/>
          </a:p>
        </p:txBody>
      </p:sp>
      <p:sp>
        <p:nvSpPr>
          <p:cNvPr id="3" name="deco 3"/>
          <p:cNvSpPr/>
          <p:nvPr/>
        </p:nvSpPr>
        <p:spPr>
          <a:xfrm>
            <a:off x="-914400" y="5852160"/>
            <a:ext cx="1828800" cy="182880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042855" y="-868680"/>
            <a:ext cx="2377440" cy="310896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文法 5.2</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5</a:t>
            </a:r>
            <a:endParaRPr lang="ja-JP" sz="1400"/>
          </a:p>
        </p:txBody>
      </p:sp>
      <p:sp>
        <p:nvSpPr>
          <p:cNvPr id="7" name="title 7"/>
          <p:cNvSpPr txBox="1"/>
          <p:nvPr/>
        </p:nvSpPr>
        <p:spPr>
          <a:xfrm>
            <a:off x="685800" y="868680"/>
            <a:ext cx="8961120" cy="7315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4000" b="1" dirty="0">
                <a:solidFill>
                  <a:srgbClr val="1F271D"/>
                </a:solidFill>
                <a:latin typeface="Meiryo"/>
                <a:ea typeface="Meiryo"/>
                <a:cs typeface="Meiryo"/>
              </a:rPr>
              <a:t>～くらい／～ぐらい</a:t>
            </a:r>
            <a:endParaRPr lang="ja-JP" sz="4000"/>
          </a:p>
        </p:txBody>
      </p:sp>
      <p:sp>
        <p:nvSpPr>
          <p:cNvPr id="8" name="meaning 8"/>
          <p:cNvSpPr txBox="1"/>
          <p:nvPr/>
        </p:nvSpPr>
        <p:spPr>
          <a:xfrm>
            <a:off x="685800" y="1572768"/>
            <a:ext cx="8961120" cy="41148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7A5F2E"/>
                </a:solidFill>
                <a:latin typeface="Meiryo"/>
                <a:ea typeface="Meiryo"/>
                <a:cs typeface="Meiryo"/>
              </a:rPr>
              <a:t>「小さいことだ。大きい問題じゃない」と軽く見る言い方</a:t>
            </a:r>
            <a:endParaRPr lang="ja-JP" sz="1800"/>
          </a:p>
        </p:txBody>
      </p:sp>
      <p:sp>
        <p:nvSpPr>
          <p:cNvPr id="9" name="conn 9"/>
          <p:cNvSpPr/>
          <p:nvPr/>
        </p:nvSpPr>
        <p:spPr>
          <a:xfrm>
            <a:off x="685800" y="2148840"/>
            <a:ext cx="10820095" cy="1371600"/>
          </a:xfrm>
          <a:prstGeom prst="roundRect">
            <a:avLst>
              <a:gd name="adj" fmla="val 8000"/>
            </a:avLst>
          </a:prstGeom>
          <a:solidFill>
            <a:srgbClr val="FFFFFF"/>
          </a:solidFill>
          <a:ln w="12700">
            <a:solidFill>
              <a:srgbClr val="DBCCBA"/>
            </a:solidFill>
          </a:ln>
          <a:effectLst>
            <a:outerShdw blurRad="76200" dist="25400" dir="5400000" algn="bl" rotWithShape="0">
              <a:srgbClr val="000000">
                <a:alpha val="12000"/>
              </a:srgbClr>
            </a:outerShdw>
          </a:effectLst>
        </p:spPr>
        <p:txBody>
          <a:bodyPr rtlCol="0" anchor="ctr"/>
          <a:lstStyle/>
          <a:p>
            <a:endParaRPr lang="ja-JP"/>
          </a:p>
        </p:txBody>
      </p:sp>
      <p:sp>
        <p:nvSpPr>
          <p:cNvPr id="10" name="pill 10"/>
          <p:cNvSpPr txBox="1"/>
          <p:nvPr/>
        </p:nvSpPr>
        <p:spPr>
          <a:xfrm>
            <a:off x="914400" y="2395728"/>
            <a:ext cx="838200" cy="38404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FFFFFF"/>
                </a:solidFill>
                <a:latin typeface="Meiryo"/>
                <a:ea typeface="Meiryo"/>
                <a:cs typeface="Meiryo"/>
              </a:rPr>
              <a:t>接続</a:t>
            </a:r>
            <a:endParaRPr lang="ja-JP" sz="1500"/>
          </a:p>
        </p:txBody>
      </p:sp>
      <p:sp>
        <p:nvSpPr>
          <p:cNvPr id="11" name="form 11"/>
          <p:cNvSpPr txBox="1"/>
          <p:nvPr/>
        </p:nvSpPr>
        <p:spPr>
          <a:xfrm>
            <a:off x="2103120" y="23774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普通形 ＋ </a:t>
            </a:r>
            <a:r>
              <a:rPr lang="ja-JP" altLang="en-US" sz="2200" b="1" dirty="0">
                <a:solidFill>
                  <a:srgbClr val="A64B31"/>
                </a:solidFill>
                <a:highlight>
                  <a:srgbClr val="F9E2A0"/>
                </a:highlight>
                <a:latin typeface="Meiryo"/>
                <a:ea typeface="Meiryo"/>
                <a:cs typeface="Meiryo"/>
              </a:rPr>
              <a:t>くらい／ぐらい</a:t>
            </a:r>
            <a:endParaRPr lang="ja-JP" sz="2200"/>
          </a:p>
        </p:txBody>
      </p:sp>
      <p:sp>
        <p:nvSpPr>
          <p:cNvPr id="12" name="ex 12"/>
          <p:cNvSpPr txBox="1"/>
          <p:nvPr/>
        </p:nvSpPr>
        <p:spPr>
          <a:xfrm>
            <a:off x="7726680" y="23774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歩いた</a:t>
            </a:r>
            <a:r>
              <a:rPr lang="ja-JP" altLang="en-US" sz="1700" b="1" dirty="0">
                <a:solidFill>
                  <a:srgbClr val="A64B31"/>
                </a:solidFill>
                <a:highlight>
                  <a:srgbClr val="F9E2A0"/>
                </a:highlight>
                <a:latin typeface="Meiryo"/>
                <a:ea typeface="Meiryo"/>
                <a:cs typeface="Meiryo"/>
              </a:rPr>
              <a:t>くらい</a:t>
            </a:r>
            <a:r>
              <a:rPr lang="ja-JP" altLang="en-US" sz="1700" b="0" dirty="0">
                <a:solidFill>
                  <a:srgbClr val="7A6F62"/>
                </a:solidFill>
                <a:latin typeface="Meiryo"/>
                <a:ea typeface="Meiryo"/>
                <a:cs typeface="Meiryo"/>
              </a:rPr>
              <a:t>で</a:t>
            </a:r>
            <a:endParaRPr lang="ja-JP" sz="1700"/>
          </a:p>
        </p:txBody>
      </p:sp>
      <p:sp>
        <p:nvSpPr>
          <p:cNvPr id="13" name="form 13"/>
          <p:cNvSpPr txBox="1"/>
          <p:nvPr/>
        </p:nvSpPr>
        <p:spPr>
          <a:xfrm>
            <a:off x="2103120" y="2834640"/>
            <a:ext cx="59436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200" b="1" dirty="0">
                <a:solidFill>
                  <a:srgbClr val="1F271D"/>
                </a:solidFill>
                <a:latin typeface="Meiryo"/>
                <a:ea typeface="Meiryo"/>
                <a:cs typeface="Meiryo"/>
              </a:rPr>
              <a:t>Aな ／ N ＋ </a:t>
            </a:r>
            <a:r>
              <a:rPr lang="ja-JP" altLang="en-US" sz="2200" b="1" dirty="0">
                <a:solidFill>
                  <a:srgbClr val="A64B31"/>
                </a:solidFill>
                <a:highlight>
                  <a:srgbClr val="F9E2A0"/>
                </a:highlight>
                <a:latin typeface="Meiryo"/>
                <a:ea typeface="Meiryo"/>
                <a:cs typeface="Meiryo"/>
              </a:rPr>
              <a:t>くらい／ぐらい</a:t>
            </a:r>
            <a:endParaRPr lang="ja-JP" sz="2200"/>
          </a:p>
        </p:txBody>
      </p:sp>
      <p:sp>
        <p:nvSpPr>
          <p:cNvPr id="14" name="ex 14"/>
          <p:cNvSpPr txBox="1"/>
          <p:nvPr/>
        </p:nvSpPr>
        <p:spPr>
          <a:xfrm>
            <a:off x="7726680" y="2834640"/>
            <a:ext cx="3642055"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700" b="0" dirty="0">
                <a:solidFill>
                  <a:srgbClr val="7A6F62"/>
                </a:solidFill>
                <a:latin typeface="Meiryo"/>
                <a:ea typeface="Meiryo"/>
                <a:cs typeface="Meiryo"/>
              </a:rPr>
              <a:t>電話の一本</a:t>
            </a:r>
            <a:r>
              <a:rPr lang="ja-JP" altLang="en-US" sz="1700" b="1" dirty="0">
                <a:solidFill>
                  <a:srgbClr val="A64B31"/>
                </a:solidFill>
                <a:highlight>
                  <a:srgbClr val="F9E2A0"/>
                </a:highlight>
                <a:latin typeface="Meiryo"/>
                <a:ea typeface="Meiryo"/>
                <a:cs typeface="Meiryo"/>
              </a:rPr>
              <a:t>ぐらい</a:t>
            </a:r>
            <a:endParaRPr lang="ja-JP" sz="1700"/>
          </a:p>
        </p:txBody>
      </p:sp>
      <p:sp>
        <p:nvSpPr>
          <p:cNvPr id="15" name="pill 15"/>
          <p:cNvSpPr txBox="1"/>
          <p:nvPr/>
        </p:nvSpPr>
        <p:spPr>
          <a:xfrm>
            <a:off x="685800" y="3840480"/>
            <a:ext cx="863600" cy="402336"/>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意味</a:t>
            </a:r>
            <a:endParaRPr lang="ja-JP" sz="1600"/>
          </a:p>
        </p:txBody>
      </p:sp>
      <p:sp>
        <p:nvSpPr>
          <p:cNvPr id="16" name="body 16"/>
          <p:cNvSpPr txBox="1"/>
          <p:nvPr/>
        </p:nvSpPr>
        <p:spPr>
          <a:xfrm>
            <a:off x="685800"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話し手が「簡単なこと・小さいこと」と軽く見ている。</a:t>
            </a:r>
            <a:endParaRPr lang="ja-JP" sz="1600"/>
          </a:p>
        </p:txBody>
      </p:sp>
      <p:sp>
        <p:nvSpPr>
          <p:cNvPr id="17" name="rei 17"/>
          <p:cNvSpPr txBox="1"/>
          <p:nvPr/>
        </p:nvSpPr>
        <p:spPr>
          <a:xfrm>
            <a:off x="685800" y="5231384"/>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18" name="pex 18"/>
          <p:cNvSpPr txBox="1"/>
          <p:nvPr/>
        </p:nvSpPr>
        <p:spPr>
          <a:xfrm>
            <a:off x="1188720" y="5213096"/>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電話の一本</a:t>
            </a:r>
            <a:r>
              <a:rPr lang="ja-JP" altLang="en-US" sz="1700" b="1" dirty="0">
                <a:solidFill>
                  <a:srgbClr val="A64B31"/>
                </a:solidFill>
                <a:highlight>
                  <a:srgbClr val="F9E2A0"/>
                </a:highlight>
                <a:latin typeface="Meiryo"/>
                <a:ea typeface="Meiryo"/>
                <a:cs typeface="Meiryo"/>
              </a:rPr>
              <a:t>ぐらい</a:t>
            </a:r>
            <a:r>
              <a:rPr lang="ja-JP" altLang="en-US" sz="1700" b="0" dirty="0">
                <a:solidFill>
                  <a:srgbClr val="1F271D"/>
                </a:solidFill>
                <a:latin typeface="Meiryo"/>
                <a:ea typeface="Meiryo"/>
                <a:cs typeface="Meiryo"/>
              </a:rPr>
              <a:t>かけてよ。</a:t>
            </a:r>
            <a:endParaRPr lang="ja-JP" sz="1700"/>
          </a:p>
        </p:txBody>
      </p:sp>
      <p:sp>
        <p:nvSpPr>
          <p:cNvPr id="19" name="vrule 19"/>
          <p:cNvSpPr/>
          <p:nvPr/>
        </p:nvSpPr>
        <p:spPr>
          <a:xfrm>
            <a:off x="4223918" y="3886200"/>
            <a:ext cx="13716" cy="2560320"/>
          </a:xfrm>
          <a:prstGeom prst="rect">
            <a:avLst/>
          </a:prstGeom>
          <a:solidFill>
            <a:srgbClr val="DBCCBA"/>
          </a:solidFill>
          <a:ln>
            <a:noFill/>
          </a:ln>
        </p:spPr>
        <p:txBody>
          <a:bodyPr rtlCol="0" anchor="ctr"/>
          <a:lstStyle/>
          <a:p>
            <a:endParaRPr lang="ja-JP"/>
          </a:p>
        </p:txBody>
      </p:sp>
      <p:sp>
        <p:nvSpPr>
          <p:cNvPr id="20" name="pill 20"/>
          <p:cNvSpPr txBox="1"/>
          <p:nvPr/>
        </p:nvSpPr>
        <p:spPr>
          <a:xfrm>
            <a:off x="4429658" y="3840480"/>
            <a:ext cx="1473200" cy="402336"/>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よく使う形</a:t>
            </a:r>
            <a:endParaRPr lang="ja-JP" sz="1600"/>
          </a:p>
        </p:txBody>
      </p:sp>
      <p:sp>
        <p:nvSpPr>
          <p:cNvPr id="21" name="body 21"/>
          <p:cNvSpPr txBox="1"/>
          <p:nvPr/>
        </p:nvSpPr>
        <p:spPr>
          <a:xfrm>
            <a:off x="4429658" y="4407408"/>
            <a:ext cx="3332378" cy="911352"/>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～くらい…てもいい</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～くらい…なさい</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～くらいで…なんて</a:t>
            </a:r>
            <a:endParaRPr lang="ja-JP" sz="1600"/>
          </a:p>
        </p:txBody>
      </p:sp>
      <p:sp>
        <p:nvSpPr>
          <p:cNvPr id="22" name="rei 22"/>
          <p:cNvSpPr txBox="1"/>
          <p:nvPr/>
        </p:nvSpPr>
        <p:spPr>
          <a:xfrm>
            <a:off x="4429658" y="5519928"/>
            <a:ext cx="502920" cy="365760"/>
          </a:xfrm>
          <a:prstGeom prst="rect">
            <a:avLst/>
          </a:prstGeom>
          <a:noFill/>
          <a:ln>
            <a:noFill/>
          </a:ln>
        </p:spPr>
        <p:txBody>
          <a:bodyPr wrap="square" lIns="0" tIns="0" rIns="0" bIns="0" rtlCol="0" anchor="t">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a:t>
            </a:r>
            <a:endParaRPr lang="ja-JP" sz="1400"/>
          </a:p>
        </p:txBody>
      </p:sp>
      <p:sp>
        <p:nvSpPr>
          <p:cNvPr id="23" name="pex 23"/>
          <p:cNvSpPr txBox="1"/>
          <p:nvPr/>
        </p:nvSpPr>
        <p:spPr>
          <a:xfrm>
            <a:off x="4932578" y="5501640"/>
            <a:ext cx="2829458" cy="641604"/>
          </a:xfrm>
          <a:prstGeom prst="rect">
            <a:avLst/>
          </a:prstGeom>
          <a:noFill/>
          <a:ln>
            <a:noFill/>
          </a:ln>
        </p:spPr>
        <p:txBody>
          <a:bodyPr wrap="square" lIns="0" tIns="0" rIns="0" bIns="0" rtlCol="0" anchor="t">
            <a:noAutofit/>
          </a:bodyPr>
          <a:lstStyle/>
          <a:p>
            <a:pPr algn="l">
              <a:lnSpc>
                <a:spcPct val="120000"/>
              </a:lnSpc>
              <a:spcBef>
                <a:spcPts val="0"/>
              </a:spcBef>
              <a:spcAft>
                <a:spcPts val="200"/>
              </a:spcAft>
              <a:buNone/>
            </a:pPr>
            <a:r>
              <a:rPr lang="ja-JP" altLang="en-US" sz="1700" b="0" dirty="0">
                <a:solidFill>
                  <a:srgbClr val="1F271D"/>
                </a:solidFill>
                <a:latin typeface="Meiryo"/>
                <a:ea typeface="Meiryo"/>
                <a:cs typeface="Meiryo"/>
              </a:rPr>
              <a:t>それ</a:t>
            </a:r>
            <a:r>
              <a:rPr lang="ja-JP" altLang="en-US" sz="1700" b="1" dirty="0">
                <a:solidFill>
                  <a:srgbClr val="A64B31"/>
                </a:solidFill>
                <a:highlight>
                  <a:srgbClr val="F9E2A0"/>
                </a:highlight>
                <a:latin typeface="Meiryo"/>
                <a:ea typeface="Meiryo"/>
                <a:cs typeface="Meiryo"/>
              </a:rPr>
              <a:t>くらい</a:t>
            </a:r>
            <a:r>
              <a:rPr lang="ja-JP" altLang="en-US" sz="1700" b="0" dirty="0">
                <a:solidFill>
                  <a:srgbClr val="1F271D"/>
                </a:solidFill>
                <a:latin typeface="Meiryo"/>
                <a:ea typeface="Meiryo"/>
                <a:cs typeface="Meiryo"/>
              </a:rPr>
              <a:t>自分でしなさい。</a:t>
            </a:r>
            <a:endParaRPr lang="ja-JP" sz="1700"/>
          </a:p>
        </p:txBody>
      </p:sp>
      <p:sp>
        <p:nvSpPr>
          <p:cNvPr id="24" name="vrule 24"/>
          <p:cNvSpPr/>
          <p:nvPr/>
        </p:nvSpPr>
        <p:spPr>
          <a:xfrm>
            <a:off x="7967777" y="3886200"/>
            <a:ext cx="13716" cy="2560320"/>
          </a:xfrm>
          <a:prstGeom prst="rect">
            <a:avLst/>
          </a:prstGeom>
          <a:solidFill>
            <a:srgbClr val="DBCCBA"/>
          </a:solidFill>
          <a:ln>
            <a:noFill/>
          </a:ln>
        </p:spPr>
        <p:txBody>
          <a:bodyPr rtlCol="0" anchor="ctr"/>
          <a:lstStyle/>
          <a:p>
            <a:endParaRPr lang="ja-JP"/>
          </a:p>
        </p:txBody>
      </p:sp>
      <p:sp>
        <p:nvSpPr>
          <p:cNvPr id="25" name="pill 25"/>
          <p:cNvSpPr txBox="1"/>
          <p:nvPr/>
        </p:nvSpPr>
        <p:spPr>
          <a:xfrm>
            <a:off x="8173517" y="3840480"/>
            <a:ext cx="1611376" cy="402336"/>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3.3との違い</a:t>
            </a:r>
            <a:endParaRPr lang="ja-JP" sz="1600"/>
          </a:p>
        </p:txBody>
      </p:sp>
      <p:sp>
        <p:nvSpPr>
          <p:cNvPr id="26" name="body 26"/>
          <p:cNvSpPr txBox="1"/>
          <p:nvPr/>
        </p:nvSpPr>
        <p:spPr>
          <a:xfrm>
            <a:off x="8173517" y="4407408"/>
            <a:ext cx="3332378" cy="622808"/>
          </a:xfrm>
          <a:prstGeom prst="rect">
            <a:avLst/>
          </a:prstGeom>
          <a:noFill/>
          <a:ln>
            <a:noFill/>
          </a:ln>
        </p:spPr>
        <p:txBody>
          <a:bodyPr wrap="square" lIns="0" tIns="0" rIns="0" bIns="0" rtlCol="0" anchor="t">
            <a:noAutofit/>
          </a:bodyPr>
          <a:lstStyle/>
          <a:p>
            <a:pPr algn="l">
              <a:lnSpc>
                <a:spcPct val="125000"/>
              </a:lnSpc>
              <a:spcBef>
                <a:spcPts val="0"/>
              </a:spcBef>
              <a:spcAft>
                <a:spcPts val="200"/>
              </a:spcAft>
              <a:buNone/>
            </a:pPr>
            <a:r>
              <a:rPr lang="ja-JP" altLang="en-US" sz="1600" b="0" dirty="0">
                <a:solidFill>
                  <a:srgbClr val="1F271D"/>
                </a:solidFill>
                <a:latin typeface="Meiryo"/>
                <a:ea typeface="Meiryo"/>
                <a:cs typeface="Meiryo"/>
              </a:rPr>
              <a:t>3.3：程度が大きい（山ほど）</a:t>
            </a:r>
            <a:endParaRPr lang="ja-JP" sz="1600"/>
          </a:p>
          <a:p>
            <a:pPr algn="l">
              <a:lnSpc>
                <a:spcPct val="125000"/>
              </a:lnSpc>
              <a:spcBef>
                <a:spcPts val="0"/>
              </a:spcBef>
              <a:spcAft>
                <a:spcPts val="200"/>
              </a:spcAft>
              <a:buNone/>
            </a:pPr>
            <a:r>
              <a:rPr lang="ja-JP" altLang="en-US" sz="1600" b="0" dirty="0">
                <a:solidFill>
                  <a:srgbClr val="1F271D"/>
                </a:solidFill>
                <a:latin typeface="Meiryo"/>
                <a:ea typeface="Meiryo"/>
                <a:cs typeface="Meiryo"/>
              </a:rPr>
              <a:t>5.2：程度が小さい（軽く見る）</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up)">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500"/>
                                        <p:tgtEl>
                                          <p:spTgt spid="19"/>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500"/>
                                        <p:tgtEl>
                                          <p:spTgt spid="20"/>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up)">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wipe(up)">
                                      <p:cBhvr>
                                        <p:cTn id="58" dur="500"/>
                                        <p:tgtEl>
                                          <p:spTgt spid="24"/>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ipe(up)">
                                      <p:cBhvr>
                                        <p:cTn id="61" dur="500"/>
                                        <p:tgtEl>
                                          <p:spTgt spid="25"/>
                                        </p:tgtEl>
                                      </p:cBhvr>
                                    </p:animEffect>
                                  </p:childTnLst>
                                </p:cTn>
                              </p:par>
                              <p:par>
                                <p:cTn id="62" presetID="22" presetClass="entr" presetSubtype="1"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up)">
                                      <p:cBhvr>
                                        <p:cTn id="6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～くらい／～ぐらい</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例①②</a:t>
            </a:r>
            <a:endParaRPr lang="ja-JP" sz="1400"/>
          </a:p>
        </p:txBody>
      </p:sp>
      <p:sp>
        <p:nvSpPr>
          <p:cNvPr id="7" name="badge 7"/>
          <p:cNvSpPr txBox="1"/>
          <p:nvPr/>
        </p:nvSpPr>
        <p:spPr>
          <a:xfrm>
            <a:off x="685800" y="125577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①</a:t>
            </a:r>
            <a:endParaRPr lang="ja-JP" sz="2000"/>
          </a:p>
        </p:txBody>
      </p:sp>
      <p:sp>
        <p:nvSpPr>
          <p:cNvPr id="8" name="badge 8"/>
          <p:cNvSpPr txBox="1"/>
          <p:nvPr/>
        </p:nvSpPr>
        <p:spPr>
          <a:xfrm>
            <a:off x="1490472" y="1287780"/>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9" name="line 9"/>
          <p:cNvSpPr txBox="1"/>
          <p:nvPr/>
        </p:nvSpPr>
        <p:spPr>
          <a:xfrm>
            <a:off x="2148840" y="1325880"/>
            <a:ext cx="935705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メール、見た？</a:t>
            </a:r>
            <a:endParaRPr lang="ja-JP" sz="2400"/>
          </a:p>
        </p:txBody>
      </p:sp>
      <p:sp>
        <p:nvSpPr>
          <p:cNvPr id="10" name="badge 10"/>
          <p:cNvSpPr txBox="1"/>
          <p:nvPr/>
        </p:nvSpPr>
        <p:spPr>
          <a:xfrm>
            <a:off x="1490472" y="1860804"/>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1" name="line 11"/>
          <p:cNvSpPr txBox="1"/>
          <p:nvPr/>
        </p:nvSpPr>
        <p:spPr>
          <a:xfrm>
            <a:off x="2148840" y="1898904"/>
            <a:ext cx="935705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ごめん！　忙しくて、メールのチェックしてなかった。</a:t>
            </a:r>
            <a:endParaRPr lang="ja-JP" sz="2400"/>
          </a:p>
        </p:txBody>
      </p:sp>
      <p:sp>
        <p:nvSpPr>
          <p:cNvPr id="12" name="badge 12"/>
          <p:cNvSpPr txBox="1"/>
          <p:nvPr/>
        </p:nvSpPr>
        <p:spPr>
          <a:xfrm>
            <a:off x="1490472" y="2433828"/>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13" name="line 13"/>
          <p:cNvSpPr txBox="1"/>
          <p:nvPr/>
        </p:nvSpPr>
        <p:spPr>
          <a:xfrm>
            <a:off x="2148840" y="2471928"/>
            <a:ext cx="9357055" cy="8534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え？　忙しくても、</a:t>
            </a:r>
            <a:endParaRPr lang="ja-JP" sz="2400"/>
          </a:p>
          <a:p>
            <a:pPr algn="l">
              <a:lnSpc>
                <a:spcPct val="118000"/>
              </a:lnSpc>
              <a:spcBef>
                <a:spcPts val="0"/>
              </a:spcBef>
              <a:spcAft>
                <a:spcPts val="200"/>
              </a:spcAft>
              <a:buNone/>
            </a:pPr>
            <a:r>
              <a:rPr lang="ja-JP" altLang="en-US" sz="2400" b="0" dirty="0">
                <a:solidFill>
                  <a:srgbClr val="1F271D"/>
                </a:solidFill>
                <a:latin typeface="Meiryo"/>
                <a:ea typeface="Meiryo"/>
                <a:cs typeface="Meiryo"/>
              </a:rPr>
              <a:t>メールをチェックする時間</a:t>
            </a:r>
            <a:r>
              <a:rPr lang="ja-JP" altLang="en-US" sz="2400" b="1" dirty="0">
                <a:solidFill>
                  <a:srgbClr val="A64B31"/>
                </a:solidFill>
                <a:highlight>
                  <a:srgbClr val="F9E2A0"/>
                </a:highlight>
                <a:latin typeface="Meiryo"/>
                <a:ea typeface="Meiryo"/>
                <a:cs typeface="Meiryo"/>
              </a:rPr>
              <a:t>くらい</a:t>
            </a:r>
            <a:r>
              <a:rPr lang="ja-JP" altLang="en-US" sz="2400" b="0" dirty="0">
                <a:solidFill>
                  <a:srgbClr val="1F271D"/>
                </a:solidFill>
                <a:latin typeface="Meiryo"/>
                <a:ea typeface="Meiryo"/>
                <a:cs typeface="Meiryo"/>
              </a:rPr>
              <a:t>はあるだろう？</a:t>
            </a:r>
            <a:endParaRPr lang="ja-JP" sz="2400"/>
          </a:p>
        </p:txBody>
      </p:sp>
      <p:sp>
        <p:nvSpPr>
          <p:cNvPr id="14" name="rule 14"/>
          <p:cNvSpPr/>
          <p:nvPr/>
        </p:nvSpPr>
        <p:spPr>
          <a:xfrm>
            <a:off x="685800" y="3599688"/>
            <a:ext cx="9174175" cy="18288"/>
          </a:xfrm>
          <a:prstGeom prst="rect">
            <a:avLst/>
          </a:prstGeom>
          <a:solidFill>
            <a:srgbClr val="DBCCBA"/>
          </a:solidFill>
          <a:ln>
            <a:noFill/>
          </a:ln>
        </p:spPr>
        <p:txBody>
          <a:bodyPr rtlCol="0" anchor="ctr"/>
          <a:lstStyle/>
          <a:p>
            <a:endParaRPr lang="ja-JP"/>
          </a:p>
        </p:txBody>
      </p:sp>
      <p:sp>
        <p:nvSpPr>
          <p:cNvPr id="15" name="badge 15"/>
          <p:cNvSpPr txBox="1"/>
          <p:nvPr/>
        </p:nvSpPr>
        <p:spPr>
          <a:xfrm>
            <a:off x="685800" y="3849624"/>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2000" b="1" dirty="0">
                <a:solidFill>
                  <a:srgbClr val="FFFFFF"/>
                </a:solidFill>
                <a:latin typeface="Meiryo"/>
                <a:ea typeface="Meiryo"/>
                <a:cs typeface="Meiryo"/>
              </a:rPr>
              <a:t>②</a:t>
            </a:r>
            <a:endParaRPr lang="ja-JP" sz="2000"/>
          </a:p>
        </p:txBody>
      </p:sp>
      <p:sp>
        <p:nvSpPr>
          <p:cNvPr id="16" name="badge 16"/>
          <p:cNvSpPr txBox="1"/>
          <p:nvPr/>
        </p:nvSpPr>
        <p:spPr>
          <a:xfrm>
            <a:off x="1490472" y="3881628"/>
            <a:ext cx="502920" cy="502920"/>
          </a:xfrm>
          <a:prstGeom prst="roundRect">
            <a:avLst>
              <a:gd name="adj" fmla="val 50000"/>
            </a:avLst>
          </a:prstGeom>
          <a:solidFill>
            <a:srgbClr val="7A5F2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A</a:t>
            </a:r>
            <a:endParaRPr lang="ja-JP" sz="1700"/>
          </a:p>
        </p:txBody>
      </p:sp>
      <p:sp>
        <p:nvSpPr>
          <p:cNvPr id="17" name="line 17"/>
          <p:cNvSpPr txBox="1"/>
          <p:nvPr/>
        </p:nvSpPr>
        <p:spPr>
          <a:xfrm>
            <a:off x="2148840" y="3919728"/>
            <a:ext cx="935705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ああ、暑い、暑い。エアコン、つけよう。</a:t>
            </a:r>
            <a:endParaRPr lang="ja-JP" sz="2400"/>
          </a:p>
        </p:txBody>
      </p:sp>
      <p:sp>
        <p:nvSpPr>
          <p:cNvPr id="18" name="badge 18"/>
          <p:cNvSpPr txBox="1"/>
          <p:nvPr/>
        </p:nvSpPr>
        <p:spPr>
          <a:xfrm>
            <a:off x="1490472" y="4454652"/>
            <a:ext cx="502920" cy="502920"/>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700" b="1" dirty="0">
                <a:solidFill>
                  <a:srgbClr val="FFFFFF"/>
                </a:solidFill>
                <a:latin typeface="Meiryo"/>
                <a:ea typeface="Meiryo"/>
                <a:cs typeface="Meiryo"/>
              </a:rPr>
              <a:t>B</a:t>
            </a:r>
            <a:endParaRPr lang="ja-JP" sz="1700"/>
          </a:p>
        </p:txBody>
      </p:sp>
      <p:sp>
        <p:nvSpPr>
          <p:cNvPr id="19" name="line 19"/>
          <p:cNvSpPr txBox="1"/>
          <p:nvPr/>
        </p:nvSpPr>
        <p:spPr>
          <a:xfrm>
            <a:off x="2148840" y="4492752"/>
            <a:ext cx="9357055" cy="4267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400" b="0" dirty="0">
                <a:solidFill>
                  <a:srgbClr val="1F271D"/>
                </a:solidFill>
                <a:latin typeface="Meiryo"/>
                <a:ea typeface="Meiryo"/>
                <a:cs typeface="Meiryo"/>
              </a:rPr>
              <a:t>でも、今28度だよ。ちょっと暑い</a:t>
            </a:r>
            <a:r>
              <a:rPr lang="ja-JP" altLang="en-US" sz="2400" b="1" dirty="0">
                <a:solidFill>
                  <a:srgbClr val="A64B31"/>
                </a:solidFill>
                <a:highlight>
                  <a:srgbClr val="F9E2A0"/>
                </a:highlight>
                <a:latin typeface="Meiryo"/>
                <a:ea typeface="Meiryo"/>
                <a:cs typeface="Meiryo"/>
              </a:rPr>
              <a:t>くらい</a:t>
            </a:r>
            <a:r>
              <a:rPr lang="ja-JP" altLang="en-US" sz="2400" b="0" dirty="0">
                <a:solidFill>
                  <a:srgbClr val="1F271D"/>
                </a:solidFill>
                <a:latin typeface="Meiryo"/>
                <a:ea typeface="Meiryo"/>
                <a:cs typeface="Meiryo"/>
              </a:rPr>
              <a:t>我慢しようよ。</a:t>
            </a:r>
            <a:endParaRPr lang="ja-JP" sz="24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up)">
                                      <p:cBhvr>
                                        <p:cTn id="10" dur="500"/>
                                        <p:tgtEl>
                                          <p:spTgt spid="16"/>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up)">
                                      <p:cBhvr>
                                        <p:cTn id="13" dur="500"/>
                                        <p:tgtEl>
                                          <p:spTgt spid="17"/>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up)">
                                      <p:cBhvr>
                                        <p:cTn id="16" dur="500"/>
                                        <p:tgtEl>
                                          <p:spTgt spid="18"/>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～くらい／～ぐらい</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5　練習</a:t>
            </a:r>
            <a:endParaRPr lang="ja-JP" sz="1400"/>
          </a:p>
        </p:txBody>
      </p:sp>
      <p:sp>
        <p:nvSpPr>
          <p:cNvPr id="7" name="t 7"/>
          <p:cNvSpPr txBox="1"/>
          <p:nvPr/>
        </p:nvSpPr>
        <p:spPr>
          <a:xfrm>
            <a:off x="685800" y="1234440"/>
            <a:ext cx="10820095" cy="50292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0" dirty="0">
                <a:solidFill>
                  <a:srgbClr val="1F271D"/>
                </a:solidFill>
                <a:latin typeface="Meiryo"/>
                <a:ea typeface="Meiryo"/>
                <a:cs typeface="Meiryo"/>
              </a:rPr>
              <a:t>例）帰りが遅くなるのなら、電話の一本</a:t>
            </a:r>
            <a:r>
              <a:rPr lang="ja-JP" altLang="en-US" sz="2000" b="1" dirty="0">
                <a:solidFill>
                  <a:srgbClr val="A64B31"/>
                </a:solidFill>
                <a:highlight>
                  <a:srgbClr val="F9E2A0"/>
                </a:highlight>
                <a:latin typeface="Meiryo"/>
                <a:ea typeface="Meiryo"/>
                <a:cs typeface="Meiryo"/>
              </a:rPr>
              <a:t>ぐらい</a:t>
            </a:r>
            <a:r>
              <a:rPr lang="ja-JP" altLang="en-US" sz="2000" b="0" dirty="0">
                <a:solidFill>
                  <a:srgbClr val="1F271D"/>
                </a:solidFill>
                <a:latin typeface="Meiryo"/>
                <a:ea typeface="Meiryo"/>
                <a:cs typeface="Meiryo"/>
              </a:rPr>
              <a:t>かけてくれてもいいじゃない。</a:t>
            </a:r>
            <a:endParaRPr lang="ja-JP" sz="2000"/>
          </a:p>
        </p:txBody>
      </p:sp>
      <p:sp>
        <p:nvSpPr>
          <p:cNvPr id="8" name="badge 8"/>
          <p:cNvSpPr txBox="1"/>
          <p:nvPr/>
        </p:nvSpPr>
        <p:spPr>
          <a:xfrm>
            <a:off x="685800" y="2048256"/>
            <a:ext cx="457200" cy="457200"/>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1</a:t>
            </a:r>
            <a:endParaRPr lang="ja-JP" sz="1600"/>
          </a:p>
        </p:txBody>
      </p:sp>
      <p:sp>
        <p:nvSpPr>
          <p:cNvPr id="9" name="t 9"/>
          <p:cNvSpPr txBox="1"/>
          <p:nvPr/>
        </p:nvSpPr>
        <p:spPr>
          <a:xfrm>
            <a:off x="1371600" y="2011680"/>
            <a:ext cx="10134295" cy="3911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外国へ行くなら、その国の（　　　　　）くらい覚えていったほうがいい。</a:t>
            </a:r>
            <a:endParaRPr lang="ja-JP" sz="2200"/>
          </a:p>
        </p:txBody>
      </p:sp>
      <p:sp>
        <p:nvSpPr>
          <p:cNvPr id="10" name="t 10"/>
          <p:cNvSpPr txBox="1"/>
          <p:nvPr/>
        </p:nvSpPr>
        <p:spPr>
          <a:xfrm>
            <a:off x="1371600" y="2475992"/>
            <a:ext cx="10134295" cy="438912"/>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1" dirty="0">
                <a:solidFill>
                  <a:srgbClr val="A64B31"/>
                </a:solidFill>
                <a:latin typeface="Meiryo"/>
                <a:ea typeface="Meiryo"/>
                <a:cs typeface="Meiryo"/>
              </a:rPr>
              <a:t>→ 例：あいさつ</a:t>
            </a:r>
            <a:endParaRPr lang="ja-JP" sz="2000"/>
          </a:p>
        </p:txBody>
      </p:sp>
      <p:sp>
        <p:nvSpPr>
          <p:cNvPr id="11" name="badge 11"/>
          <p:cNvSpPr txBox="1"/>
          <p:nvPr/>
        </p:nvSpPr>
        <p:spPr>
          <a:xfrm>
            <a:off x="685800" y="3134360"/>
            <a:ext cx="457200" cy="457200"/>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2</a:t>
            </a:r>
            <a:endParaRPr lang="ja-JP" sz="1600"/>
          </a:p>
        </p:txBody>
      </p:sp>
      <p:sp>
        <p:nvSpPr>
          <p:cNvPr id="12" name="t 12"/>
          <p:cNvSpPr txBox="1"/>
          <p:nvPr/>
        </p:nvSpPr>
        <p:spPr>
          <a:xfrm>
            <a:off x="1371600" y="3097784"/>
            <a:ext cx="10134295" cy="3911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母：もう子どもじゃないでしょう！（　　　　　）ぐらい自分でしなさい。</a:t>
            </a:r>
            <a:endParaRPr lang="ja-JP" sz="2200"/>
          </a:p>
        </p:txBody>
      </p:sp>
      <p:sp>
        <p:nvSpPr>
          <p:cNvPr id="13" name="t 13"/>
          <p:cNvSpPr txBox="1"/>
          <p:nvPr/>
        </p:nvSpPr>
        <p:spPr>
          <a:xfrm>
            <a:off x="1371600" y="3562096"/>
            <a:ext cx="10134295" cy="438912"/>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1" dirty="0">
                <a:solidFill>
                  <a:srgbClr val="A64B31"/>
                </a:solidFill>
                <a:latin typeface="Meiryo"/>
                <a:ea typeface="Meiryo"/>
                <a:cs typeface="Meiryo"/>
              </a:rPr>
              <a:t>→ 例：自分の部屋の掃除</a:t>
            </a:r>
            <a:endParaRPr lang="ja-JP" sz="2000"/>
          </a:p>
        </p:txBody>
      </p:sp>
      <p:sp>
        <p:nvSpPr>
          <p:cNvPr id="14" name="badge 14"/>
          <p:cNvSpPr txBox="1"/>
          <p:nvPr/>
        </p:nvSpPr>
        <p:spPr>
          <a:xfrm>
            <a:off x="685800" y="4220464"/>
            <a:ext cx="457200" cy="457200"/>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3</a:t>
            </a:r>
            <a:endParaRPr lang="ja-JP" sz="1600"/>
          </a:p>
        </p:txBody>
      </p:sp>
      <p:sp>
        <p:nvSpPr>
          <p:cNvPr id="15" name="t 15"/>
          <p:cNvSpPr txBox="1"/>
          <p:nvPr/>
        </p:nvSpPr>
        <p:spPr>
          <a:xfrm>
            <a:off x="1371600" y="4183888"/>
            <a:ext cx="10134295" cy="7823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200" b="0" dirty="0">
                <a:solidFill>
                  <a:srgbClr val="1F271D"/>
                </a:solidFill>
                <a:latin typeface="Meiryo"/>
                <a:ea typeface="Meiryo"/>
                <a:cs typeface="Meiryo"/>
              </a:rPr>
              <a:t>A：ああ、疲れた。</a:t>
            </a:r>
            <a:endParaRPr lang="ja-JP" sz="2200"/>
          </a:p>
          <a:p>
            <a:pPr algn="l">
              <a:lnSpc>
                <a:spcPct val="118000"/>
              </a:lnSpc>
              <a:spcBef>
                <a:spcPts val="0"/>
              </a:spcBef>
              <a:spcAft>
                <a:spcPts val="200"/>
              </a:spcAft>
              <a:buNone/>
            </a:pPr>
            <a:r>
              <a:rPr lang="ja-JP" altLang="en-US" sz="2200" b="0" dirty="0">
                <a:solidFill>
                  <a:srgbClr val="1F271D"/>
                </a:solidFill>
                <a:latin typeface="Meiryo"/>
                <a:ea typeface="Meiryo"/>
                <a:cs typeface="Meiryo"/>
              </a:rPr>
              <a:t>B：（　　　　　）くらいで疲れるなんて、運動不足だよ！</a:t>
            </a:r>
            <a:endParaRPr lang="ja-JP" sz="2200"/>
          </a:p>
        </p:txBody>
      </p:sp>
      <p:sp>
        <p:nvSpPr>
          <p:cNvPr id="16" name="t 16"/>
          <p:cNvSpPr txBox="1"/>
          <p:nvPr/>
        </p:nvSpPr>
        <p:spPr>
          <a:xfrm>
            <a:off x="1371600" y="5039360"/>
            <a:ext cx="10134295" cy="438912"/>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2000" b="1" dirty="0">
                <a:solidFill>
                  <a:srgbClr val="A64B31"/>
                </a:solidFill>
                <a:latin typeface="Meiryo"/>
                <a:ea typeface="Meiryo"/>
                <a:cs typeface="Meiryo"/>
              </a:rPr>
              <a:t>→ 例：10分歩いた</a:t>
            </a:r>
            <a:endParaRPr lang="ja-JP" sz="20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6"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～くらい／～ぐらい</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5　翻訳練習　Câu 4/6</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Ít nhất thì cũng phải chào hỏi chứ.</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あいさつ</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あいさつ</a:t>
            </a:r>
            <a:r>
              <a:rPr lang="ja-JP" altLang="en-US" sz="2600" b="1" dirty="0">
                <a:solidFill>
                  <a:srgbClr val="F2C14E"/>
                </a:solidFill>
                <a:latin typeface="Meiryo"/>
                <a:ea typeface="Meiryo"/>
                <a:cs typeface="Meiryo"/>
              </a:rPr>
              <a:t>くらい</a:t>
            </a:r>
            <a:r>
              <a:rPr lang="ja-JP" altLang="en-US" sz="2600" b="1" dirty="0">
                <a:solidFill>
                  <a:srgbClr val="FFFFFF"/>
                </a:solidFill>
                <a:latin typeface="Meiryo"/>
                <a:ea typeface="Meiryo"/>
                <a:cs typeface="Meiryo"/>
              </a:rPr>
              <a:t>しなさい。</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別の表現：あいさつぐらいしてよ。</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～くらい／～ぐらい</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5　翻訳練習　Câu 5/6</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Chuyện nhỏ như thế thì tự làm đi.</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自分で</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その</a:t>
            </a:r>
            <a:r>
              <a:rPr lang="ja-JP" altLang="en-US" sz="2600" b="1" dirty="0">
                <a:solidFill>
                  <a:srgbClr val="F2C14E"/>
                </a:solidFill>
                <a:latin typeface="Meiryo"/>
                <a:ea typeface="Meiryo"/>
                <a:cs typeface="Meiryo"/>
              </a:rPr>
              <a:t>くらい</a:t>
            </a:r>
            <a:r>
              <a:rPr lang="ja-JP" altLang="en-US" sz="2600" b="1" dirty="0">
                <a:solidFill>
                  <a:srgbClr val="FFFFFF"/>
                </a:solidFill>
                <a:latin typeface="Meiryo"/>
                <a:ea typeface="Meiryo"/>
                <a:cs typeface="Meiryo"/>
              </a:rPr>
              <a:t>自分でやりなさい。</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別の表現：それぐらい自分でしてよ。</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2286000"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～くらい／～ぐらい</a:t>
            </a:r>
            <a:endParaRPr lang="ja-JP" sz="1600"/>
          </a:p>
        </p:txBody>
      </p:sp>
      <p:sp>
        <p:nvSpPr>
          <p:cNvPr id="6" name="t 6"/>
          <p:cNvSpPr txBox="1"/>
          <p:nvPr/>
        </p:nvSpPr>
        <p:spPr>
          <a:xfrm>
            <a:off x="3154680"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5　翻訳練習　Câu 6/6</a:t>
            </a:r>
            <a:endParaRPr lang="ja-JP" sz="1400"/>
          </a:p>
        </p:txBody>
      </p:sp>
      <p:sp>
        <p:nvSpPr>
          <p:cNvPr id="7" name="t 7"/>
          <p:cNvSpPr txBox="1"/>
          <p:nvPr/>
        </p:nvSpPr>
        <p:spPr>
          <a:xfrm>
            <a:off x="685800" y="960120"/>
            <a:ext cx="5486400" cy="45720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1" dirty="0">
                <a:solidFill>
                  <a:srgbClr val="7A5F2E"/>
                </a:solidFill>
                <a:latin typeface="Meiryo"/>
                <a:ea typeface="Meiryo"/>
                <a:cs typeface="Meiryo"/>
              </a:rPr>
              <a:t>日本語に訳しましょう</a:t>
            </a:r>
            <a:endParaRPr lang="ja-JP" sz="1800"/>
          </a:p>
        </p:txBody>
      </p:sp>
      <p:sp>
        <p:nvSpPr>
          <p:cNvPr id="8" name="vn 8"/>
          <p:cNvSpPr txBox="1"/>
          <p:nvPr/>
        </p:nvSpPr>
        <p:spPr>
          <a:xfrm>
            <a:off x="685800" y="1508760"/>
            <a:ext cx="10820095" cy="1010920"/>
          </a:xfrm>
          <a:prstGeom prst="roundRect">
            <a:avLst>
              <a:gd name="adj" fmla="val 6000"/>
            </a:avLst>
          </a:prstGeom>
          <a:solidFill>
            <a:srgbClr val="FFFFFF"/>
          </a:solidFill>
          <a:ln>
            <a:noFill/>
          </a:ln>
          <a:effectLst>
            <a:outerShdw blurRad="63500" dist="38100" dir="5400000" algn="t" rotWithShape="0">
              <a:srgbClr val="000000">
                <a:alpha val="22000"/>
              </a:srgbClr>
            </a:outerShdw>
          </a:effectLst>
        </p:spPr>
        <p:txBody>
          <a:bodyPr wrap="square" lIns="320040" tIns="320040" rIns="320040" bIns="320040" rtlCol="0" anchor="ctr">
            <a:noAutofit/>
          </a:bodyPr>
          <a:lstStyle/>
          <a:p>
            <a:pPr algn="l">
              <a:lnSpc>
                <a:spcPct val="118000"/>
              </a:lnSpc>
              <a:spcBef>
                <a:spcPts val="0"/>
              </a:spcBef>
              <a:spcAft>
                <a:spcPts val="200"/>
              </a:spcAft>
              <a:buNone/>
            </a:pPr>
            <a:r>
              <a:rPr lang="ja-JP" altLang="en-US" sz="2600" b="1" dirty="0">
                <a:solidFill>
                  <a:srgbClr val="1F271D"/>
                </a:solidFill>
                <a:latin typeface="Arial"/>
                <a:ea typeface="Meiryo"/>
                <a:cs typeface="Arial"/>
              </a:rPr>
              <a:t>Có 5 phút thôi mà, đợi một chút cũng được chứ.</a:t>
            </a:r>
            <a:endParaRPr lang="ja-JP" sz="2600"/>
          </a:p>
        </p:txBody>
      </p:sp>
      <p:sp>
        <p:nvSpPr>
          <p:cNvPr id="9" name="pill 9"/>
          <p:cNvSpPr txBox="1"/>
          <p:nvPr/>
        </p:nvSpPr>
        <p:spPr>
          <a:xfrm>
            <a:off x="685800" y="2748280"/>
            <a:ext cx="1028700" cy="402336"/>
          </a:xfrm>
          <a:prstGeom prst="roundRect">
            <a:avLst>
              <a:gd name="adj" fmla="val 50000"/>
            </a:avLst>
          </a:prstGeom>
          <a:solidFill>
            <a:srgbClr val="F2C14E"/>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500" b="1" dirty="0">
                <a:solidFill>
                  <a:srgbClr val="533D15"/>
                </a:solidFill>
                <a:latin typeface="Meiryo"/>
                <a:ea typeface="Meiryo"/>
                <a:cs typeface="Meiryo"/>
              </a:rPr>
              <a:t>ヒント</a:t>
            </a:r>
            <a:endParaRPr lang="ja-JP" sz="1500"/>
          </a:p>
        </p:txBody>
      </p:sp>
      <p:sp>
        <p:nvSpPr>
          <p:cNvPr id="10" name="t 10"/>
          <p:cNvSpPr txBox="1"/>
          <p:nvPr/>
        </p:nvSpPr>
        <p:spPr>
          <a:xfrm>
            <a:off x="1897380" y="2748280"/>
            <a:ext cx="8229600" cy="402336"/>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800" b="0" dirty="0">
                <a:solidFill>
                  <a:srgbClr val="1F271D"/>
                </a:solidFill>
                <a:latin typeface="Meiryo"/>
                <a:ea typeface="Meiryo"/>
                <a:cs typeface="Meiryo"/>
              </a:rPr>
              <a:t>待つ</a:t>
            </a:r>
            <a:endParaRPr lang="ja-JP" sz="1800"/>
          </a:p>
        </p:txBody>
      </p:sp>
      <p:sp>
        <p:nvSpPr>
          <p:cNvPr id="11" name="ANS_bg 11"/>
          <p:cNvSpPr/>
          <p:nvPr/>
        </p:nvSpPr>
        <p:spPr>
          <a:xfrm>
            <a:off x="685800" y="3434080"/>
            <a:ext cx="10820095" cy="1605280"/>
          </a:xfrm>
          <a:prstGeom prst="roundRect">
            <a:avLst>
              <a:gd name="adj" fmla="val 6000"/>
            </a:avLst>
          </a:prstGeom>
          <a:solidFill>
            <a:srgbClr val="533D15"/>
          </a:solidFill>
          <a:ln>
            <a:noFill/>
          </a:ln>
        </p:spPr>
        <p:txBody>
          <a:bodyPr rtlCol="0" anchor="ctr"/>
          <a:lstStyle/>
          <a:p>
            <a:endParaRPr lang="ja-JP"/>
          </a:p>
        </p:txBody>
      </p:sp>
      <p:sp>
        <p:nvSpPr>
          <p:cNvPr id="12" name="t 12"/>
          <p:cNvSpPr txBox="1"/>
          <p:nvPr/>
        </p:nvSpPr>
        <p:spPr>
          <a:xfrm>
            <a:off x="1005840" y="3616960"/>
            <a:ext cx="1097280" cy="32004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500" b="1" dirty="0">
                <a:solidFill>
                  <a:srgbClr val="F2C14E"/>
                </a:solidFill>
                <a:latin typeface="Meiryo"/>
                <a:ea typeface="Meiryo"/>
                <a:cs typeface="Meiryo"/>
              </a:rPr>
              <a:t>答え</a:t>
            </a:r>
            <a:endParaRPr lang="ja-JP" sz="1500"/>
          </a:p>
        </p:txBody>
      </p:sp>
      <p:sp>
        <p:nvSpPr>
          <p:cNvPr id="13" name="t 13"/>
          <p:cNvSpPr txBox="1"/>
          <p:nvPr/>
        </p:nvSpPr>
        <p:spPr>
          <a:xfrm>
            <a:off x="1005840" y="3982720"/>
            <a:ext cx="10180015" cy="46228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600" b="1" dirty="0">
                <a:solidFill>
                  <a:srgbClr val="FFFFFF"/>
                </a:solidFill>
                <a:latin typeface="Meiryo"/>
                <a:ea typeface="Meiryo"/>
                <a:cs typeface="Meiryo"/>
              </a:rPr>
              <a:t>5分</a:t>
            </a:r>
            <a:r>
              <a:rPr lang="ja-JP" altLang="en-US" sz="2600" b="1" dirty="0">
                <a:solidFill>
                  <a:srgbClr val="F2C14E"/>
                </a:solidFill>
                <a:latin typeface="Meiryo"/>
                <a:ea typeface="Meiryo"/>
                <a:cs typeface="Meiryo"/>
              </a:rPr>
              <a:t>くらい</a:t>
            </a:r>
            <a:r>
              <a:rPr lang="ja-JP" altLang="en-US" sz="2600" b="1" dirty="0">
                <a:solidFill>
                  <a:srgbClr val="FFFFFF"/>
                </a:solidFill>
                <a:latin typeface="Meiryo"/>
                <a:ea typeface="Meiryo"/>
                <a:cs typeface="Meiryo"/>
              </a:rPr>
              <a:t>待ってくれてもいいじゃない。</a:t>
            </a:r>
            <a:endParaRPr lang="ja-JP" sz="2600"/>
          </a:p>
        </p:txBody>
      </p:sp>
      <p:sp>
        <p:nvSpPr>
          <p:cNvPr id="14" name="t 14"/>
          <p:cNvSpPr txBox="1"/>
          <p:nvPr/>
        </p:nvSpPr>
        <p:spPr>
          <a:xfrm>
            <a:off x="1005840" y="4536440"/>
            <a:ext cx="10180015" cy="365760"/>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600" b="0" dirty="0">
                <a:solidFill>
                  <a:srgbClr val="D9CBB5"/>
                </a:solidFill>
                <a:latin typeface="Meiryo"/>
                <a:ea typeface="Meiryo"/>
                <a:cs typeface="Meiryo"/>
              </a:rPr>
              <a:t>別の表現：5分ぐらい待ってよ。</a:t>
            </a:r>
            <a:endParaRPr lang="ja-JP" sz="1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9640" y="1016676"/>
            <a:ext cx="2285865"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noProof="0" dirty="0">
                <a:latin typeface="UD Digi Kyokasho N-B" panose="02020700000000000000" pitchFamily="17" charset="-128"/>
                <a:ea typeface="UD Digi Kyokasho N-B" panose="02020700000000000000" pitchFamily="17" charset="-128"/>
              </a:rPr>
              <a:t>現す</a:t>
            </a: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　</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6" name="TextBox 5"/>
          <p:cNvSpPr txBox="1"/>
          <p:nvPr/>
        </p:nvSpPr>
        <p:spPr>
          <a:xfrm>
            <a:off x="2987345" y="1034293"/>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誤解を招く</a:t>
            </a:r>
            <a:endPar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7" name="TextBox 6"/>
          <p:cNvSpPr txBox="1"/>
          <p:nvPr/>
        </p:nvSpPr>
        <p:spPr>
          <a:xfrm>
            <a:off x="339640" y="5631554"/>
            <a:ext cx="2285865"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招く</a:t>
            </a:r>
            <a:endPar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8" name="TextBox 7"/>
          <p:cNvSpPr txBox="1"/>
          <p:nvPr/>
        </p:nvSpPr>
        <p:spPr>
          <a:xfrm>
            <a:off x="339005" y="4946509"/>
            <a:ext cx="2285865" cy="58356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誤解</a:t>
            </a:r>
            <a:endPar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9" name="TextBox 8"/>
          <p:cNvSpPr txBox="1"/>
          <p:nvPr/>
        </p:nvSpPr>
        <p:spPr>
          <a:xfrm>
            <a:off x="339640" y="1677160"/>
            <a:ext cx="2285865"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表現</a:t>
            </a:r>
            <a:endParaRPr kumimoji="0" lang="en-US" altLang="ja-JP"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10" name="TextBox 9"/>
          <p:cNvSpPr txBox="1"/>
          <p:nvPr/>
        </p:nvSpPr>
        <p:spPr>
          <a:xfrm>
            <a:off x="339004" y="2969389"/>
            <a:ext cx="2285866"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例える</a:t>
            </a:r>
            <a:endPar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11" name="TextBox 10"/>
          <p:cNvSpPr txBox="1"/>
          <p:nvPr/>
        </p:nvSpPr>
        <p:spPr>
          <a:xfrm>
            <a:off x="339004" y="3610709"/>
            <a:ext cx="2285865"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間違える</a:t>
            </a:r>
            <a:endPar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12" name="TextBox 11"/>
          <p:cNvSpPr txBox="1"/>
          <p:nvPr/>
        </p:nvSpPr>
        <p:spPr>
          <a:xfrm>
            <a:off x="339005" y="4246224"/>
            <a:ext cx="2285865"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言い替える</a:t>
            </a:r>
            <a:endPar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22" name="TextBox 21"/>
          <p:cNvSpPr txBox="1"/>
          <p:nvPr/>
        </p:nvSpPr>
        <p:spPr>
          <a:xfrm>
            <a:off x="2987345" y="1693665"/>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使い分ける</a:t>
            </a:r>
            <a:endPar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23" name="TextBox 22"/>
          <p:cNvSpPr txBox="1"/>
          <p:nvPr/>
        </p:nvSpPr>
        <p:spPr>
          <a:xfrm>
            <a:off x="2987346" y="5703309"/>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流行する</a:t>
            </a:r>
            <a:endPar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24" name="TextBox 23"/>
          <p:cNvSpPr txBox="1"/>
          <p:nvPr/>
        </p:nvSpPr>
        <p:spPr>
          <a:xfrm>
            <a:off x="2987346" y="5018264"/>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solidFill>
                  <a:srgbClr val="1F271D"/>
                </a:solidFill>
                <a:latin typeface="UD Digi Kyokasho N-B" panose="02020700000000000000" pitchFamily="17" charset="-128"/>
                <a:ea typeface="UD Digi Kyokasho N-B" panose="02020700000000000000" pitchFamily="17" charset="-128"/>
              </a:rPr>
              <a:t>流行語</a:t>
            </a:r>
            <a:endParaRPr kumimoji="0" lang="ja-JP" altLang="en-US" sz="3200" b="0" i="0" u="none" strike="noStrike" kern="0" cap="none" spc="0" normalizeH="0" baseline="0" noProof="0" dirty="0">
              <a:ln>
                <a:noFill/>
              </a:ln>
              <a:solidFill>
                <a:srgbClr val="1F271D"/>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25" name="TextBox 24"/>
          <p:cNvSpPr txBox="1"/>
          <p:nvPr/>
        </p:nvSpPr>
        <p:spPr>
          <a:xfrm>
            <a:off x="2987028" y="4334429"/>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noProof="0" dirty="0">
                <a:solidFill>
                  <a:srgbClr val="1F271D"/>
                </a:solidFill>
                <a:latin typeface="UD Digi Kyokasho N-B" panose="02020700000000000000" pitchFamily="17" charset="-128"/>
                <a:ea typeface="UD Digi Kyokasho N-B" panose="02020700000000000000" pitchFamily="17" charset="-128"/>
              </a:rPr>
              <a:t>若者言葉</a:t>
            </a:r>
            <a:endParaRPr kumimoji="0" lang="ja-JP" altLang="en-US" sz="3200" b="0" i="0" u="none" strike="noStrike" kern="0" cap="none" spc="0" normalizeH="0" baseline="0" noProof="0" dirty="0">
              <a:ln>
                <a:noFill/>
              </a:ln>
              <a:solidFill>
                <a:srgbClr val="1F271D"/>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26" name="TextBox 25"/>
          <p:cNvSpPr txBox="1"/>
          <p:nvPr/>
        </p:nvSpPr>
        <p:spPr>
          <a:xfrm>
            <a:off x="2987346" y="2354248"/>
            <a:ext cx="2898037"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a:latin typeface="UD Digi Kyokasho N-B" panose="02020700000000000000" pitchFamily="17" charset="-128"/>
                <a:ea typeface="UD Digi Kyokasho N-B" panose="02020700000000000000" pitchFamily="17" charset="-128"/>
              </a:rPr>
              <a:t>はっきり言う</a:t>
            </a:r>
            <a:endPar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29" name="TextBox 28"/>
          <p:cNvSpPr txBox="1"/>
          <p:nvPr/>
        </p:nvSpPr>
        <p:spPr>
          <a:xfrm>
            <a:off x="2987346" y="3648174"/>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女言葉</a:t>
            </a:r>
            <a:endPar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8" name="TextBox 37"/>
          <p:cNvSpPr txBox="1"/>
          <p:nvPr/>
        </p:nvSpPr>
        <p:spPr>
          <a:xfrm>
            <a:off x="5927000" y="1016940"/>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流行る</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9" name="TextBox 38"/>
          <p:cNvSpPr txBox="1"/>
          <p:nvPr/>
        </p:nvSpPr>
        <p:spPr>
          <a:xfrm>
            <a:off x="5927000" y="5703309"/>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改めて</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0" name="TextBox 39"/>
          <p:cNvSpPr txBox="1"/>
          <p:nvPr/>
        </p:nvSpPr>
        <p:spPr>
          <a:xfrm>
            <a:off x="5926999" y="5018263"/>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改める</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1" name="TextBox 40"/>
          <p:cNvSpPr txBox="1"/>
          <p:nvPr/>
        </p:nvSpPr>
        <p:spPr>
          <a:xfrm>
            <a:off x="5927000" y="4333219"/>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改まった</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2" name="TextBox 41"/>
          <p:cNvSpPr txBox="1"/>
          <p:nvPr/>
        </p:nvSpPr>
        <p:spPr>
          <a:xfrm>
            <a:off x="5927000" y="1677160"/>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丁寧</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3" name="TextBox 42"/>
          <p:cNvSpPr txBox="1"/>
          <p:nvPr/>
        </p:nvSpPr>
        <p:spPr>
          <a:xfrm>
            <a:off x="5927000" y="2312790"/>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失礼</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4" name="TextBox 43"/>
          <p:cNvSpPr txBox="1"/>
          <p:nvPr/>
        </p:nvSpPr>
        <p:spPr>
          <a:xfrm>
            <a:off x="5926998" y="2980482"/>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フォーマル</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5" name="TextBox 44"/>
          <p:cNvSpPr txBox="1"/>
          <p:nvPr/>
        </p:nvSpPr>
        <p:spPr>
          <a:xfrm>
            <a:off x="5927000" y="3648174"/>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くだけた</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0" name="TextBox 29"/>
          <p:cNvSpPr txBox="1"/>
          <p:nvPr/>
        </p:nvSpPr>
        <p:spPr>
          <a:xfrm>
            <a:off x="8983596" y="961328"/>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あいまい</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1" name="TextBox 30"/>
          <p:cNvSpPr txBox="1"/>
          <p:nvPr/>
        </p:nvSpPr>
        <p:spPr>
          <a:xfrm>
            <a:off x="8983596" y="5647697"/>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柿</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2" name="TextBox 31"/>
          <p:cNvSpPr txBox="1"/>
          <p:nvPr/>
        </p:nvSpPr>
        <p:spPr>
          <a:xfrm>
            <a:off x="8983596" y="4962652"/>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ちっとも</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3" name="TextBox 32"/>
          <p:cNvSpPr txBox="1"/>
          <p:nvPr/>
        </p:nvSpPr>
        <p:spPr>
          <a:xfrm>
            <a:off x="8983596" y="4277607"/>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印象</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4" name="TextBox 33"/>
          <p:cNvSpPr txBox="1"/>
          <p:nvPr/>
        </p:nvSpPr>
        <p:spPr>
          <a:xfrm>
            <a:off x="8983596" y="1601715"/>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dirty="0">
                <a:latin typeface="UD Digi Kyokasho N-B" panose="02020700000000000000" pitchFamily="17" charset="-128"/>
                <a:ea typeface="UD Digi Kyokasho N-B" panose="02020700000000000000" pitchFamily="17" charset="-128"/>
              </a:rPr>
              <a:t>子供っぽい</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5" name="TextBox 34"/>
          <p:cNvSpPr txBox="1"/>
          <p:nvPr/>
        </p:nvSpPr>
        <p:spPr>
          <a:xfrm>
            <a:off x="8983596" y="2257178"/>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実話</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6" name="TextBox 35"/>
          <p:cNvSpPr txBox="1"/>
          <p:nvPr/>
        </p:nvSpPr>
        <p:spPr>
          <a:xfrm>
            <a:off x="8983596" y="2924870"/>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感想</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37" name="TextBox 36"/>
          <p:cNvSpPr txBox="1"/>
          <p:nvPr/>
        </p:nvSpPr>
        <p:spPr>
          <a:xfrm>
            <a:off x="8983596" y="3592562"/>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述べる</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6" name="TextBox 45"/>
          <p:cNvSpPr txBox="1"/>
          <p:nvPr/>
        </p:nvSpPr>
        <p:spPr>
          <a:xfrm>
            <a:off x="339005" y="2327499"/>
            <a:ext cx="2285865"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200" noProof="0" dirty="0">
                <a:latin typeface="UD Digi Kyokasho N-B" panose="02020700000000000000" pitchFamily="17" charset="-128"/>
                <a:ea typeface="UD Digi Kyokasho N-B" panose="02020700000000000000" pitchFamily="17" charset="-128"/>
              </a:rPr>
              <a:t>強調する</a:t>
            </a:r>
            <a:endParaRPr kumimoji="0" lang="en-US" altLang="ja-JP"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 name="TextBox 3"/>
          <p:cNvSpPr txBox="1"/>
          <p:nvPr/>
        </p:nvSpPr>
        <p:spPr>
          <a:xfrm>
            <a:off x="1" y="223736"/>
            <a:ext cx="12192000" cy="584775"/>
          </a:xfrm>
          <a:prstGeom prst="rect">
            <a:avLst/>
          </a:prstGeom>
          <a:solidFill>
            <a:schemeClr val="accent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生活の中で耳にする日本語について説明するときに使われる言葉</a:t>
            </a:r>
            <a:endParaRPr kumimoji="0" 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7" name="TextBox 46"/>
          <p:cNvSpPr txBox="1"/>
          <p:nvPr/>
        </p:nvSpPr>
        <p:spPr>
          <a:xfrm>
            <a:off x="2966220" y="3007787"/>
            <a:ext cx="2577813" cy="584775"/>
          </a:xfrm>
          <a:prstGeom prst="rect">
            <a:avLst/>
          </a:prstGeom>
          <a:solidFill>
            <a:schemeClr val="accent3">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男言葉</a:t>
            </a:r>
          </a:p>
        </p:txBody>
      </p:sp>
    </p:spTree>
    <p:extLst>
      <p:ext uri="{BB962C8B-B14F-4D97-AF65-F5344CB8AC3E}">
        <p14:creationId xmlns:p14="http://schemas.microsoft.com/office/powerpoint/2010/main" val="3943476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1000"/>
                                        <p:tgtEl>
                                          <p:spTgt spid="46"/>
                                        </p:tgtEl>
                                      </p:cBhvr>
                                    </p:animEffect>
                                    <p:anim calcmode="lin" valueType="num">
                                      <p:cBhvr>
                                        <p:cTn id="29" dur="1000" fill="hold"/>
                                        <p:tgtEl>
                                          <p:spTgt spid="46"/>
                                        </p:tgtEl>
                                        <p:attrNameLst>
                                          <p:attrName>ppt_x</p:attrName>
                                        </p:attrNameLst>
                                      </p:cBhvr>
                                      <p:tavLst>
                                        <p:tav tm="0">
                                          <p:val>
                                            <p:strVal val="#ppt_x"/>
                                          </p:val>
                                        </p:tav>
                                        <p:tav tm="100000">
                                          <p:val>
                                            <p:strVal val="#ppt_x"/>
                                          </p:val>
                                        </p:tav>
                                      </p:tavLst>
                                    </p:anim>
                                    <p:anim calcmode="lin" valueType="num">
                                      <p:cBhvr>
                                        <p:cTn id="3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1000"/>
                                        <p:tgtEl>
                                          <p:spTgt spid="7"/>
                                        </p:tgtEl>
                                      </p:cBhvr>
                                    </p:animEffect>
                                    <p:anim calcmode="lin" valueType="num">
                                      <p:cBhvr>
                                        <p:cTn id="64" dur="1000" fill="hold"/>
                                        <p:tgtEl>
                                          <p:spTgt spid="7"/>
                                        </p:tgtEl>
                                        <p:attrNameLst>
                                          <p:attrName>ppt_x</p:attrName>
                                        </p:attrNameLst>
                                      </p:cBhvr>
                                      <p:tavLst>
                                        <p:tav tm="0">
                                          <p:val>
                                            <p:strVal val="#ppt_x"/>
                                          </p:val>
                                        </p:tav>
                                        <p:tav tm="100000">
                                          <p:val>
                                            <p:strVal val="#ppt_x"/>
                                          </p:val>
                                        </p:tav>
                                      </p:tavLst>
                                    </p:anim>
                                    <p:anim calcmode="lin" valueType="num">
                                      <p:cBhvr>
                                        <p:cTn id="6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1000"/>
                                        <p:tgtEl>
                                          <p:spTgt spid="6"/>
                                        </p:tgtEl>
                                      </p:cBhvr>
                                    </p:animEffect>
                                    <p:anim calcmode="lin" valueType="num">
                                      <p:cBhvr>
                                        <p:cTn id="71" dur="1000" fill="hold"/>
                                        <p:tgtEl>
                                          <p:spTgt spid="6"/>
                                        </p:tgtEl>
                                        <p:attrNameLst>
                                          <p:attrName>ppt_x</p:attrName>
                                        </p:attrNameLst>
                                      </p:cBhvr>
                                      <p:tavLst>
                                        <p:tav tm="0">
                                          <p:val>
                                            <p:strVal val="#ppt_x"/>
                                          </p:val>
                                        </p:tav>
                                        <p:tav tm="100000">
                                          <p:val>
                                            <p:strVal val="#ppt_x"/>
                                          </p:val>
                                        </p:tav>
                                      </p:tavLst>
                                    </p:anim>
                                    <p:anim calcmode="lin" valueType="num">
                                      <p:cBhvr>
                                        <p:cTn id="7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1000"/>
                                        <p:tgtEl>
                                          <p:spTgt spid="22"/>
                                        </p:tgtEl>
                                      </p:cBhvr>
                                    </p:animEffect>
                                    <p:anim calcmode="lin" valueType="num">
                                      <p:cBhvr>
                                        <p:cTn id="78" dur="1000" fill="hold"/>
                                        <p:tgtEl>
                                          <p:spTgt spid="22"/>
                                        </p:tgtEl>
                                        <p:attrNameLst>
                                          <p:attrName>ppt_x</p:attrName>
                                        </p:attrNameLst>
                                      </p:cBhvr>
                                      <p:tavLst>
                                        <p:tav tm="0">
                                          <p:val>
                                            <p:strVal val="#ppt_x"/>
                                          </p:val>
                                        </p:tav>
                                        <p:tav tm="100000">
                                          <p:val>
                                            <p:strVal val="#ppt_x"/>
                                          </p:val>
                                        </p:tav>
                                      </p:tavLst>
                                    </p:anim>
                                    <p:anim calcmode="lin" valueType="num">
                                      <p:cBhvr>
                                        <p:cTn id="7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1000"/>
                                        <p:tgtEl>
                                          <p:spTgt spid="26"/>
                                        </p:tgtEl>
                                      </p:cBhvr>
                                    </p:animEffect>
                                    <p:anim calcmode="lin" valueType="num">
                                      <p:cBhvr>
                                        <p:cTn id="85" dur="1000" fill="hold"/>
                                        <p:tgtEl>
                                          <p:spTgt spid="26"/>
                                        </p:tgtEl>
                                        <p:attrNameLst>
                                          <p:attrName>ppt_x</p:attrName>
                                        </p:attrNameLst>
                                      </p:cBhvr>
                                      <p:tavLst>
                                        <p:tav tm="0">
                                          <p:val>
                                            <p:strVal val="#ppt_x"/>
                                          </p:val>
                                        </p:tav>
                                        <p:tav tm="100000">
                                          <p:val>
                                            <p:strVal val="#ppt_x"/>
                                          </p:val>
                                        </p:tav>
                                      </p:tavLst>
                                    </p:anim>
                                    <p:anim calcmode="lin" valueType="num">
                                      <p:cBhvr>
                                        <p:cTn id="8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1000"/>
                                        <p:tgtEl>
                                          <p:spTgt spid="29"/>
                                        </p:tgtEl>
                                      </p:cBhvr>
                                    </p:animEffect>
                                    <p:anim calcmode="lin" valueType="num">
                                      <p:cBhvr>
                                        <p:cTn id="92" dur="1000" fill="hold"/>
                                        <p:tgtEl>
                                          <p:spTgt spid="29"/>
                                        </p:tgtEl>
                                        <p:attrNameLst>
                                          <p:attrName>ppt_x</p:attrName>
                                        </p:attrNameLst>
                                      </p:cBhvr>
                                      <p:tavLst>
                                        <p:tav tm="0">
                                          <p:val>
                                            <p:strVal val="#ppt_x"/>
                                          </p:val>
                                        </p:tav>
                                        <p:tav tm="100000">
                                          <p:val>
                                            <p:strVal val="#ppt_x"/>
                                          </p:val>
                                        </p:tav>
                                      </p:tavLst>
                                    </p:anim>
                                    <p:anim calcmode="lin" valueType="num">
                                      <p:cBhvr>
                                        <p:cTn id="93"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1000"/>
                                        <p:tgtEl>
                                          <p:spTgt spid="25"/>
                                        </p:tgtEl>
                                      </p:cBhvr>
                                    </p:animEffect>
                                    <p:anim calcmode="lin" valueType="num">
                                      <p:cBhvr>
                                        <p:cTn id="99" dur="1000" fill="hold"/>
                                        <p:tgtEl>
                                          <p:spTgt spid="25"/>
                                        </p:tgtEl>
                                        <p:attrNameLst>
                                          <p:attrName>ppt_x</p:attrName>
                                        </p:attrNameLst>
                                      </p:cBhvr>
                                      <p:tavLst>
                                        <p:tav tm="0">
                                          <p:val>
                                            <p:strVal val="#ppt_x"/>
                                          </p:val>
                                        </p:tav>
                                        <p:tav tm="100000">
                                          <p:val>
                                            <p:strVal val="#ppt_x"/>
                                          </p:val>
                                        </p:tav>
                                      </p:tavLst>
                                    </p:anim>
                                    <p:anim calcmode="lin" valueType="num">
                                      <p:cBhvr>
                                        <p:cTn id="10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1000"/>
                                        <p:tgtEl>
                                          <p:spTgt spid="24"/>
                                        </p:tgtEl>
                                      </p:cBhvr>
                                    </p:animEffect>
                                    <p:anim calcmode="lin" valueType="num">
                                      <p:cBhvr>
                                        <p:cTn id="106" dur="1000" fill="hold"/>
                                        <p:tgtEl>
                                          <p:spTgt spid="24"/>
                                        </p:tgtEl>
                                        <p:attrNameLst>
                                          <p:attrName>ppt_x</p:attrName>
                                        </p:attrNameLst>
                                      </p:cBhvr>
                                      <p:tavLst>
                                        <p:tav tm="0">
                                          <p:val>
                                            <p:strVal val="#ppt_x"/>
                                          </p:val>
                                        </p:tav>
                                        <p:tav tm="100000">
                                          <p:val>
                                            <p:strVal val="#ppt_x"/>
                                          </p:val>
                                        </p:tav>
                                      </p:tavLst>
                                    </p:anim>
                                    <p:anim calcmode="lin" valueType="num">
                                      <p:cBhvr>
                                        <p:cTn id="10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1000"/>
                                        <p:tgtEl>
                                          <p:spTgt spid="23"/>
                                        </p:tgtEl>
                                      </p:cBhvr>
                                    </p:animEffect>
                                    <p:anim calcmode="lin" valueType="num">
                                      <p:cBhvr>
                                        <p:cTn id="113" dur="1000" fill="hold"/>
                                        <p:tgtEl>
                                          <p:spTgt spid="23"/>
                                        </p:tgtEl>
                                        <p:attrNameLst>
                                          <p:attrName>ppt_x</p:attrName>
                                        </p:attrNameLst>
                                      </p:cBhvr>
                                      <p:tavLst>
                                        <p:tav tm="0">
                                          <p:val>
                                            <p:strVal val="#ppt_x"/>
                                          </p:val>
                                        </p:tav>
                                        <p:tav tm="100000">
                                          <p:val>
                                            <p:strVal val="#ppt_x"/>
                                          </p:val>
                                        </p:tav>
                                      </p:tavLst>
                                    </p:anim>
                                    <p:anim calcmode="lin" valueType="num">
                                      <p:cBhvr>
                                        <p:cTn id="1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1000"/>
                                        <p:tgtEl>
                                          <p:spTgt spid="38"/>
                                        </p:tgtEl>
                                      </p:cBhvr>
                                    </p:animEffect>
                                    <p:anim calcmode="lin" valueType="num">
                                      <p:cBhvr>
                                        <p:cTn id="120" dur="1000" fill="hold"/>
                                        <p:tgtEl>
                                          <p:spTgt spid="38"/>
                                        </p:tgtEl>
                                        <p:attrNameLst>
                                          <p:attrName>ppt_x</p:attrName>
                                        </p:attrNameLst>
                                      </p:cBhvr>
                                      <p:tavLst>
                                        <p:tav tm="0">
                                          <p:val>
                                            <p:strVal val="#ppt_x"/>
                                          </p:val>
                                        </p:tav>
                                        <p:tav tm="100000">
                                          <p:val>
                                            <p:strVal val="#ppt_x"/>
                                          </p:val>
                                        </p:tav>
                                      </p:tavLst>
                                    </p:anim>
                                    <p:anim calcmode="lin" valueType="num">
                                      <p:cBhvr>
                                        <p:cTn id="121"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1000"/>
                                        <p:tgtEl>
                                          <p:spTgt spid="42"/>
                                        </p:tgtEl>
                                      </p:cBhvr>
                                    </p:animEffect>
                                    <p:anim calcmode="lin" valueType="num">
                                      <p:cBhvr>
                                        <p:cTn id="127" dur="1000" fill="hold"/>
                                        <p:tgtEl>
                                          <p:spTgt spid="42"/>
                                        </p:tgtEl>
                                        <p:attrNameLst>
                                          <p:attrName>ppt_x</p:attrName>
                                        </p:attrNameLst>
                                      </p:cBhvr>
                                      <p:tavLst>
                                        <p:tav tm="0">
                                          <p:val>
                                            <p:strVal val="#ppt_x"/>
                                          </p:val>
                                        </p:tav>
                                        <p:tav tm="100000">
                                          <p:val>
                                            <p:strVal val="#ppt_x"/>
                                          </p:val>
                                        </p:tav>
                                      </p:tavLst>
                                    </p:anim>
                                    <p:anim calcmode="lin" valueType="num">
                                      <p:cBhvr>
                                        <p:cTn id="128"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1000"/>
                                        <p:tgtEl>
                                          <p:spTgt spid="43"/>
                                        </p:tgtEl>
                                      </p:cBhvr>
                                    </p:animEffect>
                                    <p:anim calcmode="lin" valueType="num">
                                      <p:cBhvr>
                                        <p:cTn id="134" dur="1000" fill="hold"/>
                                        <p:tgtEl>
                                          <p:spTgt spid="43"/>
                                        </p:tgtEl>
                                        <p:attrNameLst>
                                          <p:attrName>ppt_x</p:attrName>
                                        </p:attrNameLst>
                                      </p:cBhvr>
                                      <p:tavLst>
                                        <p:tav tm="0">
                                          <p:val>
                                            <p:strVal val="#ppt_x"/>
                                          </p:val>
                                        </p:tav>
                                        <p:tav tm="100000">
                                          <p:val>
                                            <p:strVal val="#ppt_x"/>
                                          </p:val>
                                        </p:tav>
                                      </p:tavLst>
                                    </p:anim>
                                    <p:anim calcmode="lin" valueType="num">
                                      <p:cBhvr>
                                        <p:cTn id="135"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44"/>
                                        </p:tgtEl>
                                        <p:attrNameLst>
                                          <p:attrName>style.visibility</p:attrName>
                                        </p:attrNameLst>
                                      </p:cBhvr>
                                      <p:to>
                                        <p:strVal val="visible"/>
                                      </p:to>
                                    </p:set>
                                    <p:animEffect transition="in" filter="fade">
                                      <p:cBhvr>
                                        <p:cTn id="140" dur="1000"/>
                                        <p:tgtEl>
                                          <p:spTgt spid="44"/>
                                        </p:tgtEl>
                                      </p:cBhvr>
                                    </p:animEffect>
                                    <p:anim calcmode="lin" valueType="num">
                                      <p:cBhvr>
                                        <p:cTn id="141" dur="1000" fill="hold"/>
                                        <p:tgtEl>
                                          <p:spTgt spid="44"/>
                                        </p:tgtEl>
                                        <p:attrNameLst>
                                          <p:attrName>ppt_x</p:attrName>
                                        </p:attrNameLst>
                                      </p:cBhvr>
                                      <p:tavLst>
                                        <p:tav tm="0">
                                          <p:val>
                                            <p:strVal val="#ppt_x"/>
                                          </p:val>
                                        </p:tav>
                                        <p:tav tm="100000">
                                          <p:val>
                                            <p:strVal val="#ppt_x"/>
                                          </p:val>
                                        </p:tav>
                                      </p:tavLst>
                                    </p:anim>
                                    <p:anim calcmode="lin" valueType="num">
                                      <p:cBhvr>
                                        <p:cTn id="142"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grpId="0" nodeType="clickEffect">
                                  <p:stCondLst>
                                    <p:cond delay="0"/>
                                  </p:stCondLst>
                                  <p:childTnLst>
                                    <p:set>
                                      <p:cBhvr>
                                        <p:cTn id="146" dur="1" fill="hold">
                                          <p:stCondLst>
                                            <p:cond delay="0"/>
                                          </p:stCondLst>
                                        </p:cTn>
                                        <p:tgtEl>
                                          <p:spTgt spid="45"/>
                                        </p:tgtEl>
                                        <p:attrNameLst>
                                          <p:attrName>style.visibility</p:attrName>
                                        </p:attrNameLst>
                                      </p:cBhvr>
                                      <p:to>
                                        <p:strVal val="visible"/>
                                      </p:to>
                                    </p:set>
                                    <p:animEffect transition="in" filter="fade">
                                      <p:cBhvr>
                                        <p:cTn id="147" dur="1000"/>
                                        <p:tgtEl>
                                          <p:spTgt spid="45"/>
                                        </p:tgtEl>
                                      </p:cBhvr>
                                    </p:animEffect>
                                    <p:anim calcmode="lin" valueType="num">
                                      <p:cBhvr>
                                        <p:cTn id="148" dur="1000" fill="hold"/>
                                        <p:tgtEl>
                                          <p:spTgt spid="45"/>
                                        </p:tgtEl>
                                        <p:attrNameLst>
                                          <p:attrName>ppt_x</p:attrName>
                                        </p:attrNameLst>
                                      </p:cBhvr>
                                      <p:tavLst>
                                        <p:tav tm="0">
                                          <p:val>
                                            <p:strVal val="#ppt_x"/>
                                          </p:val>
                                        </p:tav>
                                        <p:tav tm="100000">
                                          <p:val>
                                            <p:strVal val="#ppt_x"/>
                                          </p:val>
                                        </p:tav>
                                      </p:tavLst>
                                    </p:anim>
                                    <p:anim calcmode="lin" valueType="num">
                                      <p:cBhvr>
                                        <p:cTn id="149"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41"/>
                                        </p:tgtEl>
                                        <p:attrNameLst>
                                          <p:attrName>style.visibility</p:attrName>
                                        </p:attrNameLst>
                                      </p:cBhvr>
                                      <p:to>
                                        <p:strVal val="visible"/>
                                      </p:to>
                                    </p:set>
                                    <p:animEffect transition="in" filter="fade">
                                      <p:cBhvr>
                                        <p:cTn id="154" dur="1000"/>
                                        <p:tgtEl>
                                          <p:spTgt spid="41"/>
                                        </p:tgtEl>
                                      </p:cBhvr>
                                    </p:animEffect>
                                    <p:anim calcmode="lin" valueType="num">
                                      <p:cBhvr>
                                        <p:cTn id="155" dur="1000" fill="hold"/>
                                        <p:tgtEl>
                                          <p:spTgt spid="41"/>
                                        </p:tgtEl>
                                        <p:attrNameLst>
                                          <p:attrName>ppt_x</p:attrName>
                                        </p:attrNameLst>
                                      </p:cBhvr>
                                      <p:tavLst>
                                        <p:tav tm="0">
                                          <p:val>
                                            <p:strVal val="#ppt_x"/>
                                          </p:val>
                                        </p:tav>
                                        <p:tav tm="100000">
                                          <p:val>
                                            <p:strVal val="#ppt_x"/>
                                          </p:val>
                                        </p:tav>
                                      </p:tavLst>
                                    </p:anim>
                                    <p:anim calcmode="lin" valueType="num">
                                      <p:cBhvr>
                                        <p:cTn id="156"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42" presetClass="entr" presetSubtype="0" fill="hold" grpId="0" nodeType="clickEffect">
                                  <p:stCondLst>
                                    <p:cond delay="0"/>
                                  </p:stCondLst>
                                  <p:childTnLst>
                                    <p:set>
                                      <p:cBhvr>
                                        <p:cTn id="160" dur="1" fill="hold">
                                          <p:stCondLst>
                                            <p:cond delay="0"/>
                                          </p:stCondLst>
                                        </p:cTn>
                                        <p:tgtEl>
                                          <p:spTgt spid="40"/>
                                        </p:tgtEl>
                                        <p:attrNameLst>
                                          <p:attrName>style.visibility</p:attrName>
                                        </p:attrNameLst>
                                      </p:cBhvr>
                                      <p:to>
                                        <p:strVal val="visible"/>
                                      </p:to>
                                    </p:set>
                                    <p:animEffect transition="in" filter="fade">
                                      <p:cBhvr>
                                        <p:cTn id="161" dur="1000"/>
                                        <p:tgtEl>
                                          <p:spTgt spid="40"/>
                                        </p:tgtEl>
                                      </p:cBhvr>
                                    </p:animEffect>
                                    <p:anim calcmode="lin" valueType="num">
                                      <p:cBhvr>
                                        <p:cTn id="162" dur="1000" fill="hold"/>
                                        <p:tgtEl>
                                          <p:spTgt spid="40"/>
                                        </p:tgtEl>
                                        <p:attrNameLst>
                                          <p:attrName>ppt_x</p:attrName>
                                        </p:attrNameLst>
                                      </p:cBhvr>
                                      <p:tavLst>
                                        <p:tav tm="0">
                                          <p:val>
                                            <p:strVal val="#ppt_x"/>
                                          </p:val>
                                        </p:tav>
                                        <p:tav tm="100000">
                                          <p:val>
                                            <p:strVal val="#ppt_x"/>
                                          </p:val>
                                        </p:tav>
                                      </p:tavLst>
                                    </p:anim>
                                    <p:anim calcmode="lin" valueType="num">
                                      <p:cBhvr>
                                        <p:cTn id="16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42" presetClass="entr" presetSubtype="0" fill="hold" grpId="0" nodeType="clickEffect">
                                  <p:stCondLst>
                                    <p:cond delay="0"/>
                                  </p:stCondLst>
                                  <p:childTnLst>
                                    <p:set>
                                      <p:cBhvr>
                                        <p:cTn id="167" dur="1" fill="hold">
                                          <p:stCondLst>
                                            <p:cond delay="0"/>
                                          </p:stCondLst>
                                        </p:cTn>
                                        <p:tgtEl>
                                          <p:spTgt spid="39"/>
                                        </p:tgtEl>
                                        <p:attrNameLst>
                                          <p:attrName>style.visibility</p:attrName>
                                        </p:attrNameLst>
                                      </p:cBhvr>
                                      <p:to>
                                        <p:strVal val="visible"/>
                                      </p:to>
                                    </p:set>
                                    <p:animEffect transition="in" filter="fade">
                                      <p:cBhvr>
                                        <p:cTn id="168" dur="1000"/>
                                        <p:tgtEl>
                                          <p:spTgt spid="39"/>
                                        </p:tgtEl>
                                      </p:cBhvr>
                                    </p:animEffect>
                                    <p:anim calcmode="lin" valueType="num">
                                      <p:cBhvr>
                                        <p:cTn id="169" dur="1000" fill="hold"/>
                                        <p:tgtEl>
                                          <p:spTgt spid="39"/>
                                        </p:tgtEl>
                                        <p:attrNameLst>
                                          <p:attrName>ppt_x</p:attrName>
                                        </p:attrNameLst>
                                      </p:cBhvr>
                                      <p:tavLst>
                                        <p:tav tm="0">
                                          <p:val>
                                            <p:strVal val="#ppt_x"/>
                                          </p:val>
                                        </p:tav>
                                        <p:tav tm="100000">
                                          <p:val>
                                            <p:strVal val="#ppt_x"/>
                                          </p:val>
                                        </p:tav>
                                      </p:tavLst>
                                    </p:anim>
                                    <p:anim calcmode="lin" valueType="num">
                                      <p:cBhvr>
                                        <p:cTn id="170"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42" presetClass="entr" presetSubtype="0" fill="hold" grpId="0" nodeType="clickEffect">
                                  <p:stCondLst>
                                    <p:cond delay="0"/>
                                  </p:stCondLst>
                                  <p:childTnLst>
                                    <p:set>
                                      <p:cBhvr>
                                        <p:cTn id="174" dur="1" fill="hold">
                                          <p:stCondLst>
                                            <p:cond delay="0"/>
                                          </p:stCondLst>
                                        </p:cTn>
                                        <p:tgtEl>
                                          <p:spTgt spid="30"/>
                                        </p:tgtEl>
                                        <p:attrNameLst>
                                          <p:attrName>style.visibility</p:attrName>
                                        </p:attrNameLst>
                                      </p:cBhvr>
                                      <p:to>
                                        <p:strVal val="visible"/>
                                      </p:to>
                                    </p:set>
                                    <p:animEffect transition="in" filter="fade">
                                      <p:cBhvr>
                                        <p:cTn id="175" dur="1000"/>
                                        <p:tgtEl>
                                          <p:spTgt spid="30"/>
                                        </p:tgtEl>
                                      </p:cBhvr>
                                    </p:animEffect>
                                    <p:anim calcmode="lin" valueType="num">
                                      <p:cBhvr>
                                        <p:cTn id="176" dur="1000" fill="hold"/>
                                        <p:tgtEl>
                                          <p:spTgt spid="30"/>
                                        </p:tgtEl>
                                        <p:attrNameLst>
                                          <p:attrName>ppt_x</p:attrName>
                                        </p:attrNameLst>
                                      </p:cBhvr>
                                      <p:tavLst>
                                        <p:tav tm="0">
                                          <p:val>
                                            <p:strVal val="#ppt_x"/>
                                          </p:val>
                                        </p:tav>
                                        <p:tav tm="100000">
                                          <p:val>
                                            <p:strVal val="#ppt_x"/>
                                          </p:val>
                                        </p:tav>
                                      </p:tavLst>
                                    </p:anim>
                                    <p:anim calcmode="lin" valueType="num">
                                      <p:cBhvr>
                                        <p:cTn id="177"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42" presetClass="entr" presetSubtype="0" fill="hold" grpId="0" nodeType="clickEffect">
                                  <p:stCondLst>
                                    <p:cond delay="0"/>
                                  </p:stCondLst>
                                  <p:childTnLst>
                                    <p:set>
                                      <p:cBhvr>
                                        <p:cTn id="181" dur="1" fill="hold">
                                          <p:stCondLst>
                                            <p:cond delay="0"/>
                                          </p:stCondLst>
                                        </p:cTn>
                                        <p:tgtEl>
                                          <p:spTgt spid="34"/>
                                        </p:tgtEl>
                                        <p:attrNameLst>
                                          <p:attrName>style.visibility</p:attrName>
                                        </p:attrNameLst>
                                      </p:cBhvr>
                                      <p:to>
                                        <p:strVal val="visible"/>
                                      </p:to>
                                    </p:set>
                                    <p:animEffect transition="in" filter="fade">
                                      <p:cBhvr>
                                        <p:cTn id="182" dur="1000"/>
                                        <p:tgtEl>
                                          <p:spTgt spid="34"/>
                                        </p:tgtEl>
                                      </p:cBhvr>
                                    </p:animEffect>
                                    <p:anim calcmode="lin" valueType="num">
                                      <p:cBhvr>
                                        <p:cTn id="183" dur="1000" fill="hold"/>
                                        <p:tgtEl>
                                          <p:spTgt spid="34"/>
                                        </p:tgtEl>
                                        <p:attrNameLst>
                                          <p:attrName>ppt_x</p:attrName>
                                        </p:attrNameLst>
                                      </p:cBhvr>
                                      <p:tavLst>
                                        <p:tav tm="0">
                                          <p:val>
                                            <p:strVal val="#ppt_x"/>
                                          </p:val>
                                        </p:tav>
                                        <p:tav tm="100000">
                                          <p:val>
                                            <p:strVal val="#ppt_x"/>
                                          </p:val>
                                        </p:tav>
                                      </p:tavLst>
                                    </p:anim>
                                    <p:anim calcmode="lin" valueType="num">
                                      <p:cBhvr>
                                        <p:cTn id="184"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42" presetClass="entr" presetSubtype="0" fill="hold" grpId="0" nodeType="clickEffect">
                                  <p:stCondLst>
                                    <p:cond delay="0"/>
                                  </p:stCondLst>
                                  <p:childTnLst>
                                    <p:set>
                                      <p:cBhvr>
                                        <p:cTn id="188" dur="1" fill="hold">
                                          <p:stCondLst>
                                            <p:cond delay="0"/>
                                          </p:stCondLst>
                                        </p:cTn>
                                        <p:tgtEl>
                                          <p:spTgt spid="35"/>
                                        </p:tgtEl>
                                        <p:attrNameLst>
                                          <p:attrName>style.visibility</p:attrName>
                                        </p:attrNameLst>
                                      </p:cBhvr>
                                      <p:to>
                                        <p:strVal val="visible"/>
                                      </p:to>
                                    </p:set>
                                    <p:animEffect transition="in" filter="fade">
                                      <p:cBhvr>
                                        <p:cTn id="189" dur="1000"/>
                                        <p:tgtEl>
                                          <p:spTgt spid="35"/>
                                        </p:tgtEl>
                                      </p:cBhvr>
                                    </p:animEffect>
                                    <p:anim calcmode="lin" valueType="num">
                                      <p:cBhvr>
                                        <p:cTn id="190" dur="1000" fill="hold"/>
                                        <p:tgtEl>
                                          <p:spTgt spid="35"/>
                                        </p:tgtEl>
                                        <p:attrNameLst>
                                          <p:attrName>ppt_x</p:attrName>
                                        </p:attrNameLst>
                                      </p:cBhvr>
                                      <p:tavLst>
                                        <p:tav tm="0">
                                          <p:val>
                                            <p:strVal val="#ppt_x"/>
                                          </p:val>
                                        </p:tav>
                                        <p:tav tm="100000">
                                          <p:val>
                                            <p:strVal val="#ppt_x"/>
                                          </p:val>
                                        </p:tav>
                                      </p:tavLst>
                                    </p:anim>
                                    <p:anim calcmode="lin" valueType="num">
                                      <p:cBhvr>
                                        <p:cTn id="191"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92" fill="hold">
                      <p:stCondLst>
                        <p:cond delay="indefinite"/>
                      </p:stCondLst>
                      <p:childTnLst>
                        <p:par>
                          <p:cTn id="193" fill="hold">
                            <p:stCondLst>
                              <p:cond delay="0"/>
                            </p:stCondLst>
                            <p:childTnLst>
                              <p:par>
                                <p:cTn id="194" presetID="42" presetClass="entr" presetSubtype="0" fill="hold" grpId="0" nodeType="clickEffect">
                                  <p:stCondLst>
                                    <p:cond delay="0"/>
                                  </p:stCondLst>
                                  <p:childTnLst>
                                    <p:set>
                                      <p:cBhvr>
                                        <p:cTn id="195" dur="1" fill="hold">
                                          <p:stCondLst>
                                            <p:cond delay="0"/>
                                          </p:stCondLst>
                                        </p:cTn>
                                        <p:tgtEl>
                                          <p:spTgt spid="36"/>
                                        </p:tgtEl>
                                        <p:attrNameLst>
                                          <p:attrName>style.visibility</p:attrName>
                                        </p:attrNameLst>
                                      </p:cBhvr>
                                      <p:to>
                                        <p:strVal val="visible"/>
                                      </p:to>
                                    </p:set>
                                    <p:animEffect transition="in" filter="fade">
                                      <p:cBhvr>
                                        <p:cTn id="196" dur="1000"/>
                                        <p:tgtEl>
                                          <p:spTgt spid="36"/>
                                        </p:tgtEl>
                                      </p:cBhvr>
                                    </p:animEffect>
                                    <p:anim calcmode="lin" valueType="num">
                                      <p:cBhvr>
                                        <p:cTn id="197" dur="1000" fill="hold"/>
                                        <p:tgtEl>
                                          <p:spTgt spid="36"/>
                                        </p:tgtEl>
                                        <p:attrNameLst>
                                          <p:attrName>ppt_x</p:attrName>
                                        </p:attrNameLst>
                                      </p:cBhvr>
                                      <p:tavLst>
                                        <p:tav tm="0">
                                          <p:val>
                                            <p:strVal val="#ppt_x"/>
                                          </p:val>
                                        </p:tav>
                                        <p:tav tm="100000">
                                          <p:val>
                                            <p:strVal val="#ppt_x"/>
                                          </p:val>
                                        </p:tav>
                                      </p:tavLst>
                                    </p:anim>
                                    <p:anim calcmode="lin" valueType="num">
                                      <p:cBhvr>
                                        <p:cTn id="198"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ID="42" presetClass="entr" presetSubtype="0" fill="hold" grpId="0" nodeType="clickEffect">
                                  <p:stCondLst>
                                    <p:cond delay="0"/>
                                  </p:stCondLst>
                                  <p:childTnLst>
                                    <p:set>
                                      <p:cBhvr>
                                        <p:cTn id="202" dur="1" fill="hold">
                                          <p:stCondLst>
                                            <p:cond delay="0"/>
                                          </p:stCondLst>
                                        </p:cTn>
                                        <p:tgtEl>
                                          <p:spTgt spid="37"/>
                                        </p:tgtEl>
                                        <p:attrNameLst>
                                          <p:attrName>style.visibility</p:attrName>
                                        </p:attrNameLst>
                                      </p:cBhvr>
                                      <p:to>
                                        <p:strVal val="visible"/>
                                      </p:to>
                                    </p:set>
                                    <p:animEffect transition="in" filter="fade">
                                      <p:cBhvr>
                                        <p:cTn id="203" dur="1000"/>
                                        <p:tgtEl>
                                          <p:spTgt spid="37"/>
                                        </p:tgtEl>
                                      </p:cBhvr>
                                    </p:animEffect>
                                    <p:anim calcmode="lin" valueType="num">
                                      <p:cBhvr>
                                        <p:cTn id="204" dur="1000" fill="hold"/>
                                        <p:tgtEl>
                                          <p:spTgt spid="37"/>
                                        </p:tgtEl>
                                        <p:attrNameLst>
                                          <p:attrName>ppt_x</p:attrName>
                                        </p:attrNameLst>
                                      </p:cBhvr>
                                      <p:tavLst>
                                        <p:tav tm="0">
                                          <p:val>
                                            <p:strVal val="#ppt_x"/>
                                          </p:val>
                                        </p:tav>
                                        <p:tav tm="100000">
                                          <p:val>
                                            <p:strVal val="#ppt_x"/>
                                          </p:val>
                                        </p:tav>
                                      </p:tavLst>
                                    </p:anim>
                                    <p:anim calcmode="lin" valueType="num">
                                      <p:cBhvr>
                                        <p:cTn id="205"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06" fill="hold">
                      <p:stCondLst>
                        <p:cond delay="indefinite"/>
                      </p:stCondLst>
                      <p:childTnLst>
                        <p:par>
                          <p:cTn id="207" fill="hold">
                            <p:stCondLst>
                              <p:cond delay="0"/>
                            </p:stCondLst>
                            <p:childTnLst>
                              <p:par>
                                <p:cTn id="208" presetID="42" presetClass="entr" presetSubtype="0" fill="hold" grpId="0" nodeType="clickEffect">
                                  <p:stCondLst>
                                    <p:cond delay="0"/>
                                  </p:stCondLst>
                                  <p:childTnLst>
                                    <p:set>
                                      <p:cBhvr>
                                        <p:cTn id="209" dur="1" fill="hold">
                                          <p:stCondLst>
                                            <p:cond delay="0"/>
                                          </p:stCondLst>
                                        </p:cTn>
                                        <p:tgtEl>
                                          <p:spTgt spid="33"/>
                                        </p:tgtEl>
                                        <p:attrNameLst>
                                          <p:attrName>style.visibility</p:attrName>
                                        </p:attrNameLst>
                                      </p:cBhvr>
                                      <p:to>
                                        <p:strVal val="visible"/>
                                      </p:to>
                                    </p:set>
                                    <p:animEffect transition="in" filter="fade">
                                      <p:cBhvr>
                                        <p:cTn id="210" dur="1000"/>
                                        <p:tgtEl>
                                          <p:spTgt spid="33"/>
                                        </p:tgtEl>
                                      </p:cBhvr>
                                    </p:animEffect>
                                    <p:anim calcmode="lin" valueType="num">
                                      <p:cBhvr>
                                        <p:cTn id="211" dur="1000" fill="hold"/>
                                        <p:tgtEl>
                                          <p:spTgt spid="33"/>
                                        </p:tgtEl>
                                        <p:attrNameLst>
                                          <p:attrName>ppt_x</p:attrName>
                                        </p:attrNameLst>
                                      </p:cBhvr>
                                      <p:tavLst>
                                        <p:tav tm="0">
                                          <p:val>
                                            <p:strVal val="#ppt_x"/>
                                          </p:val>
                                        </p:tav>
                                        <p:tav tm="100000">
                                          <p:val>
                                            <p:strVal val="#ppt_x"/>
                                          </p:val>
                                        </p:tav>
                                      </p:tavLst>
                                    </p:anim>
                                    <p:anim calcmode="lin" valueType="num">
                                      <p:cBhvr>
                                        <p:cTn id="212"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42" presetClass="entr" presetSubtype="0" fill="hold" grpId="0" nodeType="clickEffect">
                                  <p:stCondLst>
                                    <p:cond delay="0"/>
                                  </p:stCondLst>
                                  <p:childTnLst>
                                    <p:set>
                                      <p:cBhvr>
                                        <p:cTn id="216" dur="1" fill="hold">
                                          <p:stCondLst>
                                            <p:cond delay="0"/>
                                          </p:stCondLst>
                                        </p:cTn>
                                        <p:tgtEl>
                                          <p:spTgt spid="32"/>
                                        </p:tgtEl>
                                        <p:attrNameLst>
                                          <p:attrName>style.visibility</p:attrName>
                                        </p:attrNameLst>
                                      </p:cBhvr>
                                      <p:to>
                                        <p:strVal val="visible"/>
                                      </p:to>
                                    </p:set>
                                    <p:animEffect transition="in" filter="fade">
                                      <p:cBhvr>
                                        <p:cTn id="217" dur="1000"/>
                                        <p:tgtEl>
                                          <p:spTgt spid="32"/>
                                        </p:tgtEl>
                                      </p:cBhvr>
                                    </p:animEffect>
                                    <p:anim calcmode="lin" valueType="num">
                                      <p:cBhvr>
                                        <p:cTn id="218" dur="1000" fill="hold"/>
                                        <p:tgtEl>
                                          <p:spTgt spid="32"/>
                                        </p:tgtEl>
                                        <p:attrNameLst>
                                          <p:attrName>ppt_x</p:attrName>
                                        </p:attrNameLst>
                                      </p:cBhvr>
                                      <p:tavLst>
                                        <p:tav tm="0">
                                          <p:val>
                                            <p:strVal val="#ppt_x"/>
                                          </p:val>
                                        </p:tav>
                                        <p:tav tm="100000">
                                          <p:val>
                                            <p:strVal val="#ppt_x"/>
                                          </p:val>
                                        </p:tav>
                                      </p:tavLst>
                                    </p:anim>
                                    <p:anim calcmode="lin" valueType="num">
                                      <p:cBhvr>
                                        <p:cTn id="21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20" fill="hold">
                      <p:stCondLst>
                        <p:cond delay="indefinite"/>
                      </p:stCondLst>
                      <p:childTnLst>
                        <p:par>
                          <p:cTn id="221" fill="hold">
                            <p:stCondLst>
                              <p:cond delay="0"/>
                            </p:stCondLst>
                            <p:childTnLst>
                              <p:par>
                                <p:cTn id="222" presetID="42" presetClass="entr" presetSubtype="0" fill="hold" grpId="0" nodeType="clickEffect">
                                  <p:stCondLst>
                                    <p:cond delay="0"/>
                                  </p:stCondLst>
                                  <p:childTnLst>
                                    <p:set>
                                      <p:cBhvr>
                                        <p:cTn id="223" dur="1" fill="hold">
                                          <p:stCondLst>
                                            <p:cond delay="0"/>
                                          </p:stCondLst>
                                        </p:cTn>
                                        <p:tgtEl>
                                          <p:spTgt spid="31"/>
                                        </p:tgtEl>
                                        <p:attrNameLst>
                                          <p:attrName>style.visibility</p:attrName>
                                        </p:attrNameLst>
                                      </p:cBhvr>
                                      <p:to>
                                        <p:strVal val="visible"/>
                                      </p:to>
                                    </p:set>
                                    <p:animEffect transition="in" filter="fade">
                                      <p:cBhvr>
                                        <p:cTn id="224" dur="1000"/>
                                        <p:tgtEl>
                                          <p:spTgt spid="31"/>
                                        </p:tgtEl>
                                      </p:cBhvr>
                                    </p:animEffect>
                                    <p:anim calcmode="lin" valueType="num">
                                      <p:cBhvr>
                                        <p:cTn id="225" dur="1000" fill="hold"/>
                                        <p:tgtEl>
                                          <p:spTgt spid="31"/>
                                        </p:tgtEl>
                                        <p:attrNameLst>
                                          <p:attrName>ppt_x</p:attrName>
                                        </p:attrNameLst>
                                      </p:cBhvr>
                                      <p:tavLst>
                                        <p:tav tm="0">
                                          <p:val>
                                            <p:strVal val="#ppt_x"/>
                                          </p:val>
                                        </p:tav>
                                        <p:tav tm="100000">
                                          <p:val>
                                            <p:strVal val="#ppt_x"/>
                                          </p:val>
                                        </p:tav>
                                      </p:tavLst>
                                    </p:anim>
                                    <p:anim calcmode="lin" valueType="num">
                                      <p:cBhvr>
                                        <p:cTn id="226"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227" fill="hold">
                      <p:stCondLst>
                        <p:cond delay="indefinite"/>
                      </p:stCondLst>
                      <p:childTnLst>
                        <p:par>
                          <p:cTn id="228" fill="hold">
                            <p:stCondLst>
                              <p:cond delay="0"/>
                            </p:stCondLst>
                            <p:childTnLst>
                              <p:par>
                                <p:cTn id="229" presetID="42" presetClass="entr" presetSubtype="0" fill="hold" grpId="0" nodeType="clickEffect">
                                  <p:stCondLst>
                                    <p:cond delay="0"/>
                                  </p:stCondLst>
                                  <p:childTnLst>
                                    <p:set>
                                      <p:cBhvr>
                                        <p:cTn id="230" dur="1" fill="hold">
                                          <p:stCondLst>
                                            <p:cond delay="0"/>
                                          </p:stCondLst>
                                        </p:cTn>
                                        <p:tgtEl>
                                          <p:spTgt spid="47"/>
                                        </p:tgtEl>
                                        <p:attrNameLst>
                                          <p:attrName>style.visibility</p:attrName>
                                        </p:attrNameLst>
                                      </p:cBhvr>
                                      <p:to>
                                        <p:strVal val="visible"/>
                                      </p:to>
                                    </p:set>
                                    <p:animEffect transition="in" filter="fade">
                                      <p:cBhvr>
                                        <p:cTn id="231" dur="1000"/>
                                        <p:tgtEl>
                                          <p:spTgt spid="47"/>
                                        </p:tgtEl>
                                      </p:cBhvr>
                                    </p:animEffect>
                                    <p:anim calcmode="lin" valueType="num">
                                      <p:cBhvr>
                                        <p:cTn id="232" dur="1000" fill="hold"/>
                                        <p:tgtEl>
                                          <p:spTgt spid="47"/>
                                        </p:tgtEl>
                                        <p:attrNameLst>
                                          <p:attrName>ppt_x</p:attrName>
                                        </p:attrNameLst>
                                      </p:cBhvr>
                                      <p:tavLst>
                                        <p:tav tm="0">
                                          <p:val>
                                            <p:strVal val="#ppt_x"/>
                                          </p:val>
                                        </p:tav>
                                        <p:tav tm="100000">
                                          <p:val>
                                            <p:strVal val="#ppt_x"/>
                                          </p:val>
                                        </p:tav>
                                      </p:tavLst>
                                    </p:anim>
                                    <p:anim calcmode="lin" valueType="num">
                                      <p:cBhvr>
                                        <p:cTn id="233"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0" grpId="0" bldLvl="0" animBg="1"/>
      <p:bldP spid="11" grpId="0" animBg="1"/>
      <p:bldP spid="12" grpId="0" bldLvl="0" animBg="1"/>
      <p:bldP spid="22" grpId="0" bldLvl="0" animBg="1"/>
      <p:bldP spid="23" grpId="0" bldLvl="0" animBg="1"/>
      <p:bldP spid="24" grpId="0" bldLvl="0" animBg="1"/>
      <p:bldP spid="25" grpId="0" bldLvl="0" animBg="1"/>
      <p:bldP spid="26" grpId="0" bldLvl="0" animBg="1"/>
      <p:bldP spid="29" grpId="0" bldLvl="0" animBg="1"/>
      <p:bldP spid="38" grpId="0" bldLvl="0" animBg="1"/>
      <p:bldP spid="39" grpId="0" bldLvl="0" animBg="1"/>
      <p:bldP spid="40" grpId="0" bldLvl="0" animBg="1"/>
      <p:bldP spid="41" grpId="0" bldLvl="0" animBg="1"/>
      <p:bldP spid="42" grpId="0" bldLvl="0" animBg="1"/>
      <p:bldP spid="43" grpId="0" bldLvl="0" animBg="1"/>
      <p:bldP spid="44" grpId="0" bldLvl="0" animBg="1"/>
      <p:bldP spid="45" grpId="0" bldLvl="0" animBg="1"/>
      <p:bldP spid="30" grpId="0" bldLvl="0" animBg="1"/>
      <p:bldP spid="31" grpId="0" bldLvl="0" animBg="1"/>
      <p:bldP spid="32" grpId="0" bldLvl="0" animBg="1"/>
      <p:bldP spid="33" grpId="0" bldLvl="0" animBg="1"/>
      <p:bldP spid="34" grpId="0" bldLvl="0" animBg="1"/>
      <p:bldP spid="35" grpId="0" bldLvl="0" animBg="1"/>
      <p:bldP spid="36" grpId="0" bldLvl="0" animBg="1"/>
      <p:bldP spid="37" grpId="0" bldLvl="0" animBg="1"/>
      <p:bldP spid="46" grpId="0" bldLvl="0" animBg="1"/>
      <p:bldP spid="4" grpId="0" animBg="1"/>
      <p:bldP spid="47" grpId="0" bldLvl="0" animBg="1"/>
    </p:bldLst>
  </p:timing>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会話 1/2</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5　マリ…マリヤム　本田…本田先生　マル…マルコ</a:t>
            </a:r>
            <a:endParaRPr lang="ja-JP" sz="1400"/>
          </a:p>
        </p:txBody>
      </p:sp>
      <p:sp>
        <p:nvSpPr>
          <p:cNvPr id="7" name="badge 7"/>
          <p:cNvSpPr txBox="1"/>
          <p:nvPr/>
        </p:nvSpPr>
        <p:spPr>
          <a:xfrm>
            <a:off x="685800" y="110972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300" b="1" dirty="0">
                <a:solidFill>
                  <a:srgbClr val="FFFFFF"/>
                </a:solidFill>
                <a:latin typeface="Meiryo"/>
                <a:ea typeface="Meiryo"/>
                <a:cs typeface="Meiryo"/>
              </a:rPr>
              <a:t>マリ</a:t>
            </a:r>
            <a:endParaRPr lang="ja-JP" sz="1300"/>
          </a:p>
        </p:txBody>
      </p:sp>
      <p:sp>
        <p:nvSpPr>
          <p:cNvPr id="8" name="t 8"/>
          <p:cNvSpPr txBox="1"/>
          <p:nvPr/>
        </p:nvSpPr>
        <p:spPr>
          <a:xfrm>
            <a:off x="1508760" y="1188720"/>
            <a:ext cx="9997135" cy="12268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先生、日本語には男言葉と女言葉がありますよね。私は日本の女の人の話し方が優しくて好きなんですけど、電車の中とかで聞く女子高生の言葉って、ちょっと男の子みたいですね。</a:t>
            </a:r>
            <a:endParaRPr lang="ja-JP" sz="2300"/>
          </a:p>
        </p:txBody>
      </p:sp>
      <p:sp>
        <p:nvSpPr>
          <p:cNvPr id="9" name="badge 9"/>
          <p:cNvSpPr txBox="1"/>
          <p:nvPr/>
        </p:nvSpPr>
        <p:spPr>
          <a:xfrm>
            <a:off x="685800" y="2519426"/>
            <a:ext cx="566928" cy="56692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300" b="1" dirty="0">
                <a:solidFill>
                  <a:srgbClr val="FFFFFF"/>
                </a:solidFill>
                <a:latin typeface="Meiryo"/>
                <a:ea typeface="Meiryo"/>
                <a:cs typeface="Meiryo"/>
              </a:rPr>
              <a:t>本田</a:t>
            </a:r>
            <a:endParaRPr lang="ja-JP" sz="1300"/>
          </a:p>
        </p:txBody>
      </p:sp>
      <p:sp>
        <p:nvSpPr>
          <p:cNvPr id="10" name="t 10"/>
          <p:cNvSpPr txBox="1"/>
          <p:nvPr/>
        </p:nvSpPr>
        <p:spPr>
          <a:xfrm>
            <a:off x="1508760" y="2598420"/>
            <a:ext cx="9997135" cy="12268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そうですね。最近は男女の言葉遣いの違いがなくなってきていますね。でも、その高校生たちもいつも男の子みたいな話し方をしている</a:t>
            </a:r>
            <a:r>
              <a:rPr lang="ja-JP" altLang="en-US" sz="2300" b="1" dirty="0">
                <a:solidFill>
                  <a:srgbClr val="A64B31"/>
                </a:solidFill>
                <a:highlight>
                  <a:srgbClr val="F9E2A0"/>
                </a:highlight>
                <a:latin typeface="Meiryo"/>
                <a:ea typeface="Meiryo"/>
                <a:cs typeface="Meiryo"/>
              </a:rPr>
              <a:t>わけではない</a:t>
            </a:r>
            <a:r>
              <a:rPr lang="ja-JP" altLang="en-US" sz="2300" b="0" dirty="0">
                <a:solidFill>
                  <a:srgbClr val="1F271D"/>
                </a:solidFill>
                <a:latin typeface="Meiryo"/>
                <a:ea typeface="Meiryo"/>
                <a:cs typeface="Meiryo"/>
              </a:rPr>
              <a:t>と思いますよ。</a:t>
            </a:r>
            <a:endParaRPr lang="ja-JP" sz="2300"/>
          </a:p>
        </p:txBody>
      </p:sp>
      <p:sp>
        <p:nvSpPr>
          <p:cNvPr id="11" name="badge 11"/>
          <p:cNvSpPr txBox="1"/>
          <p:nvPr/>
        </p:nvSpPr>
        <p:spPr>
          <a:xfrm>
            <a:off x="685800" y="3929126"/>
            <a:ext cx="566928" cy="566928"/>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300" b="1" dirty="0">
                <a:solidFill>
                  <a:srgbClr val="FFFFFF"/>
                </a:solidFill>
                <a:latin typeface="Meiryo"/>
                <a:ea typeface="Meiryo"/>
                <a:cs typeface="Meiryo"/>
              </a:rPr>
              <a:t>マリ</a:t>
            </a:r>
            <a:endParaRPr lang="ja-JP" sz="1300"/>
          </a:p>
        </p:txBody>
      </p:sp>
      <p:sp>
        <p:nvSpPr>
          <p:cNvPr id="12" name="t 12"/>
          <p:cNvSpPr txBox="1"/>
          <p:nvPr/>
        </p:nvSpPr>
        <p:spPr>
          <a:xfrm>
            <a:off x="1508760" y="4008120"/>
            <a:ext cx="9997135" cy="4089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そうなんですか。</a:t>
            </a:r>
            <a:endParaRPr lang="ja-JP" sz="2300"/>
          </a:p>
        </p:txBody>
      </p:sp>
      <p:sp>
        <p:nvSpPr>
          <p:cNvPr id="13" name="badge 13"/>
          <p:cNvSpPr txBox="1"/>
          <p:nvPr/>
        </p:nvSpPr>
        <p:spPr>
          <a:xfrm>
            <a:off x="685800" y="4520946"/>
            <a:ext cx="566928" cy="56692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300" b="1" dirty="0">
                <a:solidFill>
                  <a:srgbClr val="FFFFFF"/>
                </a:solidFill>
                <a:latin typeface="Meiryo"/>
                <a:ea typeface="Meiryo"/>
                <a:cs typeface="Meiryo"/>
              </a:rPr>
              <a:t>本田</a:t>
            </a:r>
            <a:endParaRPr lang="ja-JP" sz="1300"/>
          </a:p>
        </p:txBody>
      </p:sp>
      <p:sp>
        <p:nvSpPr>
          <p:cNvPr id="14" name="t 14"/>
          <p:cNvSpPr txBox="1"/>
          <p:nvPr/>
        </p:nvSpPr>
        <p:spPr>
          <a:xfrm>
            <a:off x="1508760" y="4599940"/>
            <a:ext cx="9997135" cy="4089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目上の人やあまり親しくない人には丁寧に話していると思いますよ。</a:t>
            </a:r>
            <a:endParaRPr lang="ja-JP" sz="23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deco 2"/>
          <p:cNvSpPr/>
          <p:nvPr/>
        </p:nvSpPr>
        <p:spPr>
          <a:xfrm>
            <a:off x="8899855" y="4023360"/>
            <a:ext cx="4937760" cy="4937760"/>
          </a:xfrm>
          <a:prstGeom prst="ellipse">
            <a:avLst/>
          </a:prstGeom>
          <a:solidFill>
            <a:srgbClr val="DBCCBA"/>
          </a:solidFill>
          <a:ln>
            <a:noFill/>
          </a:ln>
        </p:spPr>
        <p:txBody>
          <a:bodyPr rtlCol="0" anchor="ctr"/>
          <a:lstStyle/>
          <a:p>
            <a:endParaRPr lang="ja-JP"/>
          </a:p>
        </p:txBody>
      </p:sp>
      <p:sp>
        <p:nvSpPr>
          <p:cNvPr id="3" name="deco 3"/>
          <p:cNvSpPr/>
          <p:nvPr/>
        </p:nvSpPr>
        <p:spPr>
          <a:xfrm>
            <a:off x="-822960" y="5943600"/>
            <a:ext cx="1645920" cy="1645920"/>
          </a:xfrm>
          <a:prstGeom prst="ellipse">
            <a:avLst/>
          </a:prstGeom>
          <a:solidFill>
            <a:srgbClr val="E9DFD0"/>
          </a:solidFill>
          <a:ln>
            <a:noFill/>
          </a:ln>
        </p:spPr>
        <p:txBody>
          <a:bodyPr rtlCol="0" anchor="ctr"/>
          <a:lstStyle/>
          <a:p>
            <a:endParaRPr lang="ja-JP"/>
          </a:p>
        </p:txBody>
      </p:sp>
      <p:pic>
        <p:nvPicPr>
          <p:cNvPr id="4" name="deco 4"/>
          <p:cNvPicPr>
            <a:picLocks noChangeAspect="1"/>
          </p:cNvPicPr>
          <p:nvPr/>
        </p:nvPicPr>
        <p:blipFill>
          <a:blip r:embed="rId2"/>
          <a:stretch>
            <a:fillRect/>
          </a:stretch>
        </p:blipFill>
        <p:spPr>
          <a:xfrm flipH="1">
            <a:off x="10591495" y="-1234440"/>
            <a:ext cx="2057400" cy="2697480"/>
          </a:xfrm>
          <a:prstGeom prst="rect">
            <a:avLst/>
          </a:prstGeom>
        </p:spPr>
      </p:pic>
      <p:sp>
        <p:nvSpPr>
          <p:cNvPr id="5" name="pill 5"/>
          <p:cNvSpPr txBox="1"/>
          <p:nvPr/>
        </p:nvSpPr>
        <p:spPr>
          <a:xfrm>
            <a:off x="685800" y="347472"/>
            <a:ext cx="1318768" cy="420624"/>
          </a:xfrm>
          <a:prstGeom prst="roundRect">
            <a:avLst>
              <a:gd name="adj" fmla="val 50000"/>
            </a:avLst>
          </a:prstGeom>
          <a:solidFill>
            <a:srgbClr val="A64B31"/>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600" b="1" dirty="0">
                <a:solidFill>
                  <a:srgbClr val="FFFFFF"/>
                </a:solidFill>
                <a:latin typeface="Meiryo"/>
                <a:ea typeface="Meiryo"/>
                <a:cs typeface="Meiryo"/>
              </a:rPr>
              <a:t>会話 2/2</a:t>
            </a:r>
            <a:endParaRPr lang="ja-JP" sz="1600"/>
          </a:p>
        </p:txBody>
      </p:sp>
      <p:sp>
        <p:nvSpPr>
          <p:cNvPr id="6" name="t 6"/>
          <p:cNvSpPr txBox="1"/>
          <p:nvPr/>
        </p:nvSpPr>
        <p:spPr>
          <a:xfrm>
            <a:off x="2187448" y="347472"/>
            <a:ext cx="5486400" cy="420624"/>
          </a:xfrm>
          <a:prstGeom prst="rect">
            <a:avLst/>
          </a:prstGeom>
          <a:noFill/>
          <a:ln>
            <a:noFill/>
          </a:ln>
        </p:spPr>
        <p:txBody>
          <a:bodyPr wrap="square" lIns="0" tIns="0" rIns="0" bIns="0" rtlCol="0" anchor="ctr">
            <a:noAutofit/>
          </a:bodyPr>
          <a:lstStyle/>
          <a:p>
            <a:pPr algn="l">
              <a:lnSpc>
                <a:spcPct val="115000"/>
              </a:lnSpc>
              <a:spcBef>
                <a:spcPts val="0"/>
              </a:spcBef>
              <a:spcAft>
                <a:spcPts val="200"/>
              </a:spcAft>
              <a:buNone/>
            </a:pPr>
            <a:r>
              <a:rPr lang="ja-JP" altLang="en-US" sz="1400" b="0" dirty="0">
                <a:solidFill>
                  <a:srgbClr val="7A6F62"/>
                </a:solidFill>
                <a:latin typeface="Meiryo"/>
                <a:ea typeface="Meiryo"/>
                <a:cs typeface="Meiryo"/>
              </a:rPr>
              <a:t>第9課 Part 5　マリ…マリヤム　本田…本田先生　マル…マルコ</a:t>
            </a:r>
            <a:endParaRPr lang="ja-JP" sz="1400"/>
          </a:p>
        </p:txBody>
      </p:sp>
      <p:sp>
        <p:nvSpPr>
          <p:cNvPr id="7" name="badge 7"/>
          <p:cNvSpPr txBox="1"/>
          <p:nvPr/>
        </p:nvSpPr>
        <p:spPr>
          <a:xfrm>
            <a:off x="685800" y="1109726"/>
            <a:ext cx="566928" cy="566928"/>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300" b="1" dirty="0">
                <a:solidFill>
                  <a:srgbClr val="FFFFFF"/>
                </a:solidFill>
                <a:latin typeface="Meiryo"/>
                <a:ea typeface="Meiryo"/>
                <a:cs typeface="Meiryo"/>
              </a:rPr>
              <a:t>マル</a:t>
            </a:r>
            <a:endParaRPr lang="ja-JP" sz="1300"/>
          </a:p>
        </p:txBody>
      </p:sp>
      <p:sp>
        <p:nvSpPr>
          <p:cNvPr id="8" name="t 8"/>
          <p:cNvSpPr txBox="1"/>
          <p:nvPr/>
        </p:nvSpPr>
        <p:spPr>
          <a:xfrm>
            <a:off x="1508760" y="1188720"/>
            <a:ext cx="9997135" cy="163576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ああ、私のバイト先でもみんな店長には丁寧な言葉で話してますね。私も店長や先輩には丁寧に話そうと思って、自分のことを「私」って言ってたんです。でも、この間先輩から「僕たちと話すときには、自分のことを『私』って言わなくていいよ」って言われたんです。</a:t>
            </a:r>
            <a:endParaRPr lang="ja-JP" sz="2300"/>
          </a:p>
        </p:txBody>
      </p:sp>
      <p:sp>
        <p:nvSpPr>
          <p:cNvPr id="9" name="badge 9"/>
          <p:cNvSpPr txBox="1"/>
          <p:nvPr/>
        </p:nvSpPr>
        <p:spPr>
          <a:xfrm>
            <a:off x="685800" y="2928366"/>
            <a:ext cx="566928" cy="56692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300" b="1" dirty="0">
                <a:solidFill>
                  <a:srgbClr val="FFFFFF"/>
                </a:solidFill>
                <a:latin typeface="Meiryo"/>
                <a:ea typeface="Meiryo"/>
                <a:cs typeface="Meiryo"/>
              </a:rPr>
              <a:t>本田</a:t>
            </a:r>
            <a:endParaRPr lang="ja-JP" sz="1300"/>
          </a:p>
        </p:txBody>
      </p:sp>
      <p:sp>
        <p:nvSpPr>
          <p:cNvPr id="10" name="t 10"/>
          <p:cNvSpPr txBox="1"/>
          <p:nvPr/>
        </p:nvSpPr>
        <p:spPr>
          <a:xfrm>
            <a:off x="1508760" y="3007360"/>
            <a:ext cx="9997135" cy="12268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確かに会社なんかでは「私」を使ったほうがいいですけど、アルバイト先の先輩がそう言うんだったら、「私」は使わないほうがもっと親しくなれるかもしれませんね。</a:t>
            </a:r>
            <a:endParaRPr lang="ja-JP" sz="2300"/>
          </a:p>
        </p:txBody>
      </p:sp>
      <p:sp>
        <p:nvSpPr>
          <p:cNvPr id="11" name="badge 11"/>
          <p:cNvSpPr txBox="1"/>
          <p:nvPr/>
        </p:nvSpPr>
        <p:spPr>
          <a:xfrm>
            <a:off x="685800" y="4338066"/>
            <a:ext cx="566928" cy="566928"/>
          </a:xfrm>
          <a:prstGeom prst="roundRect">
            <a:avLst>
              <a:gd name="adj" fmla="val 50000"/>
            </a:avLst>
          </a:prstGeom>
          <a:solidFill>
            <a:srgbClr val="C27B38"/>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300" b="1" dirty="0">
                <a:solidFill>
                  <a:srgbClr val="FFFFFF"/>
                </a:solidFill>
                <a:latin typeface="Meiryo"/>
                <a:ea typeface="Meiryo"/>
                <a:cs typeface="Meiryo"/>
              </a:rPr>
              <a:t>マル</a:t>
            </a:r>
            <a:endParaRPr lang="ja-JP" sz="1300"/>
          </a:p>
        </p:txBody>
      </p:sp>
      <p:sp>
        <p:nvSpPr>
          <p:cNvPr id="12" name="t 12"/>
          <p:cNvSpPr txBox="1"/>
          <p:nvPr/>
        </p:nvSpPr>
        <p:spPr>
          <a:xfrm>
            <a:off x="1508760" y="4417060"/>
            <a:ext cx="9997135" cy="40894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へえ。難しいですね。</a:t>
            </a:r>
            <a:endParaRPr lang="ja-JP" sz="2300"/>
          </a:p>
        </p:txBody>
      </p:sp>
      <p:sp>
        <p:nvSpPr>
          <p:cNvPr id="13" name="badge 13"/>
          <p:cNvSpPr txBox="1"/>
          <p:nvPr/>
        </p:nvSpPr>
        <p:spPr>
          <a:xfrm>
            <a:off x="685800" y="4929886"/>
            <a:ext cx="566928" cy="566928"/>
          </a:xfrm>
          <a:prstGeom prst="roundRect">
            <a:avLst>
              <a:gd name="adj" fmla="val 50000"/>
            </a:avLst>
          </a:prstGeom>
          <a:solidFill>
            <a:srgbClr val="533D15"/>
          </a:solidFill>
          <a:ln>
            <a:noFill/>
          </a:ln>
        </p:spPr>
        <p:txBody>
          <a:bodyPr wrap="square" lIns="0" tIns="0" rIns="0" bIns="0" rtlCol="0" anchor="ctr">
            <a:noAutofit/>
          </a:bodyPr>
          <a:lstStyle/>
          <a:p>
            <a:pPr algn="ctr">
              <a:lnSpc>
                <a:spcPct val="115000"/>
              </a:lnSpc>
              <a:spcBef>
                <a:spcPts val="0"/>
              </a:spcBef>
              <a:spcAft>
                <a:spcPts val="200"/>
              </a:spcAft>
              <a:buNone/>
            </a:pPr>
            <a:r>
              <a:rPr lang="ja-JP" altLang="en-US" sz="1300" b="1" dirty="0">
                <a:solidFill>
                  <a:srgbClr val="FFFFFF"/>
                </a:solidFill>
                <a:latin typeface="Meiryo"/>
                <a:ea typeface="Meiryo"/>
                <a:cs typeface="Meiryo"/>
              </a:rPr>
              <a:t>本田</a:t>
            </a:r>
            <a:endParaRPr lang="ja-JP" sz="1300"/>
          </a:p>
        </p:txBody>
      </p:sp>
      <p:sp>
        <p:nvSpPr>
          <p:cNvPr id="14" name="t 14"/>
          <p:cNvSpPr txBox="1"/>
          <p:nvPr/>
        </p:nvSpPr>
        <p:spPr>
          <a:xfrm>
            <a:off x="1508760" y="5008880"/>
            <a:ext cx="9997135" cy="1226820"/>
          </a:xfrm>
          <a:prstGeom prst="rect">
            <a:avLst/>
          </a:prstGeom>
          <a:noFill/>
          <a:ln>
            <a:noFill/>
          </a:ln>
        </p:spPr>
        <p:txBody>
          <a:bodyPr wrap="square" lIns="0" tIns="0" rIns="0" bIns="0" rtlCol="0" anchor="t">
            <a:noAutofit/>
          </a:bodyPr>
          <a:lstStyle/>
          <a:p>
            <a:pPr algn="l">
              <a:lnSpc>
                <a:spcPct val="118000"/>
              </a:lnSpc>
              <a:spcBef>
                <a:spcPts val="0"/>
              </a:spcBef>
              <a:spcAft>
                <a:spcPts val="200"/>
              </a:spcAft>
              <a:buNone/>
            </a:pPr>
            <a:r>
              <a:rPr lang="ja-JP" altLang="en-US" sz="2300" b="0" dirty="0">
                <a:solidFill>
                  <a:srgbClr val="1F271D"/>
                </a:solidFill>
                <a:latin typeface="Meiryo"/>
                <a:ea typeface="Meiryo"/>
                <a:cs typeface="Meiryo"/>
              </a:rPr>
              <a:t>そうですね。意味の違い</a:t>
            </a:r>
            <a:r>
              <a:rPr lang="ja-JP" altLang="en-US" sz="2300" b="1" dirty="0">
                <a:solidFill>
                  <a:srgbClr val="A64B31"/>
                </a:solidFill>
                <a:highlight>
                  <a:srgbClr val="F9E2A0"/>
                </a:highlight>
                <a:latin typeface="Meiryo"/>
                <a:ea typeface="Meiryo"/>
                <a:cs typeface="Meiryo"/>
              </a:rPr>
              <a:t>ぐらい</a:t>
            </a:r>
            <a:r>
              <a:rPr lang="ja-JP" altLang="en-US" sz="2300" b="0" dirty="0">
                <a:solidFill>
                  <a:srgbClr val="1F271D"/>
                </a:solidFill>
                <a:latin typeface="Meiryo"/>
                <a:ea typeface="Meiryo"/>
                <a:cs typeface="Meiryo"/>
              </a:rPr>
              <a:t>はすぐに覚えられても、状況に合わせてその言葉を使い分けるのは難しいかもしれませんね。でも、それがまた日本語のおもしろいところだと思いますよ。</a:t>
            </a:r>
            <a:endParaRPr lang="ja-JP" sz="23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88E425F9-FCF6-BE23-8C8E-ACC15A319C11}"/>
              </a:ext>
            </a:extLst>
          </p:cNvPr>
          <p:cNvSpPr/>
          <p:nvPr/>
        </p:nvSpPr>
        <p:spPr>
          <a:xfrm>
            <a:off x="115146" y="1689228"/>
            <a:ext cx="11700452" cy="4245647"/>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600" b="1" i="0" u="none" strike="noStrike" kern="0" cap="none" spc="0" normalizeH="0" baseline="0" noProof="0" dirty="0">
                <a:ln w="22225">
                  <a:solidFill>
                    <a:srgbClr val="ED7D31"/>
                  </a:solidFill>
                  <a:prstDash val="solid"/>
                </a:ln>
                <a:solidFill>
                  <a:srgbClr val="A64B31">
                    <a:lumMod val="75000"/>
                  </a:srgbClr>
                </a:solidFill>
                <a:effectLst/>
                <a:uLnTx/>
                <a:uFillTx/>
                <a:latin typeface="UD Digi Kyokasho N-B" panose="02020700000000000000" pitchFamily="17" charset="-128"/>
                <a:ea typeface="UD Digi Kyokasho N-B" panose="02020700000000000000" pitchFamily="17" charset="-128"/>
                <a:sym typeface="Arial"/>
              </a:rPr>
              <a:t>知って楽しむ</a:t>
            </a:r>
            <a:r>
              <a:rPr kumimoji="0" lang="en-US" sz="9600" b="1" i="0" u="none" strike="noStrike" kern="0" cap="none" spc="0" normalizeH="0" baseline="0" noProof="0" dirty="0">
                <a:ln w="22225">
                  <a:solidFill>
                    <a:srgbClr val="ED7D31"/>
                  </a:solidFill>
                  <a:prstDash val="solid"/>
                </a:ln>
                <a:solidFill>
                  <a:srgbClr val="313752">
                    <a:lumMod val="50000"/>
                  </a:srgbClr>
                </a:solidFill>
                <a:effectLst/>
                <a:uLnTx/>
                <a:uFillTx/>
                <a:latin typeface="UD Digi Kyokasho N-B" panose="02020700000000000000" pitchFamily="17" charset="-128"/>
                <a:ea typeface="UD Digi Kyokasho N-B" panose="02020700000000000000" pitchFamily="17" charset="-128"/>
                <a:sym typeface="Arial"/>
              </a:rPr>
              <a:t> </a:t>
            </a:r>
            <a:endParaRPr kumimoji="0" lang="en-US" sz="9600" b="1" i="0" u="none" strike="noStrike" kern="0" cap="none" spc="0" normalizeH="0" baseline="0" noProof="0" dirty="0">
              <a:ln w="22225">
                <a:solidFill>
                  <a:srgbClr val="ED7D31"/>
                </a:solidFill>
                <a:prstDash val="solid"/>
              </a:ln>
              <a:solidFill>
                <a:srgbClr val="1F271D">
                  <a:lumMod val="90000"/>
                  <a:lumOff val="10000"/>
                </a:srgbClr>
              </a:solidFill>
              <a:effectLst/>
              <a:uLnTx/>
              <a:uFillTx/>
              <a:latin typeface="UD Digi Kyokasho N-B" panose="02020700000000000000" pitchFamily="17" charset="-128"/>
              <a:ea typeface="UD Digi Kyokasho N-B" panose="02020700000000000000" pitchFamily="17" charset="-128"/>
              <a:sym typeface="Arial"/>
            </a:endParaRPr>
          </a:p>
        </p:txBody>
      </p:sp>
      <p:pic>
        <p:nvPicPr>
          <p:cNvPr id="2" name="Google Shape;368;p40">
            <a:extLst>
              <a:ext uri="{FF2B5EF4-FFF2-40B4-BE49-F238E27FC236}">
                <a16:creationId xmlns:a16="http://schemas.microsoft.com/office/drawing/2014/main" id="{D86EED46-F645-F758-804D-C983D8CE15B4}"/>
              </a:ext>
            </a:extLst>
          </p:cNvPr>
          <p:cNvPicPr preferRelativeResize="0"/>
          <p:nvPr/>
        </p:nvPicPr>
        <p:blipFill>
          <a:blip r:embed="rId3">
            <a:alphaModFix/>
          </a:blip>
          <a:stretch>
            <a:fillRect/>
          </a:stretch>
        </p:blipFill>
        <p:spPr>
          <a:xfrm>
            <a:off x="9033328" y="2787120"/>
            <a:ext cx="3955573" cy="5143501"/>
          </a:xfrm>
          <a:prstGeom prst="rect">
            <a:avLst/>
          </a:prstGeom>
          <a:noFill/>
          <a:ln>
            <a:noFill/>
          </a:ln>
        </p:spPr>
      </p:pic>
    </p:spTree>
    <p:extLst>
      <p:ext uri="{BB962C8B-B14F-4D97-AF65-F5344CB8AC3E}">
        <p14:creationId xmlns:p14="http://schemas.microsoft.com/office/powerpoint/2010/main" val="352465323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1F1F0D-9BA3-420B-81C5-DD957BDD5C10}"/>
              </a:ext>
            </a:extLst>
          </p:cNvPr>
          <p:cNvPicPr>
            <a:picLocks noChangeAspect="1"/>
          </p:cNvPicPr>
          <p:nvPr/>
        </p:nvPicPr>
        <p:blipFill>
          <a:blip r:embed="rId2"/>
          <a:stretch>
            <a:fillRect/>
          </a:stretch>
        </p:blipFill>
        <p:spPr>
          <a:xfrm>
            <a:off x="3637503" y="514806"/>
            <a:ext cx="4451420" cy="5592809"/>
          </a:xfrm>
          <a:prstGeom prst="rect">
            <a:avLst/>
          </a:prstGeom>
        </p:spPr>
      </p:pic>
    </p:spTree>
    <p:extLst>
      <p:ext uri="{BB962C8B-B14F-4D97-AF65-F5344CB8AC3E}">
        <p14:creationId xmlns:p14="http://schemas.microsoft.com/office/powerpoint/2010/main" val="419319435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0C844FA-F745-4D61-97EE-AAF206913F53}"/>
              </a:ext>
            </a:extLst>
          </p:cNvPr>
          <p:cNvPicPr>
            <a:picLocks noChangeAspect="1"/>
          </p:cNvPicPr>
          <p:nvPr/>
        </p:nvPicPr>
        <p:blipFill>
          <a:blip r:embed="rId2"/>
          <a:stretch>
            <a:fillRect/>
          </a:stretch>
        </p:blipFill>
        <p:spPr>
          <a:xfrm>
            <a:off x="122991" y="513943"/>
            <a:ext cx="11946017" cy="5830114"/>
          </a:xfrm>
          <a:prstGeom prst="rect">
            <a:avLst/>
          </a:prstGeom>
        </p:spPr>
      </p:pic>
    </p:spTree>
    <p:extLst>
      <p:ext uri="{BB962C8B-B14F-4D97-AF65-F5344CB8AC3E}">
        <p14:creationId xmlns:p14="http://schemas.microsoft.com/office/powerpoint/2010/main" val="75183886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DEE23D-08F4-45F3-A067-BBFC61810B68}"/>
              </a:ext>
            </a:extLst>
          </p:cNvPr>
          <p:cNvPicPr>
            <a:picLocks noChangeAspect="1"/>
          </p:cNvPicPr>
          <p:nvPr/>
        </p:nvPicPr>
        <p:blipFill>
          <a:blip r:embed="rId2"/>
          <a:stretch>
            <a:fillRect/>
          </a:stretch>
        </p:blipFill>
        <p:spPr>
          <a:xfrm>
            <a:off x="132518" y="437732"/>
            <a:ext cx="11926964" cy="5982535"/>
          </a:xfrm>
          <a:prstGeom prst="rect">
            <a:avLst/>
          </a:prstGeom>
        </p:spPr>
      </p:pic>
    </p:spTree>
    <p:extLst>
      <p:ext uri="{BB962C8B-B14F-4D97-AF65-F5344CB8AC3E}">
        <p14:creationId xmlns:p14="http://schemas.microsoft.com/office/powerpoint/2010/main" val="57831783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9665C3-B3AA-479D-B0E2-680DFEBD79E8}"/>
              </a:ext>
            </a:extLst>
          </p:cNvPr>
          <p:cNvPicPr>
            <a:picLocks noChangeAspect="1"/>
          </p:cNvPicPr>
          <p:nvPr/>
        </p:nvPicPr>
        <p:blipFill>
          <a:blip r:embed="rId2"/>
          <a:stretch>
            <a:fillRect/>
          </a:stretch>
        </p:blipFill>
        <p:spPr>
          <a:xfrm>
            <a:off x="242070" y="2004813"/>
            <a:ext cx="11707859" cy="2848373"/>
          </a:xfrm>
          <a:prstGeom prst="rect">
            <a:avLst/>
          </a:prstGeom>
        </p:spPr>
      </p:pic>
    </p:spTree>
    <p:extLst>
      <p:ext uri="{BB962C8B-B14F-4D97-AF65-F5344CB8AC3E}">
        <p14:creationId xmlns:p14="http://schemas.microsoft.com/office/powerpoint/2010/main" val="15531903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0975C9-B797-4037-9053-D8B13095C9E9}"/>
              </a:ext>
            </a:extLst>
          </p:cNvPr>
          <p:cNvPicPr>
            <a:picLocks noChangeAspect="1"/>
          </p:cNvPicPr>
          <p:nvPr/>
        </p:nvPicPr>
        <p:blipFill>
          <a:blip r:embed="rId2"/>
          <a:stretch>
            <a:fillRect/>
          </a:stretch>
        </p:blipFill>
        <p:spPr>
          <a:xfrm>
            <a:off x="108702" y="1418944"/>
            <a:ext cx="11974596" cy="4020111"/>
          </a:xfrm>
          <a:prstGeom prst="rect">
            <a:avLst/>
          </a:prstGeom>
        </p:spPr>
      </p:pic>
    </p:spTree>
    <p:extLst>
      <p:ext uri="{BB962C8B-B14F-4D97-AF65-F5344CB8AC3E}">
        <p14:creationId xmlns:p14="http://schemas.microsoft.com/office/powerpoint/2010/main" val="53675066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9640" y="1016676"/>
            <a:ext cx="3297864"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疑問　</a:t>
            </a:r>
            <a:endParaRPr lang="en-US" sz="3200" dirty="0">
              <a:latin typeface="UD Digi Kyokasho N-B" panose="02020700000000000000" pitchFamily="17" charset="-128"/>
              <a:ea typeface="UD Digi Kyokasho N-B" panose="02020700000000000000" pitchFamily="17" charset="-128"/>
            </a:endParaRPr>
          </a:p>
        </p:txBody>
      </p:sp>
      <p:sp>
        <p:nvSpPr>
          <p:cNvPr id="6" name="TextBox 5"/>
          <p:cNvSpPr txBox="1"/>
          <p:nvPr/>
        </p:nvSpPr>
        <p:spPr>
          <a:xfrm>
            <a:off x="4434308" y="1034029"/>
            <a:ext cx="2577813"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若い</a:t>
            </a:r>
          </a:p>
        </p:txBody>
      </p:sp>
      <p:sp>
        <p:nvSpPr>
          <p:cNvPr id="7" name="TextBox 6"/>
          <p:cNvSpPr txBox="1"/>
          <p:nvPr/>
        </p:nvSpPr>
        <p:spPr>
          <a:xfrm>
            <a:off x="339640" y="5631554"/>
            <a:ext cx="3297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若者</a:t>
            </a:r>
          </a:p>
        </p:txBody>
      </p:sp>
      <p:sp>
        <p:nvSpPr>
          <p:cNvPr id="8" name="TextBox 7"/>
          <p:cNvSpPr txBox="1"/>
          <p:nvPr/>
        </p:nvSpPr>
        <p:spPr>
          <a:xfrm>
            <a:off x="339005" y="4946509"/>
            <a:ext cx="3297865"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部下</a:t>
            </a:r>
          </a:p>
        </p:txBody>
      </p:sp>
      <p:sp>
        <p:nvSpPr>
          <p:cNvPr id="9" name="TextBox 8"/>
          <p:cNvSpPr txBox="1"/>
          <p:nvPr/>
        </p:nvSpPr>
        <p:spPr>
          <a:xfrm>
            <a:off x="339640" y="1677160"/>
            <a:ext cx="3297864"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疑う</a:t>
            </a:r>
            <a:endParaRPr lang="en-US" altLang="ja-JP" sz="3200" dirty="0">
              <a:latin typeface="UD Digi Kyokasho N-B" panose="02020700000000000000" pitchFamily="17" charset="-128"/>
              <a:ea typeface="UD Digi Kyokasho N-B" panose="02020700000000000000" pitchFamily="17" charset="-128"/>
            </a:endParaRPr>
          </a:p>
        </p:txBody>
      </p:sp>
      <p:sp>
        <p:nvSpPr>
          <p:cNvPr id="10" name="TextBox 9"/>
          <p:cNvSpPr txBox="1"/>
          <p:nvPr/>
        </p:nvSpPr>
        <p:spPr>
          <a:xfrm>
            <a:off x="339004" y="2969389"/>
            <a:ext cx="3298500"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目上</a:t>
            </a:r>
          </a:p>
        </p:txBody>
      </p:sp>
      <p:sp>
        <p:nvSpPr>
          <p:cNvPr id="11" name="TextBox 10"/>
          <p:cNvSpPr txBox="1"/>
          <p:nvPr/>
        </p:nvSpPr>
        <p:spPr>
          <a:xfrm>
            <a:off x="339004" y="3610709"/>
            <a:ext cx="3297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上司</a:t>
            </a:r>
          </a:p>
        </p:txBody>
      </p:sp>
      <p:sp>
        <p:nvSpPr>
          <p:cNvPr id="12" name="TextBox 11"/>
          <p:cNvSpPr txBox="1"/>
          <p:nvPr/>
        </p:nvSpPr>
        <p:spPr>
          <a:xfrm>
            <a:off x="339005" y="4246224"/>
            <a:ext cx="3297865"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目下</a:t>
            </a:r>
          </a:p>
        </p:txBody>
      </p:sp>
      <p:sp>
        <p:nvSpPr>
          <p:cNvPr id="13" name="Flowchart: Punched Tape 12"/>
          <p:cNvSpPr/>
          <p:nvPr/>
        </p:nvSpPr>
        <p:spPr>
          <a:xfrm>
            <a:off x="4880885" y="64510"/>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dirty="0">
                <a:solidFill>
                  <a:srgbClr val="F6F3EA"/>
                </a:solidFill>
                <a:latin typeface="UD Digi Kyokasho N-B" panose="02020700000000000000" pitchFamily="17" charset="-128"/>
                <a:ea typeface="UD Digi Kyokasho N-B" panose="02020700000000000000" pitchFamily="17" charset="-128"/>
              </a:rPr>
              <a:t>言葉</a:t>
            </a:r>
            <a:endParaRPr lang="en-US" sz="3600" dirty="0">
              <a:solidFill>
                <a:srgbClr val="F6F3EA"/>
              </a:solidFill>
              <a:latin typeface="UD Digi Kyokasho N-B" panose="02020700000000000000" pitchFamily="17" charset="-128"/>
              <a:ea typeface="UD Digi Kyokasho N-B" panose="02020700000000000000" pitchFamily="17" charset="-128"/>
            </a:endParaRPr>
          </a:p>
        </p:txBody>
      </p:sp>
      <p:sp>
        <p:nvSpPr>
          <p:cNvPr id="22" name="TextBox 21"/>
          <p:cNvSpPr txBox="1"/>
          <p:nvPr/>
        </p:nvSpPr>
        <p:spPr>
          <a:xfrm>
            <a:off x="4434308" y="1693401"/>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我慢</a:t>
            </a:r>
          </a:p>
        </p:txBody>
      </p:sp>
      <p:sp>
        <p:nvSpPr>
          <p:cNvPr id="23" name="TextBox 22"/>
          <p:cNvSpPr txBox="1"/>
          <p:nvPr/>
        </p:nvSpPr>
        <p:spPr>
          <a:xfrm>
            <a:off x="4434309" y="5703045"/>
            <a:ext cx="2577813" cy="58356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照れくさい</a:t>
            </a:r>
          </a:p>
        </p:txBody>
      </p:sp>
      <p:sp>
        <p:nvSpPr>
          <p:cNvPr id="24" name="TextBox 23"/>
          <p:cNvSpPr txBox="1"/>
          <p:nvPr/>
        </p:nvSpPr>
        <p:spPr>
          <a:xfrm>
            <a:off x="4434309" y="5018000"/>
            <a:ext cx="2577813" cy="584775"/>
          </a:xfrm>
          <a:prstGeom prst="rect">
            <a:avLst/>
          </a:prstGeom>
          <a:solidFill>
            <a:schemeClr val="accent3">
              <a:lumMod val="40000"/>
              <a:lumOff val="60000"/>
            </a:schemeClr>
          </a:solidFill>
        </p:spPr>
        <p:txBody>
          <a:bodyPr wrap="square" rtlCol="0">
            <a:spAutoFit/>
          </a:bodyPr>
          <a:lstStyle/>
          <a:p>
            <a:r>
              <a:rPr lang="ja-JP" altLang="en-US" sz="3200" dirty="0">
                <a:solidFill>
                  <a:schemeClr val="tx1"/>
                </a:solidFill>
                <a:latin typeface="UD Digi Kyokasho N-B" panose="02020700000000000000" pitchFamily="17" charset="-128"/>
                <a:ea typeface="UD Digi Kyokasho N-B" panose="02020700000000000000" pitchFamily="17" charset="-128"/>
              </a:rPr>
              <a:t>緊張する</a:t>
            </a:r>
          </a:p>
        </p:txBody>
      </p:sp>
      <p:sp>
        <p:nvSpPr>
          <p:cNvPr id="25" name="TextBox 24"/>
          <p:cNvSpPr txBox="1"/>
          <p:nvPr/>
        </p:nvSpPr>
        <p:spPr>
          <a:xfrm>
            <a:off x="4433991" y="4334165"/>
            <a:ext cx="2577813" cy="583565"/>
          </a:xfrm>
          <a:prstGeom prst="rect">
            <a:avLst/>
          </a:prstGeom>
          <a:solidFill>
            <a:schemeClr val="accent3">
              <a:lumMod val="40000"/>
              <a:lumOff val="60000"/>
            </a:schemeClr>
          </a:solidFill>
        </p:spPr>
        <p:txBody>
          <a:bodyPr wrap="square" rtlCol="0">
            <a:spAutoFit/>
          </a:bodyPr>
          <a:lstStyle/>
          <a:p>
            <a:r>
              <a:rPr lang="ja-JP" altLang="en-US" sz="3200" dirty="0">
                <a:solidFill>
                  <a:schemeClr val="tx1"/>
                </a:solidFill>
                <a:latin typeface="UD Digi Kyokasho N-B" panose="02020700000000000000" pitchFamily="17" charset="-128"/>
                <a:ea typeface="UD Digi Kyokasho N-B" panose="02020700000000000000" pitchFamily="17" charset="-128"/>
              </a:rPr>
              <a:t>ほっぺた</a:t>
            </a:r>
          </a:p>
        </p:txBody>
      </p:sp>
      <p:sp>
        <p:nvSpPr>
          <p:cNvPr id="26" name="TextBox 25"/>
          <p:cNvSpPr txBox="1"/>
          <p:nvPr/>
        </p:nvSpPr>
        <p:spPr>
          <a:xfrm>
            <a:off x="4434309" y="2353984"/>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飛び込む</a:t>
            </a:r>
          </a:p>
        </p:txBody>
      </p:sp>
      <p:sp>
        <p:nvSpPr>
          <p:cNvPr id="29" name="TextBox 28"/>
          <p:cNvSpPr txBox="1"/>
          <p:nvPr/>
        </p:nvSpPr>
        <p:spPr>
          <a:xfrm>
            <a:off x="4434309" y="3647910"/>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もう少しで</a:t>
            </a:r>
          </a:p>
        </p:txBody>
      </p:sp>
      <p:sp>
        <p:nvSpPr>
          <p:cNvPr id="38" name="TextBox 37"/>
          <p:cNvSpPr txBox="1"/>
          <p:nvPr/>
        </p:nvSpPr>
        <p:spPr>
          <a:xfrm>
            <a:off x="8318508" y="1034029"/>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焦る</a:t>
            </a:r>
            <a:endParaRPr lang="en-US" sz="3200" dirty="0">
              <a:latin typeface="UD Digi Kyokasho N-B" panose="02020700000000000000" pitchFamily="17" charset="-128"/>
              <a:ea typeface="UD Digi Kyokasho N-B" panose="02020700000000000000" pitchFamily="17" charset="-128"/>
            </a:endParaRPr>
          </a:p>
        </p:txBody>
      </p:sp>
      <p:sp>
        <p:nvSpPr>
          <p:cNvPr id="39" name="TextBox 38"/>
          <p:cNvSpPr txBox="1"/>
          <p:nvPr/>
        </p:nvSpPr>
        <p:spPr>
          <a:xfrm>
            <a:off x="8318508" y="5720398"/>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ためらう</a:t>
            </a:r>
            <a:endParaRPr lang="en-US" sz="3200" dirty="0">
              <a:latin typeface="UD Digi Kyokasho N-B" panose="02020700000000000000" pitchFamily="17" charset="-128"/>
              <a:ea typeface="UD Digi Kyokasho N-B" panose="02020700000000000000" pitchFamily="17" charset="-128"/>
            </a:endParaRPr>
          </a:p>
        </p:txBody>
      </p:sp>
      <p:sp>
        <p:nvSpPr>
          <p:cNvPr id="40" name="TextBox 39"/>
          <p:cNvSpPr txBox="1"/>
          <p:nvPr/>
        </p:nvSpPr>
        <p:spPr>
          <a:xfrm>
            <a:off x="8318507" y="5035352"/>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もどかしい</a:t>
            </a:r>
            <a:endParaRPr lang="en-US" sz="3200" dirty="0">
              <a:latin typeface="UD Digi Kyokasho N-B" panose="02020700000000000000" pitchFamily="17" charset="-128"/>
              <a:ea typeface="UD Digi Kyokasho N-B" panose="02020700000000000000" pitchFamily="17" charset="-128"/>
            </a:endParaRPr>
          </a:p>
        </p:txBody>
      </p:sp>
      <p:sp>
        <p:nvSpPr>
          <p:cNvPr id="41" name="TextBox 40"/>
          <p:cNvSpPr txBox="1"/>
          <p:nvPr/>
        </p:nvSpPr>
        <p:spPr>
          <a:xfrm>
            <a:off x="8318508" y="4350308"/>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後悔する</a:t>
            </a:r>
            <a:endParaRPr lang="en-US" sz="3200" dirty="0">
              <a:latin typeface="UD Digi Kyokasho N-B" panose="02020700000000000000" pitchFamily="17" charset="-128"/>
              <a:ea typeface="UD Digi Kyokasho N-B" panose="02020700000000000000" pitchFamily="17" charset="-128"/>
            </a:endParaRPr>
          </a:p>
        </p:txBody>
      </p:sp>
      <p:sp>
        <p:nvSpPr>
          <p:cNvPr id="42" name="TextBox 41"/>
          <p:cNvSpPr txBox="1"/>
          <p:nvPr/>
        </p:nvSpPr>
        <p:spPr>
          <a:xfrm>
            <a:off x="8318508" y="1694249"/>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焦げる</a:t>
            </a:r>
            <a:endParaRPr lang="en-US" sz="3200" dirty="0">
              <a:latin typeface="UD Digi Kyokasho N-B" panose="02020700000000000000" pitchFamily="17" charset="-128"/>
              <a:ea typeface="UD Digi Kyokasho N-B" panose="02020700000000000000" pitchFamily="17" charset="-128"/>
            </a:endParaRPr>
          </a:p>
        </p:txBody>
      </p:sp>
      <p:sp>
        <p:nvSpPr>
          <p:cNvPr id="43" name="TextBox 42"/>
          <p:cNvSpPr txBox="1"/>
          <p:nvPr/>
        </p:nvSpPr>
        <p:spPr>
          <a:xfrm>
            <a:off x="8318508" y="2329879"/>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恥ずかしい</a:t>
            </a:r>
            <a:endParaRPr lang="en-US" sz="3200" dirty="0">
              <a:latin typeface="UD Digi Kyokasho N-B" panose="02020700000000000000" pitchFamily="17" charset="-128"/>
              <a:ea typeface="UD Digi Kyokasho N-B" panose="02020700000000000000" pitchFamily="17" charset="-128"/>
            </a:endParaRPr>
          </a:p>
        </p:txBody>
      </p:sp>
      <p:sp>
        <p:nvSpPr>
          <p:cNvPr id="44" name="TextBox 43"/>
          <p:cNvSpPr txBox="1"/>
          <p:nvPr/>
        </p:nvSpPr>
        <p:spPr>
          <a:xfrm>
            <a:off x="8318506" y="2997571"/>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照れる</a:t>
            </a:r>
            <a:endParaRPr lang="en-US" sz="3200" dirty="0">
              <a:latin typeface="UD Digi Kyokasho N-B" panose="02020700000000000000" pitchFamily="17" charset="-128"/>
              <a:ea typeface="UD Digi Kyokasho N-B" panose="02020700000000000000" pitchFamily="17" charset="-128"/>
            </a:endParaRPr>
          </a:p>
        </p:txBody>
      </p:sp>
      <p:sp>
        <p:nvSpPr>
          <p:cNvPr id="45" name="TextBox 44"/>
          <p:cNvSpPr txBox="1"/>
          <p:nvPr/>
        </p:nvSpPr>
        <p:spPr>
          <a:xfrm>
            <a:off x="8318508" y="3665263"/>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悔しい</a:t>
            </a:r>
            <a:endParaRPr lang="en-US" sz="3200" dirty="0">
              <a:latin typeface="UD Digi Kyokasho N-B" panose="02020700000000000000" pitchFamily="17" charset="-128"/>
              <a:ea typeface="UD Digi Kyokasho N-B" panose="02020700000000000000" pitchFamily="17" charset="-128"/>
            </a:endParaRPr>
          </a:p>
        </p:txBody>
      </p:sp>
      <p:sp>
        <p:nvSpPr>
          <p:cNvPr id="46" name="TextBox 45"/>
          <p:cNvSpPr txBox="1"/>
          <p:nvPr/>
        </p:nvSpPr>
        <p:spPr>
          <a:xfrm>
            <a:off x="339004" y="2345060"/>
            <a:ext cx="3297864"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女子高生</a:t>
            </a:r>
            <a:endParaRPr lang="en-US" altLang="ja-JP" sz="3200" dirty="0">
              <a:latin typeface="UD Digi Kyokasho N-B" panose="02020700000000000000" pitchFamily="17" charset="-128"/>
              <a:ea typeface="UD Digi Kyokasho N-B" panose="02020700000000000000" pitchFamily="17" charset="-128"/>
            </a:endParaRPr>
          </a:p>
        </p:txBody>
      </p:sp>
      <p:sp>
        <p:nvSpPr>
          <p:cNvPr id="27" name="TextBox 26">
            <a:extLst>
              <a:ext uri="{FF2B5EF4-FFF2-40B4-BE49-F238E27FC236}">
                <a16:creationId xmlns:a16="http://schemas.microsoft.com/office/drawing/2014/main" id="{ABC86104-E3CA-4254-A40F-0CF867C3C6C9}"/>
              </a:ext>
            </a:extLst>
          </p:cNvPr>
          <p:cNvSpPr txBox="1"/>
          <p:nvPr/>
        </p:nvSpPr>
        <p:spPr>
          <a:xfrm>
            <a:off x="4480883" y="3012395"/>
            <a:ext cx="2577813" cy="584775"/>
          </a:xfrm>
          <a:prstGeom prst="rect">
            <a:avLst/>
          </a:prstGeom>
          <a:solidFill>
            <a:schemeClr val="accent3">
              <a:lumMod val="40000"/>
              <a:lumOff val="60000"/>
            </a:schemeClr>
          </a:solidFill>
        </p:spPr>
        <p:txBody>
          <a:bodyPr wrap="square" rtlCol="0">
            <a:spAutoFit/>
          </a:bodyPr>
          <a:lstStyle/>
          <a:p>
            <a:r>
              <a:rPr lang="ja-JP" altLang="en-US" sz="3200" dirty="0">
                <a:latin typeface="UD Digi Kyokasho N-B" panose="02020700000000000000" pitchFamily="17" charset="-128"/>
                <a:ea typeface="UD Digi Kyokasho N-B" panose="02020700000000000000" pitchFamily="17" charset="-128"/>
              </a:rPr>
              <a:t>飛び込む</a:t>
            </a:r>
          </a:p>
        </p:txBody>
      </p:sp>
    </p:spTree>
    <p:extLst>
      <p:ext uri="{BB962C8B-B14F-4D97-AF65-F5344CB8AC3E}">
        <p14:creationId xmlns:p14="http://schemas.microsoft.com/office/powerpoint/2010/main" val="3173437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1000"/>
                                        <p:tgtEl>
                                          <p:spTgt spid="46"/>
                                        </p:tgtEl>
                                      </p:cBhvr>
                                    </p:animEffect>
                                    <p:anim calcmode="lin" valueType="num">
                                      <p:cBhvr>
                                        <p:cTn id="29" dur="1000" fill="hold"/>
                                        <p:tgtEl>
                                          <p:spTgt spid="46"/>
                                        </p:tgtEl>
                                        <p:attrNameLst>
                                          <p:attrName>ppt_x</p:attrName>
                                        </p:attrNameLst>
                                      </p:cBhvr>
                                      <p:tavLst>
                                        <p:tav tm="0">
                                          <p:val>
                                            <p:strVal val="#ppt_x"/>
                                          </p:val>
                                        </p:tav>
                                        <p:tav tm="100000">
                                          <p:val>
                                            <p:strVal val="#ppt_x"/>
                                          </p:val>
                                        </p:tav>
                                      </p:tavLst>
                                    </p:anim>
                                    <p:anim calcmode="lin" valueType="num">
                                      <p:cBhvr>
                                        <p:cTn id="3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1000"/>
                                        <p:tgtEl>
                                          <p:spTgt spid="7"/>
                                        </p:tgtEl>
                                      </p:cBhvr>
                                    </p:animEffect>
                                    <p:anim calcmode="lin" valueType="num">
                                      <p:cBhvr>
                                        <p:cTn id="64" dur="1000" fill="hold"/>
                                        <p:tgtEl>
                                          <p:spTgt spid="7"/>
                                        </p:tgtEl>
                                        <p:attrNameLst>
                                          <p:attrName>ppt_x</p:attrName>
                                        </p:attrNameLst>
                                      </p:cBhvr>
                                      <p:tavLst>
                                        <p:tav tm="0">
                                          <p:val>
                                            <p:strVal val="#ppt_x"/>
                                          </p:val>
                                        </p:tav>
                                        <p:tav tm="100000">
                                          <p:val>
                                            <p:strVal val="#ppt_x"/>
                                          </p:val>
                                        </p:tav>
                                      </p:tavLst>
                                    </p:anim>
                                    <p:anim calcmode="lin" valueType="num">
                                      <p:cBhvr>
                                        <p:cTn id="6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1000"/>
                                        <p:tgtEl>
                                          <p:spTgt spid="6"/>
                                        </p:tgtEl>
                                      </p:cBhvr>
                                    </p:animEffect>
                                    <p:anim calcmode="lin" valueType="num">
                                      <p:cBhvr>
                                        <p:cTn id="71" dur="1000" fill="hold"/>
                                        <p:tgtEl>
                                          <p:spTgt spid="6"/>
                                        </p:tgtEl>
                                        <p:attrNameLst>
                                          <p:attrName>ppt_x</p:attrName>
                                        </p:attrNameLst>
                                      </p:cBhvr>
                                      <p:tavLst>
                                        <p:tav tm="0">
                                          <p:val>
                                            <p:strVal val="#ppt_x"/>
                                          </p:val>
                                        </p:tav>
                                        <p:tav tm="100000">
                                          <p:val>
                                            <p:strVal val="#ppt_x"/>
                                          </p:val>
                                        </p:tav>
                                      </p:tavLst>
                                    </p:anim>
                                    <p:anim calcmode="lin" valueType="num">
                                      <p:cBhvr>
                                        <p:cTn id="7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1000"/>
                                        <p:tgtEl>
                                          <p:spTgt spid="22"/>
                                        </p:tgtEl>
                                      </p:cBhvr>
                                    </p:animEffect>
                                    <p:anim calcmode="lin" valueType="num">
                                      <p:cBhvr>
                                        <p:cTn id="78" dur="1000" fill="hold"/>
                                        <p:tgtEl>
                                          <p:spTgt spid="22"/>
                                        </p:tgtEl>
                                        <p:attrNameLst>
                                          <p:attrName>ppt_x</p:attrName>
                                        </p:attrNameLst>
                                      </p:cBhvr>
                                      <p:tavLst>
                                        <p:tav tm="0">
                                          <p:val>
                                            <p:strVal val="#ppt_x"/>
                                          </p:val>
                                        </p:tav>
                                        <p:tav tm="100000">
                                          <p:val>
                                            <p:strVal val="#ppt_x"/>
                                          </p:val>
                                        </p:tav>
                                      </p:tavLst>
                                    </p:anim>
                                    <p:anim calcmode="lin" valueType="num">
                                      <p:cBhvr>
                                        <p:cTn id="7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1000"/>
                                        <p:tgtEl>
                                          <p:spTgt spid="26"/>
                                        </p:tgtEl>
                                      </p:cBhvr>
                                    </p:animEffect>
                                    <p:anim calcmode="lin" valueType="num">
                                      <p:cBhvr>
                                        <p:cTn id="85" dur="1000" fill="hold"/>
                                        <p:tgtEl>
                                          <p:spTgt spid="26"/>
                                        </p:tgtEl>
                                        <p:attrNameLst>
                                          <p:attrName>ppt_x</p:attrName>
                                        </p:attrNameLst>
                                      </p:cBhvr>
                                      <p:tavLst>
                                        <p:tav tm="0">
                                          <p:val>
                                            <p:strVal val="#ppt_x"/>
                                          </p:val>
                                        </p:tav>
                                        <p:tav tm="100000">
                                          <p:val>
                                            <p:strVal val="#ppt_x"/>
                                          </p:val>
                                        </p:tav>
                                      </p:tavLst>
                                    </p:anim>
                                    <p:anim calcmode="lin" valueType="num">
                                      <p:cBhvr>
                                        <p:cTn id="8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1000"/>
                                        <p:tgtEl>
                                          <p:spTgt spid="29"/>
                                        </p:tgtEl>
                                      </p:cBhvr>
                                    </p:animEffect>
                                    <p:anim calcmode="lin" valueType="num">
                                      <p:cBhvr>
                                        <p:cTn id="92" dur="1000" fill="hold"/>
                                        <p:tgtEl>
                                          <p:spTgt spid="29"/>
                                        </p:tgtEl>
                                        <p:attrNameLst>
                                          <p:attrName>ppt_x</p:attrName>
                                        </p:attrNameLst>
                                      </p:cBhvr>
                                      <p:tavLst>
                                        <p:tav tm="0">
                                          <p:val>
                                            <p:strVal val="#ppt_x"/>
                                          </p:val>
                                        </p:tav>
                                        <p:tav tm="100000">
                                          <p:val>
                                            <p:strVal val="#ppt_x"/>
                                          </p:val>
                                        </p:tav>
                                      </p:tavLst>
                                    </p:anim>
                                    <p:anim calcmode="lin" valueType="num">
                                      <p:cBhvr>
                                        <p:cTn id="93"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1000"/>
                                        <p:tgtEl>
                                          <p:spTgt spid="25"/>
                                        </p:tgtEl>
                                      </p:cBhvr>
                                    </p:animEffect>
                                    <p:anim calcmode="lin" valueType="num">
                                      <p:cBhvr>
                                        <p:cTn id="99" dur="1000" fill="hold"/>
                                        <p:tgtEl>
                                          <p:spTgt spid="25"/>
                                        </p:tgtEl>
                                        <p:attrNameLst>
                                          <p:attrName>ppt_x</p:attrName>
                                        </p:attrNameLst>
                                      </p:cBhvr>
                                      <p:tavLst>
                                        <p:tav tm="0">
                                          <p:val>
                                            <p:strVal val="#ppt_x"/>
                                          </p:val>
                                        </p:tav>
                                        <p:tav tm="100000">
                                          <p:val>
                                            <p:strVal val="#ppt_x"/>
                                          </p:val>
                                        </p:tav>
                                      </p:tavLst>
                                    </p:anim>
                                    <p:anim calcmode="lin" valueType="num">
                                      <p:cBhvr>
                                        <p:cTn id="10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1000"/>
                                        <p:tgtEl>
                                          <p:spTgt spid="24"/>
                                        </p:tgtEl>
                                      </p:cBhvr>
                                    </p:animEffect>
                                    <p:anim calcmode="lin" valueType="num">
                                      <p:cBhvr>
                                        <p:cTn id="106" dur="1000" fill="hold"/>
                                        <p:tgtEl>
                                          <p:spTgt spid="24"/>
                                        </p:tgtEl>
                                        <p:attrNameLst>
                                          <p:attrName>ppt_x</p:attrName>
                                        </p:attrNameLst>
                                      </p:cBhvr>
                                      <p:tavLst>
                                        <p:tav tm="0">
                                          <p:val>
                                            <p:strVal val="#ppt_x"/>
                                          </p:val>
                                        </p:tav>
                                        <p:tav tm="100000">
                                          <p:val>
                                            <p:strVal val="#ppt_x"/>
                                          </p:val>
                                        </p:tav>
                                      </p:tavLst>
                                    </p:anim>
                                    <p:anim calcmode="lin" valueType="num">
                                      <p:cBhvr>
                                        <p:cTn id="10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1000"/>
                                        <p:tgtEl>
                                          <p:spTgt spid="23"/>
                                        </p:tgtEl>
                                      </p:cBhvr>
                                    </p:animEffect>
                                    <p:anim calcmode="lin" valueType="num">
                                      <p:cBhvr>
                                        <p:cTn id="113" dur="1000" fill="hold"/>
                                        <p:tgtEl>
                                          <p:spTgt spid="23"/>
                                        </p:tgtEl>
                                        <p:attrNameLst>
                                          <p:attrName>ppt_x</p:attrName>
                                        </p:attrNameLst>
                                      </p:cBhvr>
                                      <p:tavLst>
                                        <p:tav tm="0">
                                          <p:val>
                                            <p:strVal val="#ppt_x"/>
                                          </p:val>
                                        </p:tav>
                                        <p:tav tm="100000">
                                          <p:val>
                                            <p:strVal val="#ppt_x"/>
                                          </p:val>
                                        </p:tav>
                                      </p:tavLst>
                                    </p:anim>
                                    <p:anim calcmode="lin" valueType="num">
                                      <p:cBhvr>
                                        <p:cTn id="1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1000"/>
                                        <p:tgtEl>
                                          <p:spTgt spid="38"/>
                                        </p:tgtEl>
                                      </p:cBhvr>
                                    </p:animEffect>
                                    <p:anim calcmode="lin" valueType="num">
                                      <p:cBhvr>
                                        <p:cTn id="120" dur="1000" fill="hold"/>
                                        <p:tgtEl>
                                          <p:spTgt spid="38"/>
                                        </p:tgtEl>
                                        <p:attrNameLst>
                                          <p:attrName>ppt_x</p:attrName>
                                        </p:attrNameLst>
                                      </p:cBhvr>
                                      <p:tavLst>
                                        <p:tav tm="0">
                                          <p:val>
                                            <p:strVal val="#ppt_x"/>
                                          </p:val>
                                        </p:tav>
                                        <p:tav tm="100000">
                                          <p:val>
                                            <p:strVal val="#ppt_x"/>
                                          </p:val>
                                        </p:tav>
                                      </p:tavLst>
                                    </p:anim>
                                    <p:anim calcmode="lin" valueType="num">
                                      <p:cBhvr>
                                        <p:cTn id="121"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1000"/>
                                        <p:tgtEl>
                                          <p:spTgt spid="42"/>
                                        </p:tgtEl>
                                      </p:cBhvr>
                                    </p:animEffect>
                                    <p:anim calcmode="lin" valueType="num">
                                      <p:cBhvr>
                                        <p:cTn id="127" dur="1000" fill="hold"/>
                                        <p:tgtEl>
                                          <p:spTgt spid="42"/>
                                        </p:tgtEl>
                                        <p:attrNameLst>
                                          <p:attrName>ppt_x</p:attrName>
                                        </p:attrNameLst>
                                      </p:cBhvr>
                                      <p:tavLst>
                                        <p:tav tm="0">
                                          <p:val>
                                            <p:strVal val="#ppt_x"/>
                                          </p:val>
                                        </p:tav>
                                        <p:tav tm="100000">
                                          <p:val>
                                            <p:strVal val="#ppt_x"/>
                                          </p:val>
                                        </p:tav>
                                      </p:tavLst>
                                    </p:anim>
                                    <p:anim calcmode="lin" valueType="num">
                                      <p:cBhvr>
                                        <p:cTn id="128"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1000"/>
                                        <p:tgtEl>
                                          <p:spTgt spid="43"/>
                                        </p:tgtEl>
                                      </p:cBhvr>
                                    </p:animEffect>
                                    <p:anim calcmode="lin" valueType="num">
                                      <p:cBhvr>
                                        <p:cTn id="134" dur="1000" fill="hold"/>
                                        <p:tgtEl>
                                          <p:spTgt spid="43"/>
                                        </p:tgtEl>
                                        <p:attrNameLst>
                                          <p:attrName>ppt_x</p:attrName>
                                        </p:attrNameLst>
                                      </p:cBhvr>
                                      <p:tavLst>
                                        <p:tav tm="0">
                                          <p:val>
                                            <p:strVal val="#ppt_x"/>
                                          </p:val>
                                        </p:tav>
                                        <p:tav tm="100000">
                                          <p:val>
                                            <p:strVal val="#ppt_x"/>
                                          </p:val>
                                        </p:tav>
                                      </p:tavLst>
                                    </p:anim>
                                    <p:anim calcmode="lin" valueType="num">
                                      <p:cBhvr>
                                        <p:cTn id="135"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44"/>
                                        </p:tgtEl>
                                        <p:attrNameLst>
                                          <p:attrName>style.visibility</p:attrName>
                                        </p:attrNameLst>
                                      </p:cBhvr>
                                      <p:to>
                                        <p:strVal val="visible"/>
                                      </p:to>
                                    </p:set>
                                    <p:animEffect transition="in" filter="fade">
                                      <p:cBhvr>
                                        <p:cTn id="140" dur="1000"/>
                                        <p:tgtEl>
                                          <p:spTgt spid="44"/>
                                        </p:tgtEl>
                                      </p:cBhvr>
                                    </p:animEffect>
                                    <p:anim calcmode="lin" valueType="num">
                                      <p:cBhvr>
                                        <p:cTn id="141" dur="1000" fill="hold"/>
                                        <p:tgtEl>
                                          <p:spTgt spid="44"/>
                                        </p:tgtEl>
                                        <p:attrNameLst>
                                          <p:attrName>ppt_x</p:attrName>
                                        </p:attrNameLst>
                                      </p:cBhvr>
                                      <p:tavLst>
                                        <p:tav tm="0">
                                          <p:val>
                                            <p:strVal val="#ppt_x"/>
                                          </p:val>
                                        </p:tav>
                                        <p:tav tm="100000">
                                          <p:val>
                                            <p:strVal val="#ppt_x"/>
                                          </p:val>
                                        </p:tav>
                                      </p:tavLst>
                                    </p:anim>
                                    <p:anim calcmode="lin" valueType="num">
                                      <p:cBhvr>
                                        <p:cTn id="142"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grpId="0" nodeType="clickEffect">
                                  <p:stCondLst>
                                    <p:cond delay="0"/>
                                  </p:stCondLst>
                                  <p:childTnLst>
                                    <p:set>
                                      <p:cBhvr>
                                        <p:cTn id="146" dur="1" fill="hold">
                                          <p:stCondLst>
                                            <p:cond delay="0"/>
                                          </p:stCondLst>
                                        </p:cTn>
                                        <p:tgtEl>
                                          <p:spTgt spid="45"/>
                                        </p:tgtEl>
                                        <p:attrNameLst>
                                          <p:attrName>style.visibility</p:attrName>
                                        </p:attrNameLst>
                                      </p:cBhvr>
                                      <p:to>
                                        <p:strVal val="visible"/>
                                      </p:to>
                                    </p:set>
                                    <p:animEffect transition="in" filter="fade">
                                      <p:cBhvr>
                                        <p:cTn id="147" dur="1000"/>
                                        <p:tgtEl>
                                          <p:spTgt spid="45"/>
                                        </p:tgtEl>
                                      </p:cBhvr>
                                    </p:animEffect>
                                    <p:anim calcmode="lin" valueType="num">
                                      <p:cBhvr>
                                        <p:cTn id="148" dur="1000" fill="hold"/>
                                        <p:tgtEl>
                                          <p:spTgt spid="45"/>
                                        </p:tgtEl>
                                        <p:attrNameLst>
                                          <p:attrName>ppt_x</p:attrName>
                                        </p:attrNameLst>
                                      </p:cBhvr>
                                      <p:tavLst>
                                        <p:tav tm="0">
                                          <p:val>
                                            <p:strVal val="#ppt_x"/>
                                          </p:val>
                                        </p:tav>
                                        <p:tav tm="100000">
                                          <p:val>
                                            <p:strVal val="#ppt_x"/>
                                          </p:val>
                                        </p:tav>
                                      </p:tavLst>
                                    </p:anim>
                                    <p:anim calcmode="lin" valueType="num">
                                      <p:cBhvr>
                                        <p:cTn id="149"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41"/>
                                        </p:tgtEl>
                                        <p:attrNameLst>
                                          <p:attrName>style.visibility</p:attrName>
                                        </p:attrNameLst>
                                      </p:cBhvr>
                                      <p:to>
                                        <p:strVal val="visible"/>
                                      </p:to>
                                    </p:set>
                                    <p:animEffect transition="in" filter="fade">
                                      <p:cBhvr>
                                        <p:cTn id="154" dur="1000"/>
                                        <p:tgtEl>
                                          <p:spTgt spid="41"/>
                                        </p:tgtEl>
                                      </p:cBhvr>
                                    </p:animEffect>
                                    <p:anim calcmode="lin" valueType="num">
                                      <p:cBhvr>
                                        <p:cTn id="155" dur="1000" fill="hold"/>
                                        <p:tgtEl>
                                          <p:spTgt spid="41"/>
                                        </p:tgtEl>
                                        <p:attrNameLst>
                                          <p:attrName>ppt_x</p:attrName>
                                        </p:attrNameLst>
                                      </p:cBhvr>
                                      <p:tavLst>
                                        <p:tav tm="0">
                                          <p:val>
                                            <p:strVal val="#ppt_x"/>
                                          </p:val>
                                        </p:tav>
                                        <p:tav tm="100000">
                                          <p:val>
                                            <p:strVal val="#ppt_x"/>
                                          </p:val>
                                        </p:tav>
                                      </p:tavLst>
                                    </p:anim>
                                    <p:anim calcmode="lin" valueType="num">
                                      <p:cBhvr>
                                        <p:cTn id="156"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42" presetClass="entr" presetSubtype="0" fill="hold" grpId="0" nodeType="clickEffect">
                                  <p:stCondLst>
                                    <p:cond delay="0"/>
                                  </p:stCondLst>
                                  <p:childTnLst>
                                    <p:set>
                                      <p:cBhvr>
                                        <p:cTn id="160" dur="1" fill="hold">
                                          <p:stCondLst>
                                            <p:cond delay="0"/>
                                          </p:stCondLst>
                                        </p:cTn>
                                        <p:tgtEl>
                                          <p:spTgt spid="40"/>
                                        </p:tgtEl>
                                        <p:attrNameLst>
                                          <p:attrName>style.visibility</p:attrName>
                                        </p:attrNameLst>
                                      </p:cBhvr>
                                      <p:to>
                                        <p:strVal val="visible"/>
                                      </p:to>
                                    </p:set>
                                    <p:animEffect transition="in" filter="fade">
                                      <p:cBhvr>
                                        <p:cTn id="161" dur="1000"/>
                                        <p:tgtEl>
                                          <p:spTgt spid="40"/>
                                        </p:tgtEl>
                                      </p:cBhvr>
                                    </p:animEffect>
                                    <p:anim calcmode="lin" valueType="num">
                                      <p:cBhvr>
                                        <p:cTn id="162" dur="1000" fill="hold"/>
                                        <p:tgtEl>
                                          <p:spTgt spid="40"/>
                                        </p:tgtEl>
                                        <p:attrNameLst>
                                          <p:attrName>ppt_x</p:attrName>
                                        </p:attrNameLst>
                                      </p:cBhvr>
                                      <p:tavLst>
                                        <p:tav tm="0">
                                          <p:val>
                                            <p:strVal val="#ppt_x"/>
                                          </p:val>
                                        </p:tav>
                                        <p:tav tm="100000">
                                          <p:val>
                                            <p:strVal val="#ppt_x"/>
                                          </p:val>
                                        </p:tav>
                                      </p:tavLst>
                                    </p:anim>
                                    <p:anim calcmode="lin" valueType="num">
                                      <p:cBhvr>
                                        <p:cTn id="16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42" presetClass="entr" presetSubtype="0" fill="hold" grpId="0" nodeType="clickEffect">
                                  <p:stCondLst>
                                    <p:cond delay="0"/>
                                  </p:stCondLst>
                                  <p:childTnLst>
                                    <p:set>
                                      <p:cBhvr>
                                        <p:cTn id="167" dur="1" fill="hold">
                                          <p:stCondLst>
                                            <p:cond delay="0"/>
                                          </p:stCondLst>
                                        </p:cTn>
                                        <p:tgtEl>
                                          <p:spTgt spid="39"/>
                                        </p:tgtEl>
                                        <p:attrNameLst>
                                          <p:attrName>style.visibility</p:attrName>
                                        </p:attrNameLst>
                                      </p:cBhvr>
                                      <p:to>
                                        <p:strVal val="visible"/>
                                      </p:to>
                                    </p:set>
                                    <p:animEffect transition="in" filter="fade">
                                      <p:cBhvr>
                                        <p:cTn id="168" dur="1000"/>
                                        <p:tgtEl>
                                          <p:spTgt spid="39"/>
                                        </p:tgtEl>
                                      </p:cBhvr>
                                    </p:animEffect>
                                    <p:anim calcmode="lin" valueType="num">
                                      <p:cBhvr>
                                        <p:cTn id="169" dur="1000" fill="hold"/>
                                        <p:tgtEl>
                                          <p:spTgt spid="39"/>
                                        </p:tgtEl>
                                        <p:attrNameLst>
                                          <p:attrName>ppt_x</p:attrName>
                                        </p:attrNameLst>
                                      </p:cBhvr>
                                      <p:tavLst>
                                        <p:tav tm="0">
                                          <p:val>
                                            <p:strVal val="#ppt_x"/>
                                          </p:val>
                                        </p:tav>
                                        <p:tav tm="100000">
                                          <p:val>
                                            <p:strVal val="#ppt_x"/>
                                          </p:val>
                                        </p:tav>
                                      </p:tavLst>
                                    </p:anim>
                                    <p:anim calcmode="lin" valueType="num">
                                      <p:cBhvr>
                                        <p:cTn id="170"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42" presetClass="entr" presetSubtype="0" fill="hold" grpId="0" nodeType="clickEffect">
                                  <p:stCondLst>
                                    <p:cond delay="0"/>
                                  </p:stCondLst>
                                  <p:childTnLst>
                                    <p:set>
                                      <p:cBhvr>
                                        <p:cTn id="174" dur="1" fill="hold">
                                          <p:stCondLst>
                                            <p:cond delay="0"/>
                                          </p:stCondLst>
                                        </p:cTn>
                                        <p:tgtEl>
                                          <p:spTgt spid="27"/>
                                        </p:tgtEl>
                                        <p:attrNameLst>
                                          <p:attrName>style.visibility</p:attrName>
                                        </p:attrNameLst>
                                      </p:cBhvr>
                                      <p:to>
                                        <p:strVal val="visible"/>
                                      </p:to>
                                    </p:set>
                                    <p:animEffect transition="in" filter="fade">
                                      <p:cBhvr>
                                        <p:cTn id="175" dur="1000"/>
                                        <p:tgtEl>
                                          <p:spTgt spid="27"/>
                                        </p:tgtEl>
                                      </p:cBhvr>
                                    </p:animEffect>
                                    <p:anim calcmode="lin" valueType="num">
                                      <p:cBhvr>
                                        <p:cTn id="176" dur="1000" fill="hold"/>
                                        <p:tgtEl>
                                          <p:spTgt spid="27"/>
                                        </p:tgtEl>
                                        <p:attrNameLst>
                                          <p:attrName>ppt_x</p:attrName>
                                        </p:attrNameLst>
                                      </p:cBhvr>
                                      <p:tavLst>
                                        <p:tav tm="0">
                                          <p:val>
                                            <p:strVal val="#ppt_x"/>
                                          </p:val>
                                        </p:tav>
                                        <p:tav tm="100000">
                                          <p:val>
                                            <p:strVal val="#ppt_x"/>
                                          </p:val>
                                        </p:tav>
                                      </p:tavLst>
                                    </p:anim>
                                    <p:anim calcmode="lin" valueType="num">
                                      <p:cBhvr>
                                        <p:cTn id="177"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0" grpId="0" bldLvl="0" animBg="1"/>
      <p:bldP spid="11" grpId="0" animBg="1"/>
      <p:bldP spid="12" grpId="0" bldLvl="0" animBg="1"/>
      <p:bldP spid="13" grpId="0" bldLvl="0" animBg="1"/>
      <p:bldP spid="22" grpId="0" bldLvl="0" animBg="1"/>
      <p:bldP spid="23" grpId="0" bldLvl="0" animBg="1"/>
      <p:bldP spid="24" grpId="0" bldLvl="0" animBg="1"/>
      <p:bldP spid="25" grpId="0" bldLvl="0" animBg="1"/>
      <p:bldP spid="26" grpId="0" bldLvl="0" animBg="1"/>
      <p:bldP spid="29" grpId="0" bldLvl="0" animBg="1"/>
      <p:bldP spid="38" grpId="0" bldLvl="0" animBg="1"/>
      <p:bldP spid="39" grpId="0" bldLvl="0" animBg="1"/>
      <p:bldP spid="40" grpId="0" bldLvl="0" animBg="1"/>
      <p:bldP spid="41" grpId="0" bldLvl="0" animBg="1"/>
      <p:bldP spid="42" grpId="0" bldLvl="0" animBg="1"/>
      <p:bldP spid="43" grpId="0" bldLvl="0" animBg="1"/>
      <p:bldP spid="44" grpId="0" bldLvl="0" animBg="1"/>
      <p:bldP spid="45" grpId="0" bldLvl="0" animBg="1"/>
      <p:bldP spid="46" grpId="0" bldLvl="0" animBg="1"/>
      <p:bldP spid="27" grpId="0" bldLvl="0" animBg="1"/>
    </p:bldLst>
  </p:timing>
</p:sld>
</file>

<file path=ppt/theme/theme1.xml><?xml version="1.0" encoding="utf-8"?>
<a:theme xmlns:a="http://schemas.openxmlformats.org/drawingml/2006/main" name="Patents and Trademark Agency by Slidesgo">
  <a:themeElements>
    <a:clrScheme name="Simple Light">
      <a:dk1>
        <a:srgbClr val="1F271D"/>
      </a:dk1>
      <a:lt1>
        <a:srgbClr val="F6F3EA"/>
      </a:lt1>
      <a:dk2>
        <a:srgbClr val="DBCCBA"/>
      </a:dk2>
      <a:lt2>
        <a:srgbClr val="A64B31"/>
      </a:lt2>
      <a:accent1>
        <a:srgbClr val="C27B38"/>
      </a:accent1>
      <a:accent2>
        <a:srgbClr val="9C5022"/>
      </a:accent2>
      <a:accent3>
        <a:srgbClr val="7A5F2E"/>
      </a:accent3>
      <a:accent4>
        <a:srgbClr val="533D15"/>
      </a:accent4>
      <a:accent5>
        <a:srgbClr val="783013"/>
      </a:accent5>
      <a:accent6>
        <a:srgbClr val="3D4C83"/>
      </a:accent6>
      <a:hlink>
        <a:srgbClr val="1F27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69029fcc-e310-44bf-ab09-b281232a500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7483A90A1F9994C9CDF6EDEE60746DD" ma:contentTypeVersion="13" ma:contentTypeDescription="Create a new document." ma:contentTypeScope="" ma:versionID="c730d552b44729a1bb8b48c535a6857b">
  <xsd:schema xmlns:xsd="http://www.w3.org/2001/XMLSchema" xmlns:xs="http://www.w3.org/2001/XMLSchema" xmlns:p="http://schemas.microsoft.com/office/2006/metadata/properties" xmlns:ns3="69029fcc-e310-44bf-ab09-b281232a500a" xmlns:ns4="dc068b81-b5ea-4cc9-9cf6-4d71b569c271" targetNamespace="http://schemas.microsoft.com/office/2006/metadata/properties" ma:root="true" ma:fieldsID="b92d3873827dcb32e93b8b8529511e9d" ns3:_="" ns4:_="">
    <xsd:import namespace="69029fcc-e310-44bf-ab09-b281232a500a"/>
    <xsd:import namespace="dc068b81-b5ea-4cc9-9cf6-4d71b569c271"/>
    <xsd:element name="properties">
      <xsd:complexType>
        <xsd:sequence>
          <xsd:element name="documentManagement">
            <xsd:complexType>
              <xsd:all>
                <xsd:element ref="ns3:MediaServiceMetadata" minOccurs="0"/>
                <xsd:element ref="ns3:MediaServiceFastMetadata" minOccurs="0"/>
                <xsd:element ref="ns3:MediaLengthInSeconds" minOccurs="0"/>
                <xsd:element ref="ns4:SharedWithUsers" minOccurs="0"/>
                <xsd:element ref="ns4:SharedWithDetails" minOccurs="0"/>
                <xsd:element ref="ns4:SharingHintHash"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029fcc-e310-44bf-ab09-b281232a50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068b81-b5ea-4cc9-9cf6-4d71b569c271"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32A88B3-3BF1-44BB-913E-D1D4B381528B}">
  <ds:schemaRefs>
    <ds:schemaRef ds:uri="http://schemas.openxmlformats.org/package/2006/metadata/core-properties"/>
    <ds:schemaRef ds:uri="http://www.w3.org/XML/1998/namespace"/>
    <ds:schemaRef ds:uri="http://purl.org/dc/elements/1.1/"/>
    <ds:schemaRef ds:uri="http://schemas.microsoft.com/office/2006/documentManagement/types"/>
    <ds:schemaRef ds:uri="http://purl.org/dc/terms/"/>
    <ds:schemaRef ds:uri="http://purl.org/dc/dcmitype/"/>
    <ds:schemaRef ds:uri="http://schemas.microsoft.com/office/2006/metadata/properties"/>
    <ds:schemaRef ds:uri="69029fcc-e310-44bf-ab09-b281232a500a"/>
    <ds:schemaRef ds:uri="http://schemas.microsoft.com/office/infopath/2007/PartnerControls"/>
    <ds:schemaRef ds:uri="dc068b81-b5ea-4cc9-9cf6-4d71b569c271"/>
  </ds:schemaRefs>
</ds:datastoreItem>
</file>

<file path=customXml/itemProps2.xml><?xml version="1.0" encoding="utf-8"?>
<ds:datastoreItem xmlns:ds="http://schemas.openxmlformats.org/officeDocument/2006/customXml" ds:itemID="{EAC2103D-2935-4F12-B19C-AEA1C6E2A1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029fcc-e310-44bf-ab09-b281232a500a"/>
    <ds:schemaRef ds:uri="dc068b81-b5ea-4cc9-9cf6-4d71b569c27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251D189-AD10-4CD3-B948-6DFBCF86F4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6777</TotalTime>
  <Words>14683</Words>
  <Application>Microsoft Office PowerPoint</Application>
  <PresentationFormat>Widescreen</PresentationFormat>
  <Paragraphs>1809</Paragraphs>
  <Slides>153</Slides>
  <Notes>26</Notes>
  <HiddenSlides>22</HiddenSlides>
  <MMClips>7</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153</vt:i4>
      </vt:variant>
    </vt:vector>
  </HeadingPairs>
  <TitlesOfParts>
    <vt:vector size="167" baseType="lpstr">
      <vt:lpstr>HGSeikaishotaiPRO</vt:lpstr>
      <vt:lpstr>Outfit</vt:lpstr>
      <vt:lpstr>HGMinchoE</vt:lpstr>
      <vt:lpstr>Calibri</vt:lpstr>
      <vt:lpstr>Meiryo</vt:lpstr>
      <vt:lpstr>DM Sans</vt:lpstr>
      <vt:lpstr>Arial</vt:lpstr>
      <vt:lpstr>Calibri Light</vt:lpstr>
      <vt:lpstr>UD Digi Kyokasho N-B</vt:lpstr>
      <vt:lpstr>HGPSoeiKakupoptai</vt:lpstr>
      <vt:lpstr>HGGyoshotai</vt:lpstr>
      <vt:lpstr>Times New Roman</vt:lpstr>
      <vt:lpstr>Patents and Trademark Agency by Slidesgo</vt:lpstr>
      <vt:lpstr>Office Theme</vt:lpstr>
      <vt:lpstr>PowerPoint Presentation</vt:lpstr>
      <vt:lpstr>PowerPoint Presentation</vt:lpstr>
      <vt:lpstr>PowerPoint Presentation</vt:lpstr>
      <vt:lpstr>PowerPoint Presentation</vt:lpstr>
      <vt:lpstr>なぞなぞ</vt:lpstr>
      <vt:lpstr>なぞなぞ</vt:lpstr>
      <vt:lpstr>なぞなぞ</vt:lpstr>
      <vt:lpstr>なぞなぞ</vt:lpstr>
      <vt:lpstr>なぞなぞ</vt:lpstr>
      <vt:lpstr>なぞなぞ</vt:lpstr>
      <vt:lpstr>なぞなぞ</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Patents and Trademark Agency</dc:title>
  <dc:creator>Gnome</dc:creator>
  <cp:lastModifiedBy>THANHTHUY</cp:lastModifiedBy>
  <cp:revision>124</cp:revision>
  <dcterms:modified xsi:type="dcterms:W3CDTF">2026-10-20T02:49:21Z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0x01010067483A90A1F9994C9CDF6EDEE60746DD</vt:lpwstr>
  </property>
</Properties>
</file>