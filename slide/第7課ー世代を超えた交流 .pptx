
<file path=[Content_Types].xml><?xml version="1.0" encoding="utf-8"?>
<Types xmlns="http://schemas.openxmlformats.org/package/2006/content-types">
  <Default Extension="fntdata" ContentType="application/x-fontdata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  <p:sldMasterId id="2147483683" r:id="rId2"/>
    <p:sldMasterId id="2147483689" r:id="rId3"/>
  </p:sldMasterIdLst>
  <p:notesMasterIdLst>
    <p:notesMasterId r:id="rId65"/>
  </p:notesMasterIdLst>
  <p:sldIdLst>
    <p:sldId id="507" r:id="rId4"/>
    <p:sldId id="506" r:id="rId5"/>
    <p:sldId id="651" r:id="rId6"/>
    <p:sldId id="652" r:id="rId7"/>
    <p:sldId id="653" r:id="rId8"/>
    <p:sldId id="654" r:id="rId9"/>
    <p:sldId id="297" r:id="rId10"/>
    <p:sldId id="509" r:id="rId11"/>
    <p:sldId id="553" r:id="rId12"/>
    <p:sldId id="510" r:id="rId13"/>
    <p:sldId id="511" r:id="rId14"/>
    <p:sldId id="559" r:id="rId15"/>
    <p:sldId id="550" r:id="rId16"/>
    <p:sldId id="552" r:id="rId17"/>
    <p:sldId id="554" r:id="rId18"/>
    <p:sldId id="556" r:id="rId19"/>
    <p:sldId id="557" r:id="rId20"/>
    <p:sldId id="555" r:id="rId21"/>
    <p:sldId id="656" r:id="rId22"/>
    <p:sldId id="655" r:id="rId23"/>
    <p:sldId id="558" r:id="rId24"/>
    <p:sldId id="658" r:id="rId25"/>
    <p:sldId id="560" r:id="rId26"/>
    <p:sldId id="561" r:id="rId27"/>
    <p:sldId id="562" r:id="rId28"/>
    <p:sldId id="659" r:id="rId29"/>
    <p:sldId id="564" r:id="rId30"/>
    <p:sldId id="660" r:id="rId31"/>
    <p:sldId id="661" r:id="rId32"/>
    <p:sldId id="673" r:id="rId33"/>
    <p:sldId id="327" r:id="rId34"/>
    <p:sldId id="565" r:id="rId35"/>
    <p:sldId id="567" r:id="rId36"/>
    <p:sldId id="569" r:id="rId37"/>
    <p:sldId id="332" r:id="rId38"/>
    <p:sldId id="570" r:id="rId39"/>
    <p:sldId id="340" r:id="rId40"/>
    <p:sldId id="666" r:id="rId41"/>
    <p:sldId id="572" r:id="rId42"/>
    <p:sldId id="574" r:id="rId43"/>
    <p:sldId id="575" r:id="rId44"/>
    <p:sldId id="668" r:id="rId45"/>
    <p:sldId id="669" r:id="rId46"/>
    <p:sldId id="670" r:id="rId47"/>
    <p:sldId id="573" r:id="rId48"/>
    <p:sldId id="662" r:id="rId49"/>
    <p:sldId id="663" r:id="rId50"/>
    <p:sldId id="674" r:id="rId51"/>
    <p:sldId id="576" r:id="rId52"/>
    <p:sldId id="577" r:id="rId53"/>
    <p:sldId id="578" r:id="rId54"/>
    <p:sldId id="665" r:id="rId55"/>
    <p:sldId id="579" r:id="rId56"/>
    <p:sldId id="356" r:id="rId57"/>
    <p:sldId id="298" r:id="rId58"/>
    <p:sldId id="512" r:id="rId59"/>
    <p:sldId id="664" r:id="rId60"/>
    <p:sldId id="671" r:id="rId61"/>
    <p:sldId id="580" r:id="rId62"/>
    <p:sldId id="581" r:id="rId63"/>
    <p:sldId id="582" r:id="rId64"/>
  </p:sldIdLst>
  <p:sldSz cx="12192000" cy="6858000"/>
  <p:notesSz cx="6858000" cy="9144000"/>
  <p:embeddedFontLst>
    <p:embeddedFont>
      <p:font typeface="EPSON 太明朝体Ｂ" panose="020B0604020202020204" charset="-128"/>
      <p:regular r:id="rId66"/>
    </p:embeddedFont>
    <p:embeddedFont>
      <p:font typeface="HGGyoshotai" panose="020B0604020202020204" charset="-128"/>
      <p:regular r:id="rId67"/>
    </p:embeddedFont>
    <p:embeddedFont>
      <p:font typeface="HGPSoeiKakupoptai" panose="020B0604020202020204" charset="-128"/>
      <p:regular r:id="rId68"/>
    </p:embeddedFont>
    <p:embeddedFont>
      <p:font typeface="HGPSoeiPresenceEB" panose="020B0604020202020204" charset="-128"/>
      <p:regular r:id="rId69"/>
    </p:embeddedFont>
    <p:embeddedFont>
      <p:font typeface="DM Sans" panose="020B0604020202020204" charset="0"/>
      <p:regular r:id="rId70"/>
      <p:bold r:id="rId71"/>
      <p:italic r:id="rId72"/>
      <p:boldItalic r:id="rId73"/>
    </p:embeddedFont>
    <p:embeddedFont>
      <p:font typeface="HGMinchoE" panose="02020809000000000000" pitchFamily="49" charset="-128"/>
      <p:regular r:id="rId74"/>
    </p:embeddedFont>
    <p:embeddedFont>
      <p:font typeface="HGPKyokashotai" panose="020B0604020202020204" charset="0"/>
      <p:regular r:id="rId75"/>
    </p:embeddedFont>
    <p:embeddedFont>
      <p:font typeface="Outfit" panose="020B0604020202020204" charset="0"/>
      <p:regular r:id="rId76"/>
      <p:bold r:id="rId77"/>
    </p:embeddedFont>
    <p:embeddedFont>
      <p:font typeface="Playfair Display" pitchFamily="2" charset="0"/>
      <p:regular r:id="rId78"/>
      <p:bold r:id="rId79"/>
      <p:italic r:id="rId80"/>
      <p:boldItalic r:id="rId81"/>
    </p:embeddedFont>
    <p:embeddedFont>
      <p:font typeface="Snap ITC" panose="04040A07060A02020202" pitchFamily="82" charset="0"/>
      <p:regular r:id="rId82"/>
    </p:embeddedFont>
    <p:embeddedFont>
      <p:font typeface="SVN-Comic Sans MS" panose="02040603050506020204" pitchFamily="18" charset="0"/>
      <p:regular r:id="rId83"/>
    </p:embeddedFont>
    <p:embeddedFont>
      <p:font typeface="Tahoma" panose="020B0604030504040204" pitchFamily="34" charset="0"/>
      <p:regular r:id="rId84"/>
      <p:bold r:id="rId85"/>
    </p:embeddedFont>
    <p:embeddedFont>
      <p:font typeface="Tinos" panose="02020603050405020304" pitchFamily="18" charset="0"/>
      <p:regular r:id="rId86"/>
      <p:bold r:id="rId87"/>
      <p:italic r:id="rId88"/>
      <p:boldItalic r:id="rId89"/>
    </p:embeddedFont>
    <p:embeddedFont>
      <p:font typeface="UD Digi Kyokasho N-B" panose="02020700000000000000" pitchFamily="17" charset="-128"/>
      <p:bold r:id="rId90"/>
    </p:embeddedFont>
    <p:embeddedFont>
      <p:font typeface="UD Digi Kyokasho NP-R" panose="02020400000000000000" pitchFamily="18" charset="-128"/>
      <p:regular r:id="rId9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4A0463-F5DA-450D-A8B0-6D7978B9EF86}">
  <a:tblStyle styleId="{484A0463-F5DA-450D-A8B0-6D7978B9EF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A9CA5B-5AF2-4E5C-9F69-4E84EEC1648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87" y="-5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font" Target="fonts/font3.fntdata"/><Relationship Id="rId84" Type="http://schemas.openxmlformats.org/officeDocument/2006/relationships/font" Target="fonts/font19.fntdata"/><Relationship Id="rId89" Type="http://schemas.openxmlformats.org/officeDocument/2006/relationships/font" Target="fonts/font24.fntdata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font" Target="fonts/font9.fntdata"/><Relationship Id="rId79" Type="http://schemas.openxmlformats.org/officeDocument/2006/relationships/font" Target="fonts/font14.fntdata"/><Relationship Id="rId5" Type="http://schemas.openxmlformats.org/officeDocument/2006/relationships/slide" Target="slides/slide2.xml"/><Relationship Id="rId90" Type="http://schemas.openxmlformats.org/officeDocument/2006/relationships/font" Target="fonts/font25.fntdata"/><Relationship Id="rId95" Type="http://schemas.openxmlformats.org/officeDocument/2006/relationships/tableStyles" Target="tableStyles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font" Target="fonts/font4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font" Target="fonts/font7.fntdata"/><Relationship Id="rId80" Type="http://schemas.openxmlformats.org/officeDocument/2006/relationships/font" Target="fonts/font15.fntdata"/><Relationship Id="rId85" Type="http://schemas.openxmlformats.org/officeDocument/2006/relationships/font" Target="fonts/font20.fntdata"/><Relationship Id="rId9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font" Target="fonts/font2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font" Target="fonts/font5.fntdata"/><Relationship Id="rId75" Type="http://schemas.openxmlformats.org/officeDocument/2006/relationships/font" Target="fonts/font10.fntdata"/><Relationship Id="rId83" Type="http://schemas.openxmlformats.org/officeDocument/2006/relationships/font" Target="fonts/font18.fntdata"/><Relationship Id="rId88" Type="http://schemas.openxmlformats.org/officeDocument/2006/relationships/font" Target="fonts/font23.fntdata"/><Relationship Id="rId91" Type="http://schemas.openxmlformats.org/officeDocument/2006/relationships/font" Target="fonts/font2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notesMaster" Target="notesMasters/notesMaster1.xml"/><Relationship Id="rId73" Type="http://schemas.openxmlformats.org/officeDocument/2006/relationships/font" Target="fonts/font8.fntdata"/><Relationship Id="rId78" Type="http://schemas.openxmlformats.org/officeDocument/2006/relationships/font" Target="fonts/font13.fntdata"/><Relationship Id="rId81" Type="http://schemas.openxmlformats.org/officeDocument/2006/relationships/font" Target="fonts/font16.fntdata"/><Relationship Id="rId86" Type="http://schemas.openxmlformats.org/officeDocument/2006/relationships/font" Target="fonts/font21.fntdata"/><Relationship Id="rId9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font" Target="fonts/font11.fntdata"/><Relationship Id="rId7" Type="http://schemas.openxmlformats.org/officeDocument/2006/relationships/slide" Target="slides/slide4.xml"/><Relationship Id="rId71" Type="http://schemas.openxmlformats.org/officeDocument/2006/relationships/font" Target="fonts/font6.fntdata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font" Target="fonts/font1.fntdata"/><Relationship Id="rId87" Type="http://schemas.openxmlformats.org/officeDocument/2006/relationships/font" Target="fonts/font22.fntdata"/><Relationship Id="rId61" Type="http://schemas.openxmlformats.org/officeDocument/2006/relationships/slide" Target="slides/slide58.xml"/><Relationship Id="rId82" Type="http://schemas.openxmlformats.org/officeDocument/2006/relationships/font" Target="fonts/font17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18515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792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3506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c6f4ba1a4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c6f4ba1a4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2084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5928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3506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862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9849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5238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0548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3531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5378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2077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238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8213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c6f4ba1a4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c6f4ba1a4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04166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2283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99948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05887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84640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c6f4ba1a4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c6f4ba1a4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8016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c6f4ba1a4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c6f4ba1a4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23012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5415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62896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25960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50943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84834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1324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4093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30343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0284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c6f4ba1a4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c6f4ba1a4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39972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c6f4ba1a4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c6f4ba1a4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71674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78007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43099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84047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59818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64345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00103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c6f4ba1a4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c6f4ba1a4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36767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464902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52452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409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" y="18"/>
            <a:ext cx="12201339" cy="6857986"/>
            <a:chOff x="0" y="11"/>
            <a:chExt cx="9151004" cy="5143489"/>
          </a:xfrm>
        </p:grpSpPr>
        <p:sp>
          <p:nvSpPr>
            <p:cNvPr id="10" name="Google Shape;10;p2"/>
            <p:cNvSpPr/>
            <p:nvPr/>
          </p:nvSpPr>
          <p:spPr>
            <a:xfrm rot="10800000">
              <a:off x="0" y="11"/>
              <a:ext cx="1782851" cy="1304957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  <p:sp>
          <p:nvSpPr>
            <p:cNvPr id="11" name="Google Shape;11;p2"/>
            <p:cNvSpPr/>
            <p:nvPr/>
          </p:nvSpPr>
          <p:spPr>
            <a:xfrm rot="10800000">
              <a:off x="7317389" y="3920459"/>
              <a:ext cx="1833615" cy="1223041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</p:grpSp>
      <p:grpSp>
        <p:nvGrpSpPr>
          <p:cNvPr id="12" name="Google Shape;12;p2"/>
          <p:cNvGrpSpPr/>
          <p:nvPr/>
        </p:nvGrpSpPr>
        <p:grpSpPr>
          <a:xfrm>
            <a:off x="2005108" y="-2700159"/>
            <a:ext cx="9880052" cy="12570313"/>
            <a:chOff x="1503828" y="-2025120"/>
            <a:chExt cx="7410038" cy="9427735"/>
          </a:xfrm>
        </p:grpSpPr>
        <p:sp>
          <p:nvSpPr>
            <p:cNvPr id="13" name="Google Shape;13;p2"/>
            <p:cNvSpPr/>
            <p:nvPr/>
          </p:nvSpPr>
          <p:spPr>
            <a:xfrm rot="2203802">
              <a:off x="1738683" y="4600168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  <p:sp>
          <p:nvSpPr>
            <p:cNvPr id="14" name="Google Shape;14;p2"/>
            <p:cNvSpPr/>
            <p:nvPr/>
          </p:nvSpPr>
          <p:spPr>
            <a:xfrm rot="-1048249">
              <a:off x="5198820" y="-1544172"/>
              <a:ext cx="3503360" cy="194850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962535" y="1481366"/>
            <a:ext cx="5039600" cy="2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015" b="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1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1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1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1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1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1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1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1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962533" y="4538634"/>
            <a:ext cx="3520800" cy="8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5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2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2" y="-8288"/>
            <a:ext cx="12218830" cy="6866288"/>
            <a:chOff x="0" y="-6216"/>
            <a:chExt cx="9164122" cy="5149716"/>
          </a:xfrm>
        </p:grpSpPr>
        <p:sp>
          <p:nvSpPr>
            <p:cNvPr id="28" name="Google Shape;28;p4"/>
            <p:cNvSpPr/>
            <p:nvPr/>
          </p:nvSpPr>
          <p:spPr>
            <a:xfrm rot="-5400000">
              <a:off x="7744004" y="213573"/>
              <a:ext cx="1639907" cy="1200330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>
                <a:solidFill>
                  <a:schemeClr val="dk1"/>
                </a:solidFill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 rot="-5400000">
              <a:off x="-252986" y="3876996"/>
              <a:ext cx="1519490" cy="1013518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>
                <a:solidFill>
                  <a:schemeClr val="dk1"/>
                </a:solidFill>
              </a:endParaRPr>
            </a:p>
          </p:txBody>
        </p:sp>
      </p:grpSp>
      <p:grpSp>
        <p:nvGrpSpPr>
          <p:cNvPr id="30" name="Google Shape;30;p4"/>
          <p:cNvGrpSpPr/>
          <p:nvPr/>
        </p:nvGrpSpPr>
        <p:grpSpPr>
          <a:xfrm>
            <a:off x="3158985" y="-3684999"/>
            <a:ext cx="7547851" cy="13601353"/>
            <a:chOff x="2242539" y="-2772200"/>
            <a:chExt cx="5660888" cy="10201015"/>
          </a:xfrm>
        </p:grpSpPr>
        <p:sp>
          <p:nvSpPr>
            <p:cNvPr id="31" name="Google Shape;31;p4"/>
            <p:cNvSpPr/>
            <p:nvPr/>
          </p:nvSpPr>
          <p:spPr>
            <a:xfrm rot="2203802">
              <a:off x="4165483" y="-1918107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>
                <a:solidFill>
                  <a:schemeClr val="dk1"/>
                </a:solidFill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 rot="-9653394">
              <a:off x="2464968" y="4960452"/>
              <a:ext cx="3503468" cy="194856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>
                <a:solidFill>
                  <a:schemeClr val="dk1"/>
                </a:solidFill>
              </a:endParaRPr>
            </a:p>
          </p:txBody>
        </p:sp>
      </p:grp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962535" y="603367"/>
            <a:ext cx="102668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962535" y="1435167"/>
            <a:ext cx="8713200" cy="11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11118" lvl="0" indent="-40741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marL="1222236" lvl="1" indent="-407412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33354" lvl="2" indent="-407412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44472" lvl="3" indent="-407412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55590" lvl="4" indent="-407412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66708" lvl="5" indent="-407412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77825" lvl="6" indent="-407412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88943" lvl="7" indent="-407412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500061" lvl="8" indent="-407412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1850801" y="600201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9pPr>
          </a:lstStyle>
          <a:p>
            <a:endParaRPr/>
          </a:p>
        </p:txBody>
      </p:sp>
      <p:grpSp>
        <p:nvGrpSpPr>
          <p:cNvPr id="67" name="Google Shape;67;p8"/>
          <p:cNvGrpSpPr/>
          <p:nvPr/>
        </p:nvGrpSpPr>
        <p:grpSpPr>
          <a:xfrm>
            <a:off x="-15" y="-8448"/>
            <a:ext cx="12200468" cy="6869159"/>
            <a:chOff x="-11" y="-6336"/>
            <a:chExt cx="9150350" cy="5151869"/>
          </a:xfrm>
        </p:grpSpPr>
        <p:sp>
          <p:nvSpPr>
            <p:cNvPr id="68" name="Google Shape;68;p8"/>
            <p:cNvSpPr/>
            <p:nvPr/>
          </p:nvSpPr>
          <p:spPr>
            <a:xfrm>
              <a:off x="7510431" y="3945203"/>
              <a:ext cx="1639907" cy="1200330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-11" y="-6336"/>
              <a:ext cx="1519490" cy="1013518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</p:grpSp>
      <p:grpSp>
        <p:nvGrpSpPr>
          <p:cNvPr id="70" name="Google Shape;70;p8"/>
          <p:cNvGrpSpPr/>
          <p:nvPr/>
        </p:nvGrpSpPr>
        <p:grpSpPr>
          <a:xfrm>
            <a:off x="-2893828" y="142549"/>
            <a:ext cx="19025870" cy="6715438"/>
            <a:chOff x="-2170371" y="106912"/>
            <a:chExt cx="14269402" cy="5036578"/>
          </a:xfrm>
        </p:grpSpPr>
        <p:sp>
          <p:nvSpPr>
            <p:cNvPr id="71" name="Google Shape;71;p8"/>
            <p:cNvSpPr/>
            <p:nvPr/>
          </p:nvSpPr>
          <p:spPr>
            <a:xfrm rot="7368651">
              <a:off x="-2154049" y="2169134"/>
              <a:ext cx="3503317" cy="1948481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  <p:sp>
          <p:nvSpPr>
            <p:cNvPr id="72" name="Google Shape;72;p8"/>
            <p:cNvSpPr/>
            <p:nvPr/>
          </p:nvSpPr>
          <p:spPr>
            <a:xfrm rot="8545850">
              <a:off x="8364938" y="972896"/>
              <a:ext cx="3503341" cy="1948494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9"/>
          <p:cNvGrpSpPr/>
          <p:nvPr/>
        </p:nvGrpSpPr>
        <p:grpSpPr>
          <a:xfrm>
            <a:off x="1082905" y="-3677334"/>
            <a:ext cx="8731951" cy="13506587"/>
            <a:chOff x="812178" y="-2758000"/>
            <a:chExt cx="6548962" cy="10129940"/>
          </a:xfrm>
        </p:grpSpPr>
        <p:sp>
          <p:nvSpPr>
            <p:cNvPr id="75" name="Google Shape;75;p9"/>
            <p:cNvSpPr/>
            <p:nvPr/>
          </p:nvSpPr>
          <p:spPr>
            <a:xfrm rot="2203802">
              <a:off x="1047033" y="-1903907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  <p:sp>
          <p:nvSpPr>
            <p:cNvPr id="76" name="Google Shape;76;p9"/>
            <p:cNvSpPr/>
            <p:nvPr/>
          </p:nvSpPr>
          <p:spPr>
            <a:xfrm rot="-9653394">
              <a:off x="3635243" y="4903577"/>
              <a:ext cx="3503468" cy="194856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</p:grpSp>
      <p:grpSp>
        <p:nvGrpSpPr>
          <p:cNvPr id="77" name="Google Shape;77;p9"/>
          <p:cNvGrpSpPr/>
          <p:nvPr/>
        </p:nvGrpSpPr>
        <p:grpSpPr>
          <a:xfrm>
            <a:off x="-4670" y="-4654"/>
            <a:ext cx="12201339" cy="6867324"/>
            <a:chOff x="-3502" y="-3491"/>
            <a:chExt cx="9151004" cy="5150493"/>
          </a:xfrm>
        </p:grpSpPr>
        <p:sp>
          <p:nvSpPr>
            <p:cNvPr id="78" name="Google Shape;78;p9"/>
            <p:cNvSpPr/>
            <p:nvPr/>
          </p:nvSpPr>
          <p:spPr>
            <a:xfrm rot="10800000" flipH="1">
              <a:off x="7364652" y="-3491"/>
              <a:ext cx="1782851" cy="1304957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  <p:sp>
          <p:nvSpPr>
            <p:cNvPr id="79" name="Google Shape;79;p9"/>
            <p:cNvSpPr/>
            <p:nvPr/>
          </p:nvSpPr>
          <p:spPr>
            <a:xfrm rot="10800000" flipH="1">
              <a:off x="-3502" y="3923961"/>
              <a:ext cx="1833615" cy="1223041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</p:grpSp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3399201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1"/>
          </p:nvPr>
        </p:nvSpPr>
        <p:spPr>
          <a:xfrm>
            <a:off x="3399201" y="3737434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_2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24"/>
          <p:cNvGrpSpPr/>
          <p:nvPr/>
        </p:nvGrpSpPr>
        <p:grpSpPr>
          <a:xfrm>
            <a:off x="1" y="18"/>
            <a:ext cx="12201339" cy="6857986"/>
            <a:chOff x="0" y="11"/>
            <a:chExt cx="9151004" cy="5143489"/>
          </a:xfrm>
        </p:grpSpPr>
        <p:sp>
          <p:nvSpPr>
            <p:cNvPr id="237" name="Google Shape;237;p24"/>
            <p:cNvSpPr/>
            <p:nvPr/>
          </p:nvSpPr>
          <p:spPr>
            <a:xfrm rot="10800000">
              <a:off x="0" y="11"/>
              <a:ext cx="1782851" cy="1304957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  <p:sp>
          <p:nvSpPr>
            <p:cNvPr id="238" name="Google Shape;238;p24"/>
            <p:cNvSpPr/>
            <p:nvPr/>
          </p:nvSpPr>
          <p:spPr>
            <a:xfrm rot="10800000">
              <a:off x="7317389" y="3920459"/>
              <a:ext cx="1833615" cy="1223041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</p:grpSp>
      <p:grpSp>
        <p:nvGrpSpPr>
          <p:cNvPr id="239" name="Google Shape;239;p24"/>
          <p:cNvGrpSpPr/>
          <p:nvPr/>
        </p:nvGrpSpPr>
        <p:grpSpPr>
          <a:xfrm>
            <a:off x="2005108" y="-2700159"/>
            <a:ext cx="9880052" cy="12570313"/>
            <a:chOff x="1503828" y="-2025120"/>
            <a:chExt cx="7410038" cy="9427735"/>
          </a:xfrm>
        </p:grpSpPr>
        <p:sp>
          <p:nvSpPr>
            <p:cNvPr id="240" name="Google Shape;240;p24"/>
            <p:cNvSpPr/>
            <p:nvPr/>
          </p:nvSpPr>
          <p:spPr>
            <a:xfrm rot="2203802">
              <a:off x="1738683" y="4600168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  <p:sp>
          <p:nvSpPr>
            <p:cNvPr id="241" name="Google Shape;241;p24"/>
            <p:cNvSpPr/>
            <p:nvPr/>
          </p:nvSpPr>
          <p:spPr>
            <a:xfrm rot="-1048249">
              <a:off x="5198820" y="-1544172"/>
              <a:ext cx="3503360" cy="194850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_2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25"/>
          <p:cNvGrpSpPr/>
          <p:nvPr/>
        </p:nvGrpSpPr>
        <p:grpSpPr>
          <a:xfrm>
            <a:off x="2" y="-8288"/>
            <a:ext cx="12218830" cy="6866288"/>
            <a:chOff x="0" y="-6216"/>
            <a:chExt cx="9164122" cy="5149716"/>
          </a:xfrm>
        </p:grpSpPr>
        <p:sp>
          <p:nvSpPr>
            <p:cNvPr id="244" name="Google Shape;244;p25"/>
            <p:cNvSpPr/>
            <p:nvPr/>
          </p:nvSpPr>
          <p:spPr>
            <a:xfrm rot="-5400000">
              <a:off x="7744004" y="213573"/>
              <a:ext cx="1639907" cy="1200330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>
                <a:solidFill>
                  <a:schemeClr val="dk1"/>
                </a:solidFill>
              </a:endParaRPr>
            </a:p>
          </p:txBody>
        </p:sp>
        <p:sp>
          <p:nvSpPr>
            <p:cNvPr id="245" name="Google Shape;245;p25"/>
            <p:cNvSpPr/>
            <p:nvPr/>
          </p:nvSpPr>
          <p:spPr>
            <a:xfrm rot="-5400000">
              <a:off x="-252986" y="3876996"/>
              <a:ext cx="1519490" cy="1013518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>
                <a:solidFill>
                  <a:schemeClr val="dk1"/>
                </a:solidFill>
              </a:endParaRPr>
            </a:p>
          </p:txBody>
        </p:sp>
      </p:grpSp>
      <p:grpSp>
        <p:nvGrpSpPr>
          <p:cNvPr id="246" name="Google Shape;246;p25"/>
          <p:cNvGrpSpPr/>
          <p:nvPr/>
        </p:nvGrpSpPr>
        <p:grpSpPr>
          <a:xfrm>
            <a:off x="3158985" y="-3684999"/>
            <a:ext cx="7547851" cy="13601353"/>
            <a:chOff x="2242539" y="-2772200"/>
            <a:chExt cx="5660888" cy="10201015"/>
          </a:xfrm>
        </p:grpSpPr>
        <p:sp>
          <p:nvSpPr>
            <p:cNvPr id="247" name="Google Shape;247;p25"/>
            <p:cNvSpPr/>
            <p:nvPr/>
          </p:nvSpPr>
          <p:spPr>
            <a:xfrm rot="2203802">
              <a:off x="4165483" y="-1918107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>
                <a:solidFill>
                  <a:schemeClr val="dk1"/>
                </a:solidFill>
              </a:endParaRPr>
            </a:p>
          </p:txBody>
        </p:sp>
        <p:sp>
          <p:nvSpPr>
            <p:cNvPr id="248" name="Google Shape;248;p25"/>
            <p:cNvSpPr/>
            <p:nvPr/>
          </p:nvSpPr>
          <p:spPr>
            <a:xfrm rot="-9653394">
              <a:off x="2464968" y="4960452"/>
              <a:ext cx="3503468" cy="194856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organic-01.png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2696500" y="1362900"/>
            <a:ext cx="6799200" cy="4181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04775" dir="2700000" algn="bl" rotWithShape="0">
              <a:srgbClr val="20124D">
                <a:alpha val="15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89">
              <a:solidFill>
                <a:srgbClr val="FFFFFF"/>
              </a:solidFill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347200" y="2789633"/>
            <a:ext cx="5497600" cy="15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549400" y="1009116"/>
            <a:ext cx="1093200" cy="10932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dist="104775" dir="2700000" algn="bl" rotWithShape="0">
              <a:srgbClr val="20124D">
                <a:alpha val="15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89"/>
          </a:p>
        </p:txBody>
      </p:sp>
    </p:spTree>
    <p:extLst>
      <p:ext uri="{BB962C8B-B14F-4D97-AF65-F5344CB8AC3E}">
        <p14:creationId xmlns:p14="http://schemas.microsoft.com/office/powerpoint/2010/main" val="3628561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7" descr="organic-02.png"/>
          <p:cNvPicPr preferRelativeResize="0"/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"/>
          <p:cNvSpPr/>
          <p:nvPr/>
        </p:nvSpPr>
        <p:spPr>
          <a:xfrm>
            <a:off x="2754833" y="953811"/>
            <a:ext cx="8795600" cy="52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104775" dir="2700000" algn="bl" rotWithShape="0">
              <a:srgbClr val="20124D">
                <a:alpha val="15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89"/>
          </a:p>
        </p:txBody>
      </p:sp>
      <p:sp>
        <p:nvSpPr>
          <p:cNvPr id="44" name="Google Shape;44;p7"/>
          <p:cNvSpPr/>
          <p:nvPr/>
        </p:nvSpPr>
        <p:spPr>
          <a:xfrm>
            <a:off x="539967" y="588189"/>
            <a:ext cx="2640400" cy="2640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4775" dir="2700000" algn="bl" rotWithShape="0">
              <a:srgbClr val="20124D">
                <a:alpha val="15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89"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2813" y="721572"/>
            <a:ext cx="21512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3676967" y="1498600"/>
            <a:ext cx="3600800" cy="41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1pPr>
            <a:lvl2pPr marL="1219170" lvl="1" indent="-457189">
              <a:spcBef>
                <a:spcPts val="0"/>
              </a:spcBef>
              <a:spcAft>
                <a:spcPts val="0"/>
              </a:spcAft>
              <a:buSzPts val="1800"/>
              <a:buChar char="▸"/>
              <a:defRPr sz="2400"/>
            </a:lvl2pPr>
            <a:lvl3pPr marL="1828754" lvl="2" indent="-457189">
              <a:spcBef>
                <a:spcPts val="0"/>
              </a:spcBef>
              <a:spcAft>
                <a:spcPts val="0"/>
              </a:spcAft>
              <a:buSzPts val="1800"/>
              <a:buChar char="◦"/>
              <a:defRPr sz="2400"/>
            </a:lvl3pPr>
            <a:lvl4pPr marL="2438339" lvl="3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3047924" lvl="4" indent="-457189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3657509" lvl="5" indent="-457189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4267093" lvl="6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4876678" lvl="7" indent="-457189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5486263" lvl="8" indent="-457189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7494537" y="1498600"/>
            <a:ext cx="3600800" cy="41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1pPr>
            <a:lvl2pPr marL="1219170" lvl="1" indent="-457189">
              <a:spcBef>
                <a:spcPts val="0"/>
              </a:spcBef>
              <a:spcAft>
                <a:spcPts val="0"/>
              </a:spcAft>
              <a:buSzPts val="1800"/>
              <a:buChar char="▸"/>
              <a:defRPr sz="2400"/>
            </a:lvl2pPr>
            <a:lvl3pPr marL="1828754" lvl="2" indent="-457189">
              <a:spcBef>
                <a:spcPts val="0"/>
              </a:spcBef>
              <a:spcAft>
                <a:spcPts val="0"/>
              </a:spcAft>
              <a:buSzPts val="1800"/>
              <a:buChar char="◦"/>
              <a:defRPr sz="2400"/>
            </a:lvl3pPr>
            <a:lvl4pPr marL="2438339" lvl="3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3047924" lvl="4" indent="-457189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3657509" lvl="5" indent="-457189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4267093" lvl="6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4876678" lvl="7" indent="-457189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5486263" lvl="8" indent="-457189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8015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vertical" type="blank">
  <p:cSld name="Blank vertical">
    <p:bg>
      <p:bgPr>
        <a:solidFill>
          <a:schemeClr val="dk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2" descr="organic-01.png"/>
          <p:cNvPicPr preferRelativeResize="0"/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2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38152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84523" y="1424588"/>
            <a:ext cx="10668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389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6800" y="6400800"/>
            <a:ext cx="4003040" cy="27432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27200" y="6400800"/>
            <a:ext cx="5616352" cy="27432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00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solidFill>
          <a:schemeClr val="accen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organic-02.png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2696500" y="1362900"/>
            <a:ext cx="6799200" cy="41812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dist="104775" dir="2700000" algn="bl" rotWithShape="0">
              <a:srgbClr val="20124D">
                <a:alpha val="15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89"/>
          </a:p>
        </p:txBody>
      </p:sp>
      <p:sp>
        <p:nvSpPr>
          <p:cNvPr id="17" name="Google Shape;17;p3"/>
          <p:cNvSpPr/>
          <p:nvPr/>
        </p:nvSpPr>
        <p:spPr>
          <a:xfrm>
            <a:off x="5549400" y="1009116"/>
            <a:ext cx="1093200" cy="109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104775" dir="2700000" algn="bl" rotWithShape="0">
              <a:srgbClr val="20124D">
                <a:alpha val="15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89"/>
          </a:p>
        </p:txBody>
      </p:sp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3148000" y="2314333"/>
            <a:ext cx="57800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3148100" y="3786733"/>
            <a:ext cx="57800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5730200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>
                <a:solidFill>
                  <a:srgbClr val="4D4A56"/>
                </a:solidFill>
              </a:defRPr>
            </a:lvl1pPr>
            <a:lvl2pPr lvl="1" algn="ctr">
              <a:buNone/>
              <a:defRPr>
                <a:solidFill>
                  <a:srgbClr val="4D4A56"/>
                </a:solidFill>
              </a:defRPr>
            </a:lvl2pPr>
            <a:lvl3pPr lvl="2" algn="ctr">
              <a:buNone/>
              <a:defRPr>
                <a:solidFill>
                  <a:srgbClr val="4D4A56"/>
                </a:solidFill>
              </a:defRPr>
            </a:lvl3pPr>
            <a:lvl4pPr lvl="3" algn="ctr">
              <a:buNone/>
              <a:defRPr>
                <a:solidFill>
                  <a:srgbClr val="4D4A56"/>
                </a:solidFill>
              </a:defRPr>
            </a:lvl4pPr>
            <a:lvl5pPr lvl="4" algn="ctr">
              <a:buNone/>
              <a:defRPr>
                <a:solidFill>
                  <a:srgbClr val="4D4A56"/>
                </a:solidFill>
              </a:defRPr>
            </a:lvl5pPr>
            <a:lvl6pPr lvl="5" algn="ctr">
              <a:buNone/>
              <a:defRPr>
                <a:solidFill>
                  <a:srgbClr val="4D4A56"/>
                </a:solidFill>
              </a:defRPr>
            </a:lvl6pPr>
            <a:lvl7pPr lvl="6" algn="ctr">
              <a:buNone/>
              <a:defRPr>
                <a:solidFill>
                  <a:srgbClr val="4D4A56"/>
                </a:solidFill>
              </a:defRPr>
            </a:lvl7pPr>
            <a:lvl8pPr lvl="7" algn="ctr">
              <a:buNone/>
              <a:defRPr>
                <a:solidFill>
                  <a:srgbClr val="4D4A56"/>
                </a:solidFill>
              </a:defRPr>
            </a:lvl8pPr>
            <a:lvl9pPr lvl="8" algn="ctr">
              <a:buNone/>
              <a:defRPr>
                <a:solidFill>
                  <a:srgbClr val="4D4A56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3320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" y="18"/>
            <a:ext cx="12201339" cy="6857986"/>
            <a:chOff x="0" y="11"/>
            <a:chExt cx="9151004" cy="5143489"/>
          </a:xfrm>
        </p:grpSpPr>
        <p:sp>
          <p:nvSpPr>
            <p:cNvPr id="10" name="Google Shape;10;p2"/>
            <p:cNvSpPr/>
            <p:nvPr/>
          </p:nvSpPr>
          <p:spPr>
            <a:xfrm rot="10800000">
              <a:off x="0" y="11"/>
              <a:ext cx="1782851" cy="1304957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  <p:sp>
          <p:nvSpPr>
            <p:cNvPr id="11" name="Google Shape;11;p2"/>
            <p:cNvSpPr/>
            <p:nvPr/>
          </p:nvSpPr>
          <p:spPr>
            <a:xfrm rot="10800000">
              <a:off x="7317389" y="3920459"/>
              <a:ext cx="1833615" cy="1223041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</p:grpSp>
      <p:grpSp>
        <p:nvGrpSpPr>
          <p:cNvPr id="12" name="Google Shape;12;p2"/>
          <p:cNvGrpSpPr/>
          <p:nvPr/>
        </p:nvGrpSpPr>
        <p:grpSpPr>
          <a:xfrm>
            <a:off x="2005108" y="-2700159"/>
            <a:ext cx="9880052" cy="12570313"/>
            <a:chOff x="1503828" y="-2025120"/>
            <a:chExt cx="7410038" cy="9427735"/>
          </a:xfrm>
        </p:grpSpPr>
        <p:sp>
          <p:nvSpPr>
            <p:cNvPr id="13" name="Google Shape;13;p2"/>
            <p:cNvSpPr/>
            <p:nvPr/>
          </p:nvSpPr>
          <p:spPr>
            <a:xfrm rot="2203802">
              <a:off x="1738683" y="4600168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  <p:sp>
          <p:nvSpPr>
            <p:cNvPr id="14" name="Google Shape;14;p2"/>
            <p:cNvSpPr/>
            <p:nvPr/>
          </p:nvSpPr>
          <p:spPr>
            <a:xfrm rot="-1048249">
              <a:off x="5198820" y="-1544172"/>
              <a:ext cx="3503360" cy="194850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962535" y="1481366"/>
            <a:ext cx="5039600" cy="2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015" b="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962533" y="4538634"/>
            <a:ext cx="3520800" cy="8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5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7848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2" y="-8288"/>
            <a:ext cx="12218830" cy="6866288"/>
            <a:chOff x="0" y="-6216"/>
            <a:chExt cx="9164122" cy="5149716"/>
          </a:xfrm>
        </p:grpSpPr>
        <p:sp>
          <p:nvSpPr>
            <p:cNvPr id="28" name="Google Shape;28;p4"/>
            <p:cNvSpPr/>
            <p:nvPr/>
          </p:nvSpPr>
          <p:spPr>
            <a:xfrm rot="-5400000">
              <a:off x="7744004" y="213573"/>
              <a:ext cx="1639907" cy="1200330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>
                <a:solidFill>
                  <a:schemeClr val="dk1"/>
                </a:solidFill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 rot="-5400000">
              <a:off x="-252986" y="3876996"/>
              <a:ext cx="1519490" cy="1013518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>
                <a:solidFill>
                  <a:schemeClr val="dk1"/>
                </a:solidFill>
              </a:endParaRPr>
            </a:p>
          </p:txBody>
        </p:sp>
      </p:grpSp>
      <p:grpSp>
        <p:nvGrpSpPr>
          <p:cNvPr id="30" name="Google Shape;30;p4"/>
          <p:cNvGrpSpPr/>
          <p:nvPr/>
        </p:nvGrpSpPr>
        <p:grpSpPr>
          <a:xfrm>
            <a:off x="3158985" y="-3684999"/>
            <a:ext cx="7547851" cy="13601353"/>
            <a:chOff x="2242539" y="-2772200"/>
            <a:chExt cx="5660888" cy="10201015"/>
          </a:xfrm>
        </p:grpSpPr>
        <p:sp>
          <p:nvSpPr>
            <p:cNvPr id="31" name="Google Shape;31;p4"/>
            <p:cNvSpPr/>
            <p:nvPr/>
          </p:nvSpPr>
          <p:spPr>
            <a:xfrm rot="2203802">
              <a:off x="4165483" y="-1918107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>
                <a:solidFill>
                  <a:schemeClr val="dk1"/>
                </a:solidFill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 rot="-9653394">
              <a:off x="2464968" y="4960452"/>
              <a:ext cx="3503468" cy="194856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>
                <a:solidFill>
                  <a:schemeClr val="dk1"/>
                </a:solidFill>
              </a:endParaRPr>
            </a:p>
          </p:txBody>
        </p:sp>
      </p:grp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962535" y="603367"/>
            <a:ext cx="102668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962535" y="1435167"/>
            <a:ext cx="8713200" cy="11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10870" lvl="0" indent="-40767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marL="1222375" lvl="1" indent="-40767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33245" lvl="2" indent="-40767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44750" lvl="3" indent="-40767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55620" lvl="4" indent="-40767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66490" lvl="5" indent="-40767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77995" lvl="6" indent="-40767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88865" lvl="7" indent="-40767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500370" lvl="8" indent="-40767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6554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1850801" y="600201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9pPr>
          </a:lstStyle>
          <a:p>
            <a:endParaRPr/>
          </a:p>
        </p:txBody>
      </p:sp>
      <p:grpSp>
        <p:nvGrpSpPr>
          <p:cNvPr id="67" name="Google Shape;67;p8"/>
          <p:cNvGrpSpPr/>
          <p:nvPr/>
        </p:nvGrpSpPr>
        <p:grpSpPr>
          <a:xfrm>
            <a:off x="-15" y="-8448"/>
            <a:ext cx="12200468" cy="6869159"/>
            <a:chOff x="-11" y="-6336"/>
            <a:chExt cx="9150350" cy="5151869"/>
          </a:xfrm>
        </p:grpSpPr>
        <p:sp>
          <p:nvSpPr>
            <p:cNvPr id="68" name="Google Shape;68;p8"/>
            <p:cNvSpPr/>
            <p:nvPr/>
          </p:nvSpPr>
          <p:spPr>
            <a:xfrm>
              <a:off x="7510431" y="3945203"/>
              <a:ext cx="1639907" cy="1200330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-11" y="-6336"/>
              <a:ext cx="1519490" cy="1013518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</p:grpSp>
      <p:grpSp>
        <p:nvGrpSpPr>
          <p:cNvPr id="70" name="Google Shape;70;p8"/>
          <p:cNvGrpSpPr/>
          <p:nvPr/>
        </p:nvGrpSpPr>
        <p:grpSpPr>
          <a:xfrm>
            <a:off x="-2893828" y="142549"/>
            <a:ext cx="19025870" cy="6715438"/>
            <a:chOff x="-2170371" y="106912"/>
            <a:chExt cx="14269402" cy="5036578"/>
          </a:xfrm>
        </p:grpSpPr>
        <p:sp>
          <p:nvSpPr>
            <p:cNvPr id="71" name="Google Shape;71;p8"/>
            <p:cNvSpPr/>
            <p:nvPr/>
          </p:nvSpPr>
          <p:spPr>
            <a:xfrm rot="7368651">
              <a:off x="-2154049" y="2169134"/>
              <a:ext cx="3503317" cy="1948481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  <p:sp>
          <p:nvSpPr>
            <p:cNvPr id="72" name="Google Shape;72;p8"/>
            <p:cNvSpPr/>
            <p:nvPr/>
          </p:nvSpPr>
          <p:spPr>
            <a:xfrm rot="8545850">
              <a:off x="8364938" y="972896"/>
              <a:ext cx="3503341" cy="1948494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</p:grpSp>
    </p:spTree>
    <p:extLst>
      <p:ext uri="{BB962C8B-B14F-4D97-AF65-F5344CB8AC3E}">
        <p14:creationId xmlns:p14="http://schemas.microsoft.com/office/powerpoint/2010/main" val="1944326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9"/>
          <p:cNvGrpSpPr/>
          <p:nvPr/>
        </p:nvGrpSpPr>
        <p:grpSpPr>
          <a:xfrm>
            <a:off x="1082905" y="-3677334"/>
            <a:ext cx="8731951" cy="13506587"/>
            <a:chOff x="812178" y="-2758000"/>
            <a:chExt cx="6548962" cy="10129940"/>
          </a:xfrm>
        </p:grpSpPr>
        <p:sp>
          <p:nvSpPr>
            <p:cNvPr id="75" name="Google Shape;75;p9"/>
            <p:cNvSpPr/>
            <p:nvPr/>
          </p:nvSpPr>
          <p:spPr>
            <a:xfrm rot="2203802">
              <a:off x="1047033" y="-1903907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  <p:sp>
          <p:nvSpPr>
            <p:cNvPr id="76" name="Google Shape;76;p9"/>
            <p:cNvSpPr/>
            <p:nvPr/>
          </p:nvSpPr>
          <p:spPr>
            <a:xfrm rot="-9653394">
              <a:off x="3635243" y="4903577"/>
              <a:ext cx="3503468" cy="194856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</p:grpSp>
      <p:grpSp>
        <p:nvGrpSpPr>
          <p:cNvPr id="77" name="Google Shape;77;p9"/>
          <p:cNvGrpSpPr/>
          <p:nvPr/>
        </p:nvGrpSpPr>
        <p:grpSpPr>
          <a:xfrm>
            <a:off x="-4670" y="-4654"/>
            <a:ext cx="12201339" cy="6867324"/>
            <a:chOff x="-3502" y="-3491"/>
            <a:chExt cx="9151004" cy="5150493"/>
          </a:xfrm>
        </p:grpSpPr>
        <p:sp>
          <p:nvSpPr>
            <p:cNvPr id="78" name="Google Shape;78;p9"/>
            <p:cNvSpPr/>
            <p:nvPr/>
          </p:nvSpPr>
          <p:spPr>
            <a:xfrm rot="10800000" flipH="1">
              <a:off x="7364652" y="-3491"/>
              <a:ext cx="1782851" cy="1304957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  <p:sp>
          <p:nvSpPr>
            <p:cNvPr id="79" name="Google Shape;79;p9"/>
            <p:cNvSpPr/>
            <p:nvPr/>
          </p:nvSpPr>
          <p:spPr>
            <a:xfrm rot="10800000" flipH="1">
              <a:off x="-3502" y="3923961"/>
              <a:ext cx="1833615" cy="1223041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</p:grpSp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3399201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1"/>
          </p:nvPr>
        </p:nvSpPr>
        <p:spPr>
          <a:xfrm>
            <a:off x="3399201" y="3737434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9186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3428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24"/>
          <p:cNvGrpSpPr/>
          <p:nvPr/>
        </p:nvGrpSpPr>
        <p:grpSpPr>
          <a:xfrm>
            <a:off x="1" y="18"/>
            <a:ext cx="12201339" cy="6857986"/>
            <a:chOff x="0" y="11"/>
            <a:chExt cx="9151004" cy="5143489"/>
          </a:xfrm>
        </p:grpSpPr>
        <p:sp>
          <p:nvSpPr>
            <p:cNvPr id="237" name="Google Shape;237;p24"/>
            <p:cNvSpPr/>
            <p:nvPr/>
          </p:nvSpPr>
          <p:spPr>
            <a:xfrm rot="10800000">
              <a:off x="0" y="11"/>
              <a:ext cx="1782851" cy="1304957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  <p:sp>
          <p:nvSpPr>
            <p:cNvPr id="238" name="Google Shape;238;p24"/>
            <p:cNvSpPr/>
            <p:nvPr/>
          </p:nvSpPr>
          <p:spPr>
            <a:xfrm rot="10800000">
              <a:off x="7317389" y="3920459"/>
              <a:ext cx="1833615" cy="1223041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</p:grpSp>
      <p:grpSp>
        <p:nvGrpSpPr>
          <p:cNvPr id="239" name="Google Shape;239;p24"/>
          <p:cNvGrpSpPr/>
          <p:nvPr/>
        </p:nvGrpSpPr>
        <p:grpSpPr>
          <a:xfrm>
            <a:off x="2005108" y="-2700159"/>
            <a:ext cx="9880052" cy="12570313"/>
            <a:chOff x="1503828" y="-2025120"/>
            <a:chExt cx="7410038" cy="9427735"/>
          </a:xfrm>
        </p:grpSpPr>
        <p:sp>
          <p:nvSpPr>
            <p:cNvPr id="240" name="Google Shape;240;p24"/>
            <p:cNvSpPr/>
            <p:nvPr/>
          </p:nvSpPr>
          <p:spPr>
            <a:xfrm rot="2203802">
              <a:off x="1738683" y="4600168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  <p:sp>
          <p:nvSpPr>
            <p:cNvPr id="241" name="Google Shape;241;p24"/>
            <p:cNvSpPr/>
            <p:nvPr/>
          </p:nvSpPr>
          <p:spPr>
            <a:xfrm rot="-1048249">
              <a:off x="5198820" y="-1544172"/>
              <a:ext cx="3503360" cy="194850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</p:grpSp>
    </p:spTree>
    <p:extLst>
      <p:ext uri="{BB962C8B-B14F-4D97-AF65-F5344CB8AC3E}">
        <p14:creationId xmlns:p14="http://schemas.microsoft.com/office/powerpoint/2010/main" val="1343923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25"/>
          <p:cNvGrpSpPr/>
          <p:nvPr/>
        </p:nvGrpSpPr>
        <p:grpSpPr>
          <a:xfrm>
            <a:off x="2" y="-8288"/>
            <a:ext cx="12218830" cy="6866288"/>
            <a:chOff x="0" y="-6216"/>
            <a:chExt cx="9164122" cy="5149716"/>
          </a:xfrm>
        </p:grpSpPr>
        <p:sp>
          <p:nvSpPr>
            <p:cNvPr id="244" name="Google Shape;244;p25"/>
            <p:cNvSpPr/>
            <p:nvPr/>
          </p:nvSpPr>
          <p:spPr>
            <a:xfrm rot="-5400000">
              <a:off x="7744004" y="213573"/>
              <a:ext cx="1639907" cy="1200330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>
                <a:solidFill>
                  <a:schemeClr val="dk1"/>
                </a:solidFill>
              </a:endParaRPr>
            </a:p>
          </p:txBody>
        </p:sp>
        <p:sp>
          <p:nvSpPr>
            <p:cNvPr id="245" name="Google Shape;245;p25"/>
            <p:cNvSpPr/>
            <p:nvPr/>
          </p:nvSpPr>
          <p:spPr>
            <a:xfrm rot="-5400000">
              <a:off x="-252986" y="3876996"/>
              <a:ext cx="1519490" cy="1013518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>
                <a:solidFill>
                  <a:schemeClr val="dk1"/>
                </a:solidFill>
              </a:endParaRPr>
            </a:p>
          </p:txBody>
        </p:sp>
      </p:grpSp>
      <p:grpSp>
        <p:nvGrpSpPr>
          <p:cNvPr id="246" name="Google Shape;246;p25"/>
          <p:cNvGrpSpPr/>
          <p:nvPr/>
        </p:nvGrpSpPr>
        <p:grpSpPr>
          <a:xfrm>
            <a:off x="3158985" y="-3684999"/>
            <a:ext cx="7547851" cy="13601353"/>
            <a:chOff x="2242539" y="-2772200"/>
            <a:chExt cx="5660888" cy="10201015"/>
          </a:xfrm>
        </p:grpSpPr>
        <p:sp>
          <p:nvSpPr>
            <p:cNvPr id="247" name="Google Shape;247;p25"/>
            <p:cNvSpPr/>
            <p:nvPr/>
          </p:nvSpPr>
          <p:spPr>
            <a:xfrm rot="2203802">
              <a:off x="4165483" y="-1918107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>
                <a:solidFill>
                  <a:schemeClr val="dk1"/>
                </a:solidFill>
              </a:endParaRPr>
            </a:p>
          </p:txBody>
        </p:sp>
        <p:sp>
          <p:nvSpPr>
            <p:cNvPr id="248" name="Google Shape;248;p25"/>
            <p:cNvSpPr/>
            <p:nvPr/>
          </p:nvSpPr>
          <p:spPr>
            <a:xfrm rot="-9653394">
              <a:off x="2464968" y="4960452"/>
              <a:ext cx="3503468" cy="194856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1502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2535" y="603367"/>
            <a:ext cx="10266800" cy="7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2535" y="1647898"/>
            <a:ext cx="10266800" cy="4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8" r:id="rId5"/>
    <p:sldLayoutId id="2147483670" r:id="rId6"/>
    <p:sldLayoutId id="2147483671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  <a:defRPr sz="1800" b="1" i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nos"/>
              <a:buChar char="▹"/>
              <a:defRPr sz="30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nos"/>
              <a:buChar char="▸"/>
              <a:defRPr sz="24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nos"/>
              <a:buChar char="◦"/>
              <a:defRPr sz="24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nos"/>
              <a:buChar char="●"/>
              <a:defRPr sz="18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nos"/>
              <a:buChar char="○"/>
              <a:defRPr sz="18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nos"/>
              <a:buChar char="■"/>
              <a:defRPr sz="18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nos"/>
              <a:buChar char="●"/>
              <a:defRPr sz="18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nos"/>
              <a:buChar char="○"/>
              <a:defRPr sz="18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nos"/>
              <a:buChar char="■"/>
              <a:defRPr sz="18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733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733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733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733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733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733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733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733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733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4187770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2535" y="603367"/>
            <a:ext cx="10266800" cy="7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2535" y="1647898"/>
            <a:ext cx="10266800" cy="4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848734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4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62.png"/><Relationship Id="rId4" Type="http://schemas.openxmlformats.org/officeDocument/2006/relationships/notesSlide" Target="../notesSlides/notesSlide2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62.png"/><Relationship Id="rId4" Type="http://schemas.openxmlformats.org/officeDocument/2006/relationships/notesSlide" Target="../notesSlides/notesSlide3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305;p15">
            <a:extLst>
              <a:ext uri="{FF2B5EF4-FFF2-40B4-BE49-F238E27FC236}">
                <a16:creationId xmlns:a16="http://schemas.microsoft.com/office/drawing/2014/main" id="{237C65A6-32C0-F05A-85D2-EB0D040033CC}"/>
              </a:ext>
            </a:extLst>
          </p:cNvPr>
          <p:cNvGrpSpPr/>
          <p:nvPr/>
        </p:nvGrpSpPr>
        <p:grpSpPr>
          <a:xfrm>
            <a:off x="-807602" y="1718148"/>
            <a:ext cx="7418476" cy="6017532"/>
            <a:chOff x="2369625" y="1475395"/>
            <a:chExt cx="3305725" cy="2681455"/>
          </a:xfrm>
        </p:grpSpPr>
        <p:sp>
          <p:nvSpPr>
            <p:cNvPr id="7" name="Google Shape;306;p15">
              <a:extLst>
                <a:ext uri="{FF2B5EF4-FFF2-40B4-BE49-F238E27FC236}">
                  <a16:creationId xmlns:a16="http://schemas.microsoft.com/office/drawing/2014/main" id="{3721FF8E-A48E-4F27-194C-B6726E5EE5C6}"/>
                </a:ext>
              </a:extLst>
            </p:cNvPr>
            <p:cNvSpPr/>
            <p:nvPr/>
          </p:nvSpPr>
          <p:spPr>
            <a:xfrm>
              <a:off x="2768596" y="1475395"/>
              <a:ext cx="1870174" cy="1870174"/>
            </a:xfrm>
            <a:custGeom>
              <a:avLst/>
              <a:gdLst/>
              <a:ahLst/>
              <a:cxnLst/>
              <a:rect l="l" t="t" r="r" b="b"/>
              <a:pathLst>
                <a:path w="84844" h="84844" extrusionOk="0">
                  <a:moveTo>
                    <a:pt x="42422" y="1"/>
                  </a:moveTo>
                  <a:cubicBezTo>
                    <a:pt x="19030" y="1"/>
                    <a:pt x="1" y="18955"/>
                    <a:pt x="1" y="42422"/>
                  </a:cubicBezTo>
                  <a:cubicBezTo>
                    <a:pt x="1" y="65814"/>
                    <a:pt x="19030" y="84844"/>
                    <a:pt x="42422" y="84844"/>
                  </a:cubicBezTo>
                  <a:cubicBezTo>
                    <a:pt x="65889" y="84844"/>
                    <a:pt x="84843" y="65814"/>
                    <a:pt x="84843" y="42422"/>
                  </a:cubicBezTo>
                  <a:cubicBezTo>
                    <a:pt x="84843" y="18955"/>
                    <a:pt x="65889" y="1"/>
                    <a:pt x="42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8" name="Google Shape;307;p15">
              <a:extLst>
                <a:ext uri="{FF2B5EF4-FFF2-40B4-BE49-F238E27FC236}">
                  <a16:creationId xmlns:a16="http://schemas.microsoft.com/office/drawing/2014/main" id="{CD2F1C0B-9307-F779-5377-7D943C7E4D3F}"/>
                </a:ext>
              </a:extLst>
            </p:cNvPr>
            <p:cNvSpPr/>
            <p:nvPr/>
          </p:nvSpPr>
          <p:spPr>
            <a:xfrm>
              <a:off x="2369625" y="2914550"/>
              <a:ext cx="3305725" cy="1242300"/>
            </a:xfrm>
            <a:custGeom>
              <a:avLst/>
              <a:gdLst/>
              <a:ahLst/>
              <a:cxnLst/>
              <a:rect l="l" t="t" r="r" b="b"/>
              <a:pathLst>
                <a:path w="132229" h="49692" extrusionOk="0">
                  <a:moveTo>
                    <a:pt x="57674" y="1"/>
                  </a:moveTo>
                  <a:cubicBezTo>
                    <a:pt x="56975" y="1"/>
                    <a:pt x="56271" y="115"/>
                    <a:pt x="55584" y="351"/>
                  </a:cubicBezTo>
                  <a:cubicBezTo>
                    <a:pt x="53481" y="1051"/>
                    <a:pt x="51575" y="2863"/>
                    <a:pt x="49438" y="2863"/>
                  </a:cubicBezTo>
                  <a:cubicBezTo>
                    <a:pt x="49281" y="2863"/>
                    <a:pt x="49124" y="2853"/>
                    <a:pt x="48965" y="2833"/>
                  </a:cubicBezTo>
                  <a:cubicBezTo>
                    <a:pt x="47386" y="2607"/>
                    <a:pt x="46182" y="1404"/>
                    <a:pt x="44828" y="651"/>
                  </a:cubicBezTo>
                  <a:cubicBezTo>
                    <a:pt x="44205" y="340"/>
                    <a:pt x="43546" y="172"/>
                    <a:pt x="42876" y="172"/>
                  </a:cubicBezTo>
                  <a:cubicBezTo>
                    <a:pt x="42576" y="172"/>
                    <a:pt x="42273" y="205"/>
                    <a:pt x="41970" y="275"/>
                  </a:cubicBezTo>
                  <a:cubicBezTo>
                    <a:pt x="29033" y="15694"/>
                    <a:pt x="14968" y="30211"/>
                    <a:pt x="0" y="43675"/>
                  </a:cubicBezTo>
                  <a:cubicBezTo>
                    <a:pt x="0" y="43675"/>
                    <a:pt x="12185" y="49692"/>
                    <a:pt x="64084" y="49692"/>
                  </a:cubicBezTo>
                  <a:cubicBezTo>
                    <a:pt x="115982" y="49692"/>
                    <a:pt x="132228" y="43675"/>
                    <a:pt x="132228" y="43675"/>
                  </a:cubicBezTo>
                  <a:cubicBezTo>
                    <a:pt x="118238" y="31038"/>
                    <a:pt x="105076" y="17575"/>
                    <a:pt x="92816" y="3284"/>
                  </a:cubicBezTo>
                  <a:cubicBezTo>
                    <a:pt x="91235" y="3788"/>
                    <a:pt x="89595" y="4037"/>
                    <a:pt x="87961" y="4037"/>
                  </a:cubicBezTo>
                  <a:cubicBezTo>
                    <a:pt x="85941" y="4037"/>
                    <a:pt x="83931" y="3656"/>
                    <a:pt x="82060" y="2908"/>
                  </a:cubicBezTo>
                  <a:cubicBezTo>
                    <a:pt x="80180" y="2080"/>
                    <a:pt x="78299" y="877"/>
                    <a:pt x="76193" y="877"/>
                  </a:cubicBezTo>
                  <a:cubicBezTo>
                    <a:pt x="74162" y="877"/>
                    <a:pt x="72132" y="2306"/>
                    <a:pt x="70251" y="3359"/>
                  </a:cubicBezTo>
                  <a:cubicBezTo>
                    <a:pt x="69100" y="4004"/>
                    <a:pt x="67694" y="4508"/>
                    <a:pt x="66380" y="4508"/>
                  </a:cubicBezTo>
                  <a:cubicBezTo>
                    <a:pt x="65549" y="4508"/>
                    <a:pt x="64754" y="4306"/>
                    <a:pt x="64084" y="3810"/>
                  </a:cubicBezTo>
                  <a:cubicBezTo>
                    <a:pt x="63482" y="3284"/>
                    <a:pt x="62880" y="2682"/>
                    <a:pt x="62429" y="2005"/>
                  </a:cubicBezTo>
                  <a:cubicBezTo>
                    <a:pt x="61138" y="715"/>
                    <a:pt x="59425" y="1"/>
                    <a:pt x="576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Google Shape;308;p15">
              <a:extLst>
                <a:ext uri="{FF2B5EF4-FFF2-40B4-BE49-F238E27FC236}">
                  <a16:creationId xmlns:a16="http://schemas.microsoft.com/office/drawing/2014/main" id="{07EA3336-5C58-4427-489E-269CF007D738}"/>
                </a:ext>
              </a:extLst>
            </p:cNvPr>
            <p:cNvSpPr/>
            <p:nvPr/>
          </p:nvSpPr>
          <p:spPr>
            <a:xfrm>
              <a:off x="3420750" y="2304650"/>
              <a:ext cx="1269275" cy="722600"/>
            </a:xfrm>
            <a:custGeom>
              <a:avLst/>
              <a:gdLst/>
              <a:ahLst/>
              <a:cxnLst/>
              <a:rect l="l" t="t" r="r" b="b"/>
              <a:pathLst>
                <a:path w="50771" h="28904" extrusionOk="0">
                  <a:moveTo>
                    <a:pt x="28056" y="1"/>
                  </a:moveTo>
                  <a:cubicBezTo>
                    <a:pt x="27228" y="151"/>
                    <a:pt x="26476" y="452"/>
                    <a:pt x="25874" y="903"/>
                  </a:cubicBezTo>
                  <a:cubicBezTo>
                    <a:pt x="25198" y="1355"/>
                    <a:pt x="24445" y="1731"/>
                    <a:pt x="23693" y="1956"/>
                  </a:cubicBezTo>
                  <a:cubicBezTo>
                    <a:pt x="23443" y="2006"/>
                    <a:pt x="23192" y="2032"/>
                    <a:pt x="22944" y="2032"/>
                  </a:cubicBezTo>
                  <a:cubicBezTo>
                    <a:pt x="22448" y="2032"/>
                    <a:pt x="21963" y="1931"/>
                    <a:pt x="21512" y="1731"/>
                  </a:cubicBezTo>
                  <a:cubicBezTo>
                    <a:pt x="20986" y="1355"/>
                    <a:pt x="20384" y="1054"/>
                    <a:pt x="19782" y="753"/>
                  </a:cubicBezTo>
                  <a:cubicBezTo>
                    <a:pt x="19571" y="695"/>
                    <a:pt x="19354" y="667"/>
                    <a:pt x="19140" y="667"/>
                  </a:cubicBezTo>
                  <a:cubicBezTo>
                    <a:pt x="18513" y="667"/>
                    <a:pt x="17898" y="907"/>
                    <a:pt x="17450" y="1355"/>
                  </a:cubicBezTo>
                  <a:cubicBezTo>
                    <a:pt x="12110" y="9478"/>
                    <a:pt x="6319" y="17300"/>
                    <a:pt x="0" y="24747"/>
                  </a:cubicBezTo>
                  <a:cubicBezTo>
                    <a:pt x="290" y="24674"/>
                    <a:pt x="587" y="24641"/>
                    <a:pt x="884" y="24641"/>
                  </a:cubicBezTo>
                  <a:cubicBezTo>
                    <a:pt x="1514" y="24641"/>
                    <a:pt x="2146" y="24792"/>
                    <a:pt x="2708" y="25047"/>
                  </a:cubicBezTo>
                  <a:cubicBezTo>
                    <a:pt x="4137" y="25800"/>
                    <a:pt x="5341" y="26928"/>
                    <a:pt x="6845" y="27229"/>
                  </a:cubicBezTo>
                  <a:cubicBezTo>
                    <a:pt x="7009" y="27249"/>
                    <a:pt x="7171" y="27259"/>
                    <a:pt x="7331" y="27259"/>
                  </a:cubicBezTo>
                  <a:cubicBezTo>
                    <a:pt x="9520" y="27259"/>
                    <a:pt x="11366" y="25447"/>
                    <a:pt x="13539" y="24747"/>
                  </a:cubicBezTo>
                  <a:cubicBezTo>
                    <a:pt x="14226" y="24511"/>
                    <a:pt x="14930" y="24397"/>
                    <a:pt x="15629" y="24397"/>
                  </a:cubicBezTo>
                  <a:cubicBezTo>
                    <a:pt x="17380" y="24397"/>
                    <a:pt x="19093" y="25111"/>
                    <a:pt x="20384" y="26401"/>
                  </a:cubicBezTo>
                  <a:cubicBezTo>
                    <a:pt x="20835" y="27078"/>
                    <a:pt x="21437" y="27680"/>
                    <a:pt x="22039" y="28206"/>
                  </a:cubicBezTo>
                  <a:cubicBezTo>
                    <a:pt x="22738" y="28702"/>
                    <a:pt x="23540" y="28904"/>
                    <a:pt x="24373" y="28904"/>
                  </a:cubicBezTo>
                  <a:cubicBezTo>
                    <a:pt x="25689" y="28904"/>
                    <a:pt x="27084" y="28400"/>
                    <a:pt x="28281" y="27755"/>
                  </a:cubicBezTo>
                  <a:cubicBezTo>
                    <a:pt x="30162" y="26702"/>
                    <a:pt x="32042" y="25348"/>
                    <a:pt x="34223" y="25273"/>
                  </a:cubicBezTo>
                  <a:cubicBezTo>
                    <a:pt x="36405" y="25273"/>
                    <a:pt x="38135" y="26476"/>
                    <a:pt x="40090" y="27304"/>
                  </a:cubicBezTo>
                  <a:cubicBezTo>
                    <a:pt x="41962" y="28052"/>
                    <a:pt x="43971" y="28433"/>
                    <a:pt x="45979" y="28433"/>
                  </a:cubicBezTo>
                  <a:cubicBezTo>
                    <a:pt x="47602" y="28433"/>
                    <a:pt x="49224" y="28184"/>
                    <a:pt x="50771" y="27680"/>
                  </a:cubicBezTo>
                  <a:cubicBezTo>
                    <a:pt x="43550" y="19331"/>
                    <a:pt x="36931" y="10531"/>
                    <a:pt x="30839" y="1355"/>
                  </a:cubicBezTo>
                  <a:cubicBezTo>
                    <a:pt x="30162" y="527"/>
                    <a:pt x="29109" y="1"/>
                    <a:pt x="280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0" name="Google Shape;312;p15">
            <a:extLst>
              <a:ext uri="{FF2B5EF4-FFF2-40B4-BE49-F238E27FC236}">
                <a16:creationId xmlns:a16="http://schemas.microsoft.com/office/drawing/2014/main" id="{94DC0125-C688-1288-647D-2EEAF57FF802}"/>
              </a:ext>
            </a:extLst>
          </p:cNvPr>
          <p:cNvGrpSpPr/>
          <p:nvPr/>
        </p:nvGrpSpPr>
        <p:grpSpPr>
          <a:xfrm rot="-9357515" flipH="1">
            <a:off x="420523" y="-763015"/>
            <a:ext cx="3092489" cy="3669078"/>
            <a:chOff x="-2116240" y="1240210"/>
            <a:chExt cx="1286485" cy="1526349"/>
          </a:xfrm>
        </p:grpSpPr>
        <p:sp>
          <p:nvSpPr>
            <p:cNvPr id="11" name="Google Shape;313;p15">
              <a:extLst>
                <a:ext uri="{FF2B5EF4-FFF2-40B4-BE49-F238E27FC236}">
                  <a16:creationId xmlns:a16="http://schemas.microsoft.com/office/drawing/2014/main" id="{FBB12491-684C-3E76-C922-4188369A98C5}"/>
                </a:ext>
              </a:extLst>
            </p:cNvPr>
            <p:cNvSpPr/>
            <p:nvPr/>
          </p:nvSpPr>
          <p:spPr>
            <a:xfrm flipH="1">
              <a:off x="-2116240" y="1240210"/>
              <a:ext cx="1041190" cy="1039342"/>
            </a:xfrm>
            <a:custGeom>
              <a:avLst/>
              <a:gdLst/>
              <a:ahLst/>
              <a:cxnLst/>
              <a:rect l="l" t="t" r="r" b="b"/>
              <a:pathLst>
                <a:path w="55783" h="55684" extrusionOk="0">
                  <a:moveTo>
                    <a:pt x="44895" y="13472"/>
                  </a:moveTo>
                  <a:cubicBezTo>
                    <a:pt x="44431" y="14142"/>
                    <a:pt x="43812" y="14761"/>
                    <a:pt x="43141" y="15329"/>
                  </a:cubicBezTo>
                  <a:cubicBezTo>
                    <a:pt x="42367" y="15999"/>
                    <a:pt x="41490" y="16618"/>
                    <a:pt x="40716" y="17392"/>
                  </a:cubicBezTo>
                  <a:cubicBezTo>
                    <a:pt x="40613" y="17495"/>
                    <a:pt x="40510" y="17650"/>
                    <a:pt x="40407" y="17753"/>
                  </a:cubicBezTo>
                  <a:cubicBezTo>
                    <a:pt x="40458" y="17650"/>
                    <a:pt x="40510" y="17599"/>
                    <a:pt x="40562" y="17495"/>
                  </a:cubicBezTo>
                  <a:cubicBezTo>
                    <a:pt x="41490" y="15948"/>
                    <a:pt x="43038" y="15019"/>
                    <a:pt x="44379" y="13884"/>
                  </a:cubicBezTo>
                  <a:cubicBezTo>
                    <a:pt x="44534" y="13729"/>
                    <a:pt x="44689" y="13626"/>
                    <a:pt x="44895" y="13472"/>
                  </a:cubicBezTo>
                  <a:close/>
                  <a:moveTo>
                    <a:pt x="53409" y="1"/>
                  </a:moveTo>
                  <a:cubicBezTo>
                    <a:pt x="53358" y="1"/>
                    <a:pt x="53305" y="3"/>
                    <a:pt x="53252" y="7"/>
                  </a:cubicBezTo>
                  <a:cubicBezTo>
                    <a:pt x="50518" y="678"/>
                    <a:pt x="47887" y="1194"/>
                    <a:pt x="45669" y="2999"/>
                  </a:cubicBezTo>
                  <a:cubicBezTo>
                    <a:pt x="44689" y="3618"/>
                    <a:pt x="44121" y="4702"/>
                    <a:pt x="44121" y="5837"/>
                  </a:cubicBezTo>
                  <a:cubicBezTo>
                    <a:pt x="44173" y="6352"/>
                    <a:pt x="44276" y="6817"/>
                    <a:pt x="44431" y="7281"/>
                  </a:cubicBezTo>
                  <a:cubicBezTo>
                    <a:pt x="44431" y="7900"/>
                    <a:pt x="44585" y="8468"/>
                    <a:pt x="44740" y="9035"/>
                  </a:cubicBezTo>
                  <a:cubicBezTo>
                    <a:pt x="44843" y="9345"/>
                    <a:pt x="45101" y="9654"/>
                    <a:pt x="45256" y="10067"/>
                  </a:cubicBezTo>
                  <a:lnTo>
                    <a:pt x="45256" y="10583"/>
                  </a:lnTo>
                  <a:cubicBezTo>
                    <a:pt x="45256" y="10686"/>
                    <a:pt x="45204" y="10789"/>
                    <a:pt x="45101" y="10892"/>
                  </a:cubicBezTo>
                  <a:cubicBezTo>
                    <a:pt x="44740" y="11356"/>
                    <a:pt x="44276" y="11769"/>
                    <a:pt x="43812" y="12130"/>
                  </a:cubicBezTo>
                  <a:cubicBezTo>
                    <a:pt x="43691" y="12122"/>
                    <a:pt x="43571" y="12117"/>
                    <a:pt x="43451" y="12117"/>
                  </a:cubicBezTo>
                  <a:cubicBezTo>
                    <a:pt x="42850" y="12117"/>
                    <a:pt x="42255" y="12225"/>
                    <a:pt x="41696" y="12440"/>
                  </a:cubicBezTo>
                  <a:cubicBezTo>
                    <a:pt x="40768" y="12904"/>
                    <a:pt x="40923" y="13626"/>
                    <a:pt x="40510" y="14400"/>
                  </a:cubicBezTo>
                  <a:cubicBezTo>
                    <a:pt x="39788" y="15638"/>
                    <a:pt x="38498" y="16670"/>
                    <a:pt x="37518" y="17702"/>
                  </a:cubicBezTo>
                  <a:cubicBezTo>
                    <a:pt x="37260" y="17960"/>
                    <a:pt x="37208" y="18372"/>
                    <a:pt x="37311" y="18682"/>
                  </a:cubicBezTo>
                  <a:cubicBezTo>
                    <a:pt x="37002" y="19095"/>
                    <a:pt x="36641" y="19456"/>
                    <a:pt x="36228" y="19765"/>
                  </a:cubicBezTo>
                  <a:cubicBezTo>
                    <a:pt x="35857" y="20044"/>
                    <a:pt x="35374" y="20100"/>
                    <a:pt x="34869" y="20100"/>
                  </a:cubicBezTo>
                  <a:cubicBezTo>
                    <a:pt x="34532" y="20100"/>
                    <a:pt x="34185" y="20075"/>
                    <a:pt x="33855" y="20075"/>
                  </a:cubicBezTo>
                  <a:lnTo>
                    <a:pt x="31379" y="20075"/>
                  </a:lnTo>
                  <a:cubicBezTo>
                    <a:pt x="31021" y="20096"/>
                    <a:pt x="30663" y="20106"/>
                    <a:pt x="30305" y="20106"/>
                  </a:cubicBezTo>
                  <a:cubicBezTo>
                    <a:pt x="28913" y="20106"/>
                    <a:pt x="27534" y="19949"/>
                    <a:pt x="26220" y="19662"/>
                  </a:cubicBezTo>
                  <a:cubicBezTo>
                    <a:pt x="25395" y="19404"/>
                    <a:pt x="24930" y="18785"/>
                    <a:pt x="24311" y="18321"/>
                  </a:cubicBezTo>
                  <a:cubicBezTo>
                    <a:pt x="23795" y="17960"/>
                    <a:pt x="23280" y="17650"/>
                    <a:pt x="22661" y="17392"/>
                  </a:cubicBezTo>
                  <a:cubicBezTo>
                    <a:pt x="22230" y="17220"/>
                    <a:pt x="21772" y="17138"/>
                    <a:pt x="21310" y="17138"/>
                  </a:cubicBezTo>
                  <a:cubicBezTo>
                    <a:pt x="20665" y="17138"/>
                    <a:pt x="20012" y="17298"/>
                    <a:pt x="19411" y="17599"/>
                  </a:cubicBezTo>
                  <a:cubicBezTo>
                    <a:pt x="18637" y="18011"/>
                    <a:pt x="17811" y="18269"/>
                    <a:pt x="16986" y="18476"/>
                  </a:cubicBezTo>
                  <a:cubicBezTo>
                    <a:pt x="16738" y="18519"/>
                    <a:pt x="16494" y="18534"/>
                    <a:pt x="16253" y="18534"/>
                  </a:cubicBezTo>
                  <a:cubicBezTo>
                    <a:pt x="15741" y="18534"/>
                    <a:pt x="15242" y="18467"/>
                    <a:pt x="14746" y="18467"/>
                  </a:cubicBezTo>
                  <a:cubicBezTo>
                    <a:pt x="14650" y="18467"/>
                    <a:pt x="14554" y="18470"/>
                    <a:pt x="14458" y="18476"/>
                  </a:cubicBezTo>
                  <a:cubicBezTo>
                    <a:pt x="13375" y="18579"/>
                    <a:pt x="12910" y="19198"/>
                    <a:pt x="12291" y="19972"/>
                  </a:cubicBezTo>
                  <a:cubicBezTo>
                    <a:pt x="12217" y="20083"/>
                    <a:pt x="12303" y="20168"/>
                    <a:pt x="12396" y="20168"/>
                  </a:cubicBezTo>
                  <a:cubicBezTo>
                    <a:pt x="12432" y="20168"/>
                    <a:pt x="12469" y="20155"/>
                    <a:pt x="12498" y="20126"/>
                  </a:cubicBezTo>
                  <a:cubicBezTo>
                    <a:pt x="13117" y="19456"/>
                    <a:pt x="13942" y="19043"/>
                    <a:pt x="14871" y="18940"/>
                  </a:cubicBezTo>
                  <a:cubicBezTo>
                    <a:pt x="15352" y="18940"/>
                    <a:pt x="15834" y="19009"/>
                    <a:pt x="16315" y="19009"/>
                  </a:cubicBezTo>
                  <a:cubicBezTo>
                    <a:pt x="16556" y="19009"/>
                    <a:pt x="16797" y="18991"/>
                    <a:pt x="17037" y="18940"/>
                  </a:cubicBezTo>
                  <a:cubicBezTo>
                    <a:pt x="18172" y="18785"/>
                    <a:pt x="19101" y="18114"/>
                    <a:pt x="20184" y="17805"/>
                  </a:cubicBezTo>
                  <a:cubicBezTo>
                    <a:pt x="20503" y="17717"/>
                    <a:pt x="20803" y="17678"/>
                    <a:pt x="21088" y="17678"/>
                  </a:cubicBezTo>
                  <a:cubicBezTo>
                    <a:pt x="22648" y="17678"/>
                    <a:pt x="23745" y="18865"/>
                    <a:pt x="24879" y="19868"/>
                  </a:cubicBezTo>
                  <a:cubicBezTo>
                    <a:pt x="25704" y="20591"/>
                    <a:pt x="26788" y="20694"/>
                    <a:pt x="27768" y="21003"/>
                  </a:cubicBezTo>
                  <a:cubicBezTo>
                    <a:pt x="29212" y="21364"/>
                    <a:pt x="30657" y="21571"/>
                    <a:pt x="32101" y="21571"/>
                  </a:cubicBezTo>
                  <a:cubicBezTo>
                    <a:pt x="32844" y="21571"/>
                    <a:pt x="33717" y="21682"/>
                    <a:pt x="34553" y="21682"/>
                  </a:cubicBezTo>
                  <a:cubicBezTo>
                    <a:pt x="35110" y="21682"/>
                    <a:pt x="35650" y="21633"/>
                    <a:pt x="36125" y="21468"/>
                  </a:cubicBezTo>
                  <a:cubicBezTo>
                    <a:pt x="36899" y="21158"/>
                    <a:pt x="37518" y="20591"/>
                    <a:pt x="37931" y="19868"/>
                  </a:cubicBezTo>
                  <a:lnTo>
                    <a:pt x="37931" y="19868"/>
                  </a:lnTo>
                  <a:cubicBezTo>
                    <a:pt x="37879" y="20023"/>
                    <a:pt x="37827" y="20230"/>
                    <a:pt x="37776" y="20384"/>
                  </a:cubicBezTo>
                  <a:cubicBezTo>
                    <a:pt x="37724" y="20591"/>
                    <a:pt x="37673" y="20797"/>
                    <a:pt x="37621" y="21003"/>
                  </a:cubicBezTo>
                  <a:cubicBezTo>
                    <a:pt x="37311" y="21313"/>
                    <a:pt x="37054" y="21726"/>
                    <a:pt x="36899" y="22138"/>
                  </a:cubicBezTo>
                  <a:cubicBezTo>
                    <a:pt x="36641" y="23015"/>
                    <a:pt x="36899" y="24150"/>
                    <a:pt x="36950" y="25079"/>
                  </a:cubicBezTo>
                  <a:cubicBezTo>
                    <a:pt x="37054" y="26317"/>
                    <a:pt x="37002" y="27555"/>
                    <a:pt x="37054" y="28793"/>
                  </a:cubicBezTo>
                  <a:cubicBezTo>
                    <a:pt x="37157" y="29309"/>
                    <a:pt x="37208" y="29773"/>
                    <a:pt x="37157" y="30289"/>
                  </a:cubicBezTo>
                  <a:cubicBezTo>
                    <a:pt x="37054" y="30960"/>
                    <a:pt x="36538" y="31063"/>
                    <a:pt x="36073" y="31115"/>
                  </a:cubicBezTo>
                  <a:cubicBezTo>
                    <a:pt x="36189" y="30999"/>
                    <a:pt x="36335" y="30940"/>
                    <a:pt x="36487" y="30940"/>
                  </a:cubicBezTo>
                  <a:cubicBezTo>
                    <a:pt x="36538" y="30940"/>
                    <a:pt x="36589" y="30947"/>
                    <a:pt x="36641" y="30960"/>
                  </a:cubicBezTo>
                  <a:cubicBezTo>
                    <a:pt x="36692" y="30960"/>
                    <a:pt x="36744" y="30857"/>
                    <a:pt x="36641" y="30857"/>
                  </a:cubicBezTo>
                  <a:cubicBezTo>
                    <a:pt x="36529" y="30825"/>
                    <a:pt x="36457" y="30813"/>
                    <a:pt x="36401" y="30813"/>
                  </a:cubicBezTo>
                  <a:cubicBezTo>
                    <a:pt x="36277" y="30813"/>
                    <a:pt x="36235" y="30873"/>
                    <a:pt x="36022" y="30908"/>
                  </a:cubicBezTo>
                  <a:cubicBezTo>
                    <a:pt x="35454" y="31063"/>
                    <a:pt x="34887" y="31115"/>
                    <a:pt x="34319" y="31269"/>
                  </a:cubicBezTo>
                  <a:cubicBezTo>
                    <a:pt x="33236" y="31630"/>
                    <a:pt x="32204" y="32095"/>
                    <a:pt x="31224" y="32714"/>
                  </a:cubicBezTo>
                  <a:lnTo>
                    <a:pt x="30966" y="32869"/>
                  </a:lnTo>
                  <a:cubicBezTo>
                    <a:pt x="30502" y="33178"/>
                    <a:pt x="29986" y="33539"/>
                    <a:pt x="29573" y="33952"/>
                  </a:cubicBezTo>
                  <a:cubicBezTo>
                    <a:pt x="29264" y="34158"/>
                    <a:pt x="29006" y="34365"/>
                    <a:pt x="28748" y="34623"/>
                  </a:cubicBezTo>
                  <a:cubicBezTo>
                    <a:pt x="28387" y="35035"/>
                    <a:pt x="27974" y="35448"/>
                    <a:pt x="27561" y="35861"/>
                  </a:cubicBezTo>
                  <a:cubicBezTo>
                    <a:pt x="27065" y="36134"/>
                    <a:pt x="26413" y="36216"/>
                    <a:pt x="25744" y="36216"/>
                  </a:cubicBezTo>
                  <a:cubicBezTo>
                    <a:pt x="25022" y="36216"/>
                    <a:pt x="24281" y="36121"/>
                    <a:pt x="23692" y="36067"/>
                  </a:cubicBezTo>
                  <a:cubicBezTo>
                    <a:pt x="22506" y="35912"/>
                    <a:pt x="21422" y="35448"/>
                    <a:pt x="20288" y="35293"/>
                  </a:cubicBezTo>
                  <a:cubicBezTo>
                    <a:pt x="20056" y="35272"/>
                    <a:pt x="19824" y="35262"/>
                    <a:pt x="19592" y="35262"/>
                  </a:cubicBezTo>
                  <a:cubicBezTo>
                    <a:pt x="18689" y="35262"/>
                    <a:pt x="17786" y="35419"/>
                    <a:pt x="16883" y="35706"/>
                  </a:cubicBezTo>
                  <a:cubicBezTo>
                    <a:pt x="15954" y="35912"/>
                    <a:pt x="14974" y="36222"/>
                    <a:pt x="14045" y="36583"/>
                  </a:cubicBezTo>
                  <a:cubicBezTo>
                    <a:pt x="12962" y="37099"/>
                    <a:pt x="12291" y="38027"/>
                    <a:pt x="11363" y="38698"/>
                  </a:cubicBezTo>
                  <a:cubicBezTo>
                    <a:pt x="10383" y="39369"/>
                    <a:pt x="9248" y="39575"/>
                    <a:pt x="8474" y="40452"/>
                  </a:cubicBezTo>
                  <a:cubicBezTo>
                    <a:pt x="8164" y="40813"/>
                    <a:pt x="7855" y="41277"/>
                    <a:pt x="7649" y="41742"/>
                  </a:cubicBezTo>
                  <a:cubicBezTo>
                    <a:pt x="7236" y="42516"/>
                    <a:pt x="6462" y="43135"/>
                    <a:pt x="5585" y="43393"/>
                  </a:cubicBezTo>
                  <a:cubicBezTo>
                    <a:pt x="4450" y="43805"/>
                    <a:pt x="3728" y="44631"/>
                    <a:pt x="2696" y="45250"/>
                  </a:cubicBezTo>
                  <a:cubicBezTo>
                    <a:pt x="1871" y="45714"/>
                    <a:pt x="787" y="45559"/>
                    <a:pt x="117" y="46333"/>
                  </a:cubicBezTo>
                  <a:cubicBezTo>
                    <a:pt x="1" y="46449"/>
                    <a:pt x="88" y="46594"/>
                    <a:pt x="204" y="46594"/>
                  </a:cubicBezTo>
                  <a:cubicBezTo>
                    <a:pt x="242" y="46594"/>
                    <a:pt x="284" y="46578"/>
                    <a:pt x="323" y="46539"/>
                  </a:cubicBezTo>
                  <a:cubicBezTo>
                    <a:pt x="1045" y="45920"/>
                    <a:pt x="2232" y="46075"/>
                    <a:pt x="3057" y="45508"/>
                  </a:cubicBezTo>
                  <a:cubicBezTo>
                    <a:pt x="3573" y="45198"/>
                    <a:pt x="3986" y="44785"/>
                    <a:pt x="4502" y="44476"/>
                  </a:cubicBezTo>
                  <a:cubicBezTo>
                    <a:pt x="5121" y="44115"/>
                    <a:pt x="5791" y="43805"/>
                    <a:pt x="6462" y="43599"/>
                  </a:cubicBezTo>
                  <a:cubicBezTo>
                    <a:pt x="7184" y="43289"/>
                    <a:pt x="7752" y="42722"/>
                    <a:pt x="8113" y="42000"/>
                  </a:cubicBezTo>
                  <a:cubicBezTo>
                    <a:pt x="8835" y="40555"/>
                    <a:pt x="9815" y="40194"/>
                    <a:pt x="11105" y="39472"/>
                  </a:cubicBezTo>
                  <a:cubicBezTo>
                    <a:pt x="12137" y="38956"/>
                    <a:pt x="12807" y="37924"/>
                    <a:pt x="13787" y="37357"/>
                  </a:cubicBezTo>
                  <a:cubicBezTo>
                    <a:pt x="15026" y="36738"/>
                    <a:pt x="16367" y="36325"/>
                    <a:pt x="17708" y="36067"/>
                  </a:cubicBezTo>
                  <a:cubicBezTo>
                    <a:pt x="18205" y="35948"/>
                    <a:pt x="18703" y="35899"/>
                    <a:pt x="19200" y="35899"/>
                  </a:cubicBezTo>
                  <a:cubicBezTo>
                    <a:pt x="21284" y="35899"/>
                    <a:pt x="23374" y="36748"/>
                    <a:pt x="25498" y="36789"/>
                  </a:cubicBezTo>
                  <a:cubicBezTo>
                    <a:pt x="25608" y="36798"/>
                    <a:pt x="25717" y="36803"/>
                    <a:pt x="25827" y="36803"/>
                  </a:cubicBezTo>
                  <a:cubicBezTo>
                    <a:pt x="26336" y="36803"/>
                    <a:pt x="26846" y="36710"/>
                    <a:pt x="27355" y="36583"/>
                  </a:cubicBezTo>
                  <a:lnTo>
                    <a:pt x="27355" y="36583"/>
                  </a:lnTo>
                  <a:cubicBezTo>
                    <a:pt x="27046" y="37047"/>
                    <a:pt x="26788" y="37511"/>
                    <a:pt x="26633" y="38027"/>
                  </a:cubicBezTo>
                  <a:cubicBezTo>
                    <a:pt x="26426" y="38595"/>
                    <a:pt x="26323" y="39265"/>
                    <a:pt x="26426" y="39885"/>
                  </a:cubicBezTo>
                  <a:cubicBezTo>
                    <a:pt x="26426" y="40555"/>
                    <a:pt x="26323" y="41226"/>
                    <a:pt x="26220" y="41845"/>
                  </a:cubicBezTo>
                  <a:cubicBezTo>
                    <a:pt x="25962" y="42928"/>
                    <a:pt x="26117" y="45095"/>
                    <a:pt x="25085" y="45508"/>
                  </a:cubicBezTo>
                  <a:cubicBezTo>
                    <a:pt x="24569" y="45766"/>
                    <a:pt x="24053" y="45869"/>
                    <a:pt x="23538" y="46075"/>
                  </a:cubicBezTo>
                  <a:cubicBezTo>
                    <a:pt x="23022" y="46281"/>
                    <a:pt x="22609" y="46281"/>
                    <a:pt x="22145" y="46436"/>
                  </a:cubicBezTo>
                  <a:cubicBezTo>
                    <a:pt x="21165" y="46694"/>
                    <a:pt x="20855" y="47829"/>
                    <a:pt x="20184" y="48448"/>
                  </a:cubicBezTo>
                  <a:cubicBezTo>
                    <a:pt x="20105" y="48527"/>
                    <a:pt x="20178" y="48637"/>
                    <a:pt x="20263" y="48637"/>
                  </a:cubicBezTo>
                  <a:cubicBezTo>
                    <a:pt x="20288" y="48637"/>
                    <a:pt x="20315" y="48627"/>
                    <a:pt x="20339" y="48603"/>
                  </a:cubicBezTo>
                  <a:cubicBezTo>
                    <a:pt x="20649" y="48293"/>
                    <a:pt x="20958" y="47932"/>
                    <a:pt x="21165" y="47571"/>
                  </a:cubicBezTo>
                  <a:cubicBezTo>
                    <a:pt x="21371" y="47262"/>
                    <a:pt x="21629" y="46952"/>
                    <a:pt x="21990" y="46746"/>
                  </a:cubicBezTo>
                  <a:cubicBezTo>
                    <a:pt x="22145" y="46694"/>
                    <a:pt x="22351" y="46643"/>
                    <a:pt x="22557" y="46643"/>
                  </a:cubicBezTo>
                  <a:cubicBezTo>
                    <a:pt x="23589" y="46385"/>
                    <a:pt x="24518" y="45766"/>
                    <a:pt x="25653" y="45714"/>
                  </a:cubicBezTo>
                  <a:cubicBezTo>
                    <a:pt x="25704" y="45714"/>
                    <a:pt x="25756" y="45662"/>
                    <a:pt x="25807" y="45559"/>
                  </a:cubicBezTo>
                  <a:cubicBezTo>
                    <a:pt x="26065" y="44012"/>
                    <a:pt x="26530" y="42464"/>
                    <a:pt x="26736" y="40865"/>
                  </a:cubicBezTo>
                  <a:cubicBezTo>
                    <a:pt x="26839" y="39936"/>
                    <a:pt x="26633" y="39059"/>
                    <a:pt x="26994" y="38131"/>
                  </a:cubicBezTo>
                  <a:cubicBezTo>
                    <a:pt x="27252" y="37408"/>
                    <a:pt x="27665" y="36738"/>
                    <a:pt x="28129" y="36119"/>
                  </a:cubicBezTo>
                  <a:cubicBezTo>
                    <a:pt x="28800" y="35551"/>
                    <a:pt x="29419" y="34829"/>
                    <a:pt x="30089" y="34313"/>
                  </a:cubicBezTo>
                  <a:cubicBezTo>
                    <a:pt x="30502" y="33849"/>
                    <a:pt x="31018" y="33488"/>
                    <a:pt x="31534" y="33127"/>
                  </a:cubicBezTo>
                  <a:cubicBezTo>
                    <a:pt x="32101" y="32869"/>
                    <a:pt x="32669" y="32662"/>
                    <a:pt x="33288" y="32456"/>
                  </a:cubicBezTo>
                  <a:cubicBezTo>
                    <a:pt x="33855" y="32198"/>
                    <a:pt x="34371" y="31992"/>
                    <a:pt x="34938" y="31837"/>
                  </a:cubicBezTo>
                  <a:cubicBezTo>
                    <a:pt x="35506" y="31734"/>
                    <a:pt x="36073" y="31682"/>
                    <a:pt x="36641" y="31682"/>
                  </a:cubicBezTo>
                  <a:cubicBezTo>
                    <a:pt x="38498" y="31373"/>
                    <a:pt x="37827" y="28690"/>
                    <a:pt x="37879" y="27349"/>
                  </a:cubicBezTo>
                  <a:lnTo>
                    <a:pt x="37879" y="24047"/>
                  </a:lnTo>
                  <a:cubicBezTo>
                    <a:pt x="37879" y="22603"/>
                    <a:pt x="38704" y="22087"/>
                    <a:pt x="39581" y="21003"/>
                  </a:cubicBezTo>
                  <a:cubicBezTo>
                    <a:pt x="40407" y="19972"/>
                    <a:pt x="41181" y="18579"/>
                    <a:pt x="42264" y="17547"/>
                  </a:cubicBezTo>
                  <a:lnTo>
                    <a:pt x="42677" y="17237"/>
                  </a:lnTo>
                  <a:lnTo>
                    <a:pt x="42677" y="17237"/>
                  </a:lnTo>
                  <a:cubicBezTo>
                    <a:pt x="42264" y="17908"/>
                    <a:pt x="41851" y="18630"/>
                    <a:pt x="41542" y="19404"/>
                  </a:cubicBezTo>
                  <a:cubicBezTo>
                    <a:pt x="41232" y="20281"/>
                    <a:pt x="41696" y="20952"/>
                    <a:pt x="41851" y="21829"/>
                  </a:cubicBezTo>
                  <a:cubicBezTo>
                    <a:pt x="42058" y="23428"/>
                    <a:pt x="42728" y="24924"/>
                    <a:pt x="43812" y="26111"/>
                  </a:cubicBezTo>
                  <a:cubicBezTo>
                    <a:pt x="44018" y="26265"/>
                    <a:pt x="44224" y="26472"/>
                    <a:pt x="44379" y="26626"/>
                  </a:cubicBezTo>
                  <a:cubicBezTo>
                    <a:pt x="44740" y="27245"/>
                    <a:pt x="44843" y="27916"/>
                    <a:pt x="44689" y="28587"/>
                  </a:cubicBezTo>
                  <a:cubicBezTo>
                    <a:pt x="44482" y="29670"/>
                    <a:pt x="44327" y="30753"/>
                    <a:pt x="44224" y="31837"/>
                  </a:cubicBezTo>
                  <a:cubicBezTo>
                    <a:pt x="44173" y="34158"/>
                    <a:pt x="44276" y="36531"/>
                    <a:pt x="44276" y="38904"/>
                  </a:cubicBezTo>
                  <a:cubicBezTo>
                    <a:pt x="44276" y="39988"/>
                    <a:pt x="44327" y="41071"/>
                    <a:pt x="44276" y="42103"/>
                  </a:cubicBezTo>
                  <a:cubicBezTo>
                    <a:pt x="44276" y="43547"/>
                    <a:pt x="43244" y="44373"/>
                    <a:pt x="42006" y="44837"/>
                  </a:cubicBezTo>
                  <a:cubicBezTo>
                    <a:pt x="40974" y="45250"/>
                    <a:pt x="39994" y="45456"/>
                    <a:pt x="39117" y="45920"/>
                  </a:cubicBezTo>
                  <a:cubicBezTo>
                    <a:pt x="39091" y="45895"/>
                    <a:pt x="39065" y="45882"/>
                    <a:pt x="39040" y="45882"/>
                  </a:cubicBezTo>
                  <a:cubicBezTo>
                    <a:pt x="39014" y="45882"/>
                    <a:pt x="38988" y="45895"/>
                    <a:pt x="38962" y="45920"/>
                  </a:cubicBezTo>
                  <a:lnTo>
                    <a:pt x="38911" y="46023"/>
                  </a:lnTo>
                  <a:cubicBezTo>
                    <a:pt x="38601" y="46178"/>
                    <a:pt x="38292" y="46385"/>
                    <a:pt x="37982" y="46591"/>
                  </a:cubicBezTo>
                  <a:cubicBezTo>
                    <a:pt x="36641" y="47726"/>
                    <a:pt x="35506" y="49377"/>
                    <a:pt x="33700" y="49841"/>
                  </a:cubicBezTo>
                  <a:cubicBezTo>
                    <a:pt x="32720" y="50099"/>
                    <a:pt x="32204" y="50047"/>
                    <a:pt x="31430" y="50666"/>
                  </a:cubicBezTo>
                  <a:cubicBezTo>
                    <a:pt x="30605" y="51337"/>
                    <a:pt x="29780" y="51905"/>
                    <a:pt x="28954" y="52472"/>
                  </a:cubicBezTo>
                  <a:cubicBezTo>
                    <a:pt x="27871" y="53194"/>
                    <a:pt x="26530" y="54123"/>
                    <a:pt x="26375" y="55567"/>
                  </a:cubicBezTo>
                  <a:cubicBezTo>
                    <a:pt x="26375" y="55645"/>
                    <a:pt x="26439" y="55683"/>
                    <a:pt x="26510" y="55683"/>
                  </a:cubicBezTo>
                  <a:cubicBezTo>
                    <a:pt x="26581" y="55683"/>
                    <a:pt x="26659" y="55645"/>
                    <a:pt x="26684" y="55567"/>
                  </a:cubicBezTo>
                  <a:cubicBezTo>
                    <a:pt x="26891" y="53658"/>
                    <a:pt x="29212" y="52833"/>
                    <a:pt x="30553" y="51853"/>
                  </a:cubicBezTo>
                  <a:cubicBezTo>
                    <a:pt x="31430" y="51182"/>
                    <a:pt x="32050" y="50563"/>
                    <a:pt x="33184" y="50254"/>
                  </a:cubicBezTo>
                  <a:cubicBezTo>
                    <a:pt x="33958" y="50099"/>
                    <a:pt x="34732" y="49841"/>
                    <a:pt x="35403" y="49377"/>
                  </a:cubicBezTo>
                  <a:cubicBezTo>
                    <a:pt x="36434" y="48654"/>
                    <a:pt x="37311" y="47623"/>
                    <a:pt x="38343" y="46797"/>
                  </a:cubicBezTo>
                  <a:lnTo>
                    <a:pt x="38343" y="46797"/>
                  </a:lnTo>
                  <a:cubicBezTo>
                    <a:pt x="37673" y="47881"/>
                    <a:pt x="37466" y="49170"/>
                    <a:pt x="37776" y="50408"/>
                  </a:cubicBezTo>
                  <a:cubicBezTo>
                    <a:pt x="37879" y="50770"/>
                    <a:pt x="38034" y="51131"/>
                    <a:pt x="38188" y="51492"/>
                  </a:cubicBezTo>
                  <a:cubicBezTo>
                    <a:pt x="38395" y="51905"/>
                    <a:pt x="38395" y="52369"/>
                    <a:pt x="38188" y="52782"/>
                  </a:cubicBezTo>
                  <a:cubicBezTo>
                    <a:pt x="37879" y="53607"/>
                    <a:pt x="37415" y="54381"/>
                    <a:pt x="36899" y="55103"/>
                  </a:cubicBezTo>
                  <a:cubicBezTo>
                    <a:pt x="36826" y="55176"/>
                    <a:pt x="36882" y="55249"/>
                    <a:pt x="36939" y="55249"/>
                  </a:cubicBezTo>
                  <a:cubicBezTo>
                    <a:pt x="36963" y="55249"/>
                    <a:pt x="36987" y="55236"/>
                    <a:pt x="37002" y="55206"/>
                  </a:cubicBezTo>
                  <a:cubicBezTo>
                    <a:pt x="37827" y="54174"/>
                    <a:pt x="39014" y="52730"/>
                    <a:pt x="38343" y="51389"/>
                  </a:cubicBezTo>
                  <a:cubicBezTo>
                    <a:pt x="37931" y="50512"/>
                    <a:pt x="37724" y="49531"/>
                    <a:pt x="37827" y="48603"/>
                  </a:cubicBezTo>
                  <a:cubicBezTo>
                    <a:pt x="37982" y="47829"/>
                    <a:pt x="38292" y="47107"/>
                    <a:pt x="38756" y="46488"/>
                  </a:cubicBezTo>
                  <a:cubicBezTo>
                    <a:pt x="38859" y="46436"/>
                    <a:pt x="38911" y="46333"/>
                    <a:pt x="39014" y="46281"/>
                  </a:cubicBezTo>
                  <a:cubicBezTo>
                    <a:pt x="40510" y="45353"/>
                    <a:pt x="42367" y="45404"/>
                    <a:pt x="43760" y="44270"/>
                  </a:cubicBezTo>
                  <a:cubicBezTo>
                    <a:pt x="44895" y="43289"/>
                    <a:pt x="44689" y="42206"/>
                    <a:pt x="44689" y="40865"/>
                  </a:cubicBezTo>
                  <a:cubicBezTo>
                    <a:pt x="44689" y="38543"/>
                    <a:pt x="44740" y="36222"/>
                    <a:pt x="44689" y="33849"/>
                  </a:cubicBezTo>
                  <a:cubicBezTo>
                    <a:pt x="44585" y="32559"/>
                    <a:pt x="44637" y="31218"/>
                    <a:pt x="44792" y="29928"/>
                  </a:cubicBezTo>
                  <a:cubicBezTo>
                    <a:pt x="44998" y="28999"/>
                    <a:pt x="45101" y="28071"/>
                    <a:pt x="45101" y="27091"/>
                  </a:cubicBezTo>
                  <a:cubicBezTo>
                    <a:pt x="44998" y="25801"/>
                    <a:pt x="43966" y="24976"/>
                    <a:pt x="43554" y="23686"/>
                  </a:cubicBezTo>
                  <a:cubicBezTo>
                    <a:pt x="43244" y="22706"/>
                    <a:pt x="43141" y="21674"/>
                    <a:pt x="42883" y="20642"/>
                  </a:cubicBezTo>
                  <a:cubicBezTo>
                    <a:pt x="42573" y="19610"/>
                    <a:pt x="42780" y="19404"/>
                    <a:pt x="43192" y="18630"/>
                  </a:cubicBezTo>
                  <a:cubicBezTo>
                    <a:pt x="43399" y="18269"/>
                    <a:pt x="43554" y="17857"/>
                    <a:pt x="43657" y="17444"/>
                  </a:cubicBezTo>
                  <a:cubicBezTo>
                    <a:pt x="43915" y="16464"/>
                    <a:pt x="44534" y="15999"/>
                    <a:pt x="44946" y="15174"/>
                  </a:cubicBezTo>
                  <a:lnTo>
                    <a:pt x="45204" y="14968"/>
                  </a:lnTo>
                  <a:cubicBezTo>
                    <a:pt x="45875" y="14297"/>
                    <a:pt x="46339" y="13368"/>
                    <a:pt x="46391" y="12388"/>
                  </a:cubicBezTo>
                  <a:cubicBezTo>
                    <a:pt x="46391" y="12337"/>
                    <a:pt x="46391" y="12285"/>
                    <a:pt x="46391" y="12233"/>
                  </a:cubicBezTo>
                  <a:cubicBezTo>
                    <a:pt x="46597" y="12027"/>
                    <a:pt x="46804" y="11769"/>
                    <a:pt x="46907" y="11460"/>
                  </a:cubicBezTo>
                  <a:cubicBezTo>
                    <a:pt x="47681" y="9706"/>
                    <a:pt x="46443" y="7694"/>
                    <a:pt x="47732" y="6094"/>
                  </a:cubicBezTo>
                  <a:cubicBezTo>
                    <a:pt x="49073" y="4495"/>
                    <a:pt x="52169" y="3876"/>
                    <a:pt x="54078" y="3309"/>
                  </a:cubicBezTo>
                  <a:cubicBezTo>
                    <a:pt x="55783" y="2557"/>
                    <a:pt x="55196" y="1"/>
                    <a:pt x="53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2" name="Google Shape;314;p15">
              <a:extLst>
                <a:ext uri="{FF2B5EF4-FFF2-40B4-BE49-F238E27FC236}">
                  <a16:creationId xmlns:a16="http://schemas.microsoft.com/office/drawing/2014/main" id="{D071ECB4-9FF1-74CA-6219-A8FAEAA5B374}"/>
                </a:ext>
              </a:extLst>
            </p:cNvPr>
            <p:cNvSpPr/>
            <p:nvPr/>
          </p:nvSpPr>
          <p:spPr>
            <a:xfrm flipH="1">
              <a:off x="-1010805" y="2614700"/>
              <a:ext cx="46252" cy="41100"/>
            </a:xfrm>
            <a:custGeom>
              <a:avLst/>
              <a:gdLst/>
              <a:ahLst/>
              <a:cxnLst/>
              <a:rect l="l" t="t" r="r" b="b"/>
              <a:pathLst>
                <a:path w="2478" h="2202" extrusionOk="0">
                  <a:moveTo>
                    <a:pt x="1854" y="1"/>
                  </a:moveTo>
                  <a:cubicBezTo>
                    <a:pt x="1798" y="1"/>
                    <a:pt x="1746" y="13"/>
                    <a:pt x="1703" y="35"/>
                  </a:cubicBezTo>
                  <a:cubicBezTo>
                    <a:pt x="1549" y="35"/>
                    <a:pt x="1445" y="86"/>
                    <a:pt x="1342" y="189"/>
                  </a:cubicBezTo>
                  <a:cubicBezTo>
                    <a:pt x="1187" y="293"/>
                    <a:pt x="1033" y="396"/>
                    <a:pt x="930" y="499"/>
                  </a:cubicBezTo>
                  <a:lnTo>
                    <a:pt x="775" y="654"/>
                  </a:lnTo>
                  <a:cubicBezTo>
                    <a:pt x="672" y="705"/>
                    <a:pt x="568" y="757"/>
                    <a:pt x="465" y="808"/>
                  </a:cubicBezTo>
                  <a:cubicBezTo>
                    <a:pt x="414" y="912"/>
                    <a:pt x="362" y="963"/>
                    <a:pt x="362" y="1066"/>
                  </a:cubicBezTo>
                  <a:cubicBezTo>
                    <a:pt x="207" y="1170"/>
                    <a:pt x="104" y="1324"/>
                    <a:pt x="53" y="1479"/>
                  </a:cubicBezTo>
                  <a:lnTo>
                    <a:pt x="53" y="1531"/>
                  </a:lnTo>
                  <a:cubicBezTo>
                    <a:pt x="1" y="1582"/>
                    <a:pt x="1" y="1634"/>
                    <a:pt x="53" y="1685"/>
                  </a:cubicBezTo>
                  <a:cubicBezTo>
                    <a:pt x="53" y="1789"/>
                    <a:pt x="53" y="1892"/>
                    <a:pt x="156" y="1995"/>
                  </a:cubicBezTo>
                  <a:cubicBezTo>
                    <a:pt x="224" y="2133"/>
                    <a:pt x="362" y="2201"/>
                    <a:pt x="507" y="2201"/>
                  </a:cubicBezTo>
                  <a:cubicBezTo>
                    <a:pt x="580" y="2201"/>
                    <a:pt x="654" y="2184"/>
                    <a:pt x="723" y="2150"/>
                  </a:cubicBezTo>
                  <a:cubicBezTo>
                    <a:pt x="775" y="2150"/>
                    <a:pt x="826" y="2150"/>
                    <a:pt x="826" y="2098"/>
                  </a:cubicBezTo>
                  <a:cubicBezTo>
                    <a:pt x="872" y="2113"/>
                    <a:pt x="917" y="2119"/>
                    <a:pt x="961" y="2119"/>
                  </a:cubicBezTo>
                  <a:cubicBezTo>
                    <a:pt x="1067" y="2119"/>
                    <a:pt x="1166" y="2083"/>
                    <a:pt x="1239" y="2047"/>
                  </a:cubicBezTo>
                  <a:cubicBezTo>
                    <a:pt x="1497" y="1892"/>
                    <a:pt x="1755" y="1685"/>
                    <a:pt x="2013" y="1479"/>
                  </a:cubicBezTo>
                  <a:cubicBezTo>
                    <a:pt x="2116" y="1376"/>
                    <a:pt x="2219" y="1221"/>
                    <a:pt x="2322" y="1066"/>
                  </a:cubicBezTo>
                  <a:cubicBezTo>
                    <a:pt x="2374" y="1015"/>
                    <a:pt x="2426" y="912"/>
                    <a:pt x="2426" y="808"/>
                  </a:cubicBezTo>
                  <a:cubicBezTo>
                    <a:pt x="2477" y="654"/>
                    <a:pt x="2426" y="499"/>
                    <a:pt x="2374" y="396"/>
                  </a:cubicBezTo>
                  <a:cubicBezTo>
                    <a:pt x="2322" y="241"/>
                    <a:pt x="2219" y="138"/>
                    <a:pt x="2116" y="86"/>
                  </a:cubicBezTo>
                  <a:cubicBezTo>
                    <a:pt x="2025" y="26"/>
                    <a:pt x="1935" y="1"/>
                    <a:pt x="18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3" name="Google Shape;315;p15">
              <a:extLst>
                <a:ext uri="{FF2B5EF4-FFF2-40B4-BE49-F238E27FC236}">
                  <a16:creationId xmlns:a16="http://schemas.microsoft.com/office/drawing/2014/main" id="{6C2DE1D3-400D-E624-2E95-CA5604701CF3}"/>
                </a:ext>
              </a:extLst>
            </p:cNvPr>
            <p:cNvSpPr/>
            <p:nvPr/>
          </p:nvSpPr>
          <p:spPr>
            <a:xfrm flipH="1">
              <a:off x="-978067" y="2654811"/>
              <a:ext cx="989" cy="19"/>
            </a:xfrm>
            <a:custGeom>
              <a:avLst/>
              <a:gdLst/>
              <a:ahLst/>
              <a:cxnLst/>
              <a:rect l="l" t="t" r="r" b="b"/>
              <a:pathLst>
                <a:path w="53" h="1" extrusionOk="0">
                  <a:moveTo>
                    <a:pt x="52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Google Shape;316;p15">
              <a:extLst>
                <a:ext uri="{FF2B5EF4-FFF2-40B4-BE49-F238E27FC236}">
                  <a16:creationId xmlns:a16="http://schemas.microsoft.com/office/drawing/2014/main" id="{DB119880-3027-1493-F061-4B75D7F6ACE0}"/>
                </a:ext>
              </a:extLst>
            </p:cNvPr>
            <p:cNvSpPr/>
            <p:nvPr/>
          </p:nvSpPr>
          <p:spPr>
            <a:xfrm flipH="1">
              <a:off x="-978067" y="2654811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317;p15">
              <a:extLst>
                <a:ext uri="{FF2B5EF4-FFF2-40B4-BE49-F238E27FC236}">
                  <a16:creationId xmlns:a16="http://schemas.microsoft.com/office/drawing/2014/main" id="{3074F6BD-D12D-86CD-FA63-8B2012F164E4}"/>
                </a:ext>
              </a:extLst>
            </p:cNvPr>
            <p:cNvSpPr/>
            <p:nvPr/>
          </p:nvSpPr>
          <p:spPr>
            <a:xfrm flipH="1">
              <a:off x="-980941" y="2303275"/>
              <a:ext cx="81865" cy="31880"/>
            </a:xfrm>
            <a:custGeom>
              <a:avLst/>
              <a:gdLst/>
              <a:ahLst/>
              <a:cxnLst/>
              <a:rect l="l" t="t" r="r" b="b"/>
              <a:pathLst>
                <a:path w="4386" h="1708" extrusionOk="0">
                  <a:moveTo>
                    <a:pt x="2353" y="0"/>
                  </a:moveTo>
                  <a:cubicBezTo>
                    <a:pt x="2274" y="0"/>
                    <a:pt x="2195" y="17"/>
                    <a:pt x="2116" y="57"/>
                  </a:cubicBezTo>
                  <a:cubicBezTo>
                    <a:pt x="1549" y="57"/>
                    <a:pt x="1033" y="108"/>
                    <a:pt x="465" y="108"/>
                  </a:cubicBezTo>
                  <a:cubicBezTo>
                    <a:pt x="207" y="108"/>
                    <a:pt x="1" y="315"/>
                    <a:pt x="1" y="573"/>
                  </a:cubicBezTo>
                  <a:cubicBezTo>
                    <a:pt x="1" y="831"/>
                    <a:pt x="207" y="1037"/>
                    <a:pt x="465" y="1088"/>
                  </a:cubicBezTo>
                  <a:lnTo>
                    <a:pt x="723" y="1088"/>
                  </a:lnTo>
                  <a:cubicBezTo>
                    <a:pt x="878" y="1656"/>
                    <a:pt x="1703" y="1708"/>
                    <a:pt x="2219" y="1708"/>
                  </a:cubicBezTo>
                  <a:cubicBezTo>
                    <a:pt x="2735" y="1656"/>
                    <a:pt x="3303" y="1604"/>
                    <a:pt x="3818" y="1450"/>
                  </a:cubicBezTo>
                  <a:cubicBezTo>
                    <a:pt x="4386" y="1346"/>
                    <a:pt x="4283" y="469"/>
                    <a:pt x="3664" y="469"/>
                  </a:cubicBezTo>
                  <a:lnTo>
                    <a:pt x="3406" y="469"/>
                  </a:lnTo>
                  <a:cubicBezTo>
                    <a:pt x="3303" y="315"/>
                    <a:pt x="3199" y="211"/>
                    <a:pt x="3045" y="160"/>
                  </a:cubicBezTo>
                  <a:cubicBezTo>
                    <a:pt x="2941" y="108"/>
                    <a:pt x="2838" y="108"/>
                    <a:pt x="2735" y="108"/>
                  </a:cubicBezTo>
                  <a:cubicBezTo>
                    <a:pt x="2608" y="45"/>
                    <a:pt x="2480" y="0"/>
                    <a:pt x="23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6" name="Google Shape;318;p15">
              <a:extLst>
                <a:ext uri="{FF2B5EF4-FFF2-40B4-BE49-F238E27FC236}">
                  <a16:creationId xmlns:a16="http://schemas.microsoft.com/office/drawing/2014/main" id="{429003FA-52A3-7544-C657-9433284ADFDD}"/>
                </a:ext>
              </a:extLst>
            </p:cNvPr>
            <p:cNvSpPr/>
            <p:nvPr/>
          </p:nvSpPr>
          <p:spPr>
            <a:xfrm flipH="1">
              <a:off x="-1580834" y="2421070"/>
              <a:ext cx="57806" cy="38543"/>
            </a:xfrm>
            <a:custGeom>
              <a:avLst/>
              <a:gdLst/>
              <a:ahLst/>
              <a:cxnLst/>
              <a:rect l="l" t="t" r="r" b="b"/>
              <a:pathLst>
                <a:path w="3097" h="2065" extrusionOk="0">
                  <a:moveTo>
                    <a:pt x="678" y="1"/>
                  </a:moveTo>
                  <a:cubicBezTo>
                    <a:pt x="633" y="1"/>
                    <a:pt x="594" y="14"/>
                    <a:pt x="568" y="39"/>
                  </a:cubicBezTo>
                  <a:cubicBezTo>
                    <a:pt x="504" y="18"/>
                    <a:pt x="440" y="6"/>
                    <a:pt x="380" y="6"/>
                  </a:cubicBezTo>
                  <a:cubicBezTo>
                    <a:pt x="294" y="6"/>
                    <a:pt x="216" y="31"/>
                    <a:pt x="156" y="91"/>
                  </a:cubicBezTo>
                  <a:cubicBezTo>
                    <a:pt x="52" y="246"/>
                    <a:pt x="1" y="452"/>
                    <a:pt x="104" y="607"/>
                  </a:cubicBezTo>
                  <a:cubicBezTo>
                    <a:pt x="259" y="865"/>
                    <a:pt x="517" y="1071"/>
                    <a:pt x="775" y="1123"/>
                  </a:cubicBezTo>
                  <a:lnTo>
                    <a:pt x="826" y="1123"/>
                  </a:lnTo>
                  <a:lnTo>
                    <a:pt x="1033" y="1226"/>
                  </a:lnTo>
                  <a:lnTo>
                    <a:pt x="1084" y="1278"/>
                  </a:lnTo>
                  <a:cubicBezTo>
                    <a:pt x="1187" y="1329"/>
                    <a:pt x="1239" y="1381"/>
                    <a:pt x="1342" y="1381"/>
                  </a:cubicBezTo>
                  <a:cubicBezTo>
                    <a:pt x="1394" y="1432"/>
                    <a:pt x="1497" y="1432"/>
                    <a:pt x="1548" y="1484"/>
                  </a:cubicBezTo>
                  <a:lnTo>
                    <a:pt x="1703" y="1587"/>
                  </a:lnTo>
                  <a:cubicBezTo>
                    <a:pt x="1910" y="1793"/>
                    <a:pt x="2168" y="1897"/>
                    <a:pt x="2425" y="2051"/>
                  </a:cubicBezTo>
                  <a:cubicBezTo>
                    <a:pt x="2462" y="2060"/>
                    <a:pt x="2499" y="2065"/>
                    <a:pt x="2535" y="2065"/>
                  </a:cubicBezTo>
                  <a:cubicBezTo>
                    <a:pt x="2703" y="2065"/>
                    <a:pt x="2866" y="1972"/>
                    <a:pt x="2993" y="1845"/>
                  </a:cubicBezTo>
                  <a:cubicBezTo>
                    <a:pt x="3096" y="1639"/>
                    <a:pt x="3045" y="1381"/>
                    <a:pt x="2890" y="1226"/>
                  </a:cubicBezTo>
                  <a:cubicBezTo>
                    <a:pt x="2632" y="968"/>
                    <a:pt x="2322" y="710"/>
                    <a:pt x="1961" y="607"/>
                  </a:cubicBezTo>
                  <a:cubicBezTo>
                    <a:pt x="1910" y="555"/>
                    <a:pt x="1858" y="504"/>
                    <a:pt x="1755" y="452"/>
                  </a:cubicBezTo>
                  <a:cubicBezTo>
                    <a:pt x="1703" y="452"/>
                    <a:pt x="1703" y="452"/>
                    <a:pt x="1652" y="401"/>
                  </a:cubicBezTo>
                  <a:lnTo>
                    <a:pt x="1497" y="349"/>
                  </a:lnTo>
                  <a:lnTo>
                    <a:pt x="1342" y="246"/>
                  </a:lnTo>
                  <a:cubicBezTo>
                    <a:pt x="1187" y="143"/>
                    <a:pt x="981" y="39"/>
                    <a:pt x="826" y="39"/>
                  </a:cubicBezTo>
                  <a:cubicBezTo>
                    <a:pt x="775" y="14"/>
                    <a:pt x="723" y="1"/>
                    <a:pt x="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7" name="Google Shape;319;p15">
              <a:extLst>
                <a:ext uri="{FF2B5EF4-FFF2-40B4-BE49-F238E27FC236}">
                  <a16:creationId xmlns:a16="http://schemas.microsoft.com/office/drawing/2014/main" id="{4C868617-E5A8-ADEE-A8C8-EDDFC4BC0075}"/>
                </a:ext>
              </a:extLst>
            </p:cNvPr>
            <p:cNvSpPr/>
            <p:nvPr/>
          </p:nvSpPr>
          <p:spPr>
            <a:xfrm flipH="1">
              <a:off x="-1714662" y="2092790"/>
              <a:ext cx="24078" cy="49873"/>
            </a:xfrm>
            <a:custGeom>
              <a:avLst/>
              <a:gdLst/>
              <a:ahLst/>
              <a:cxnLst/>
              <a:rect l="l" t="t" r="r" b="b"/>
              <a:pathLst>
                <a:path w="1290" h="2672" extrusionOk="0">
                  <a:moveTo>
                    <a:pt x="631" y="1"/>
                  </a:moveTo>
                  <a:cubicBezTo>
                    <a:pt x="445" y="1"/>
                    <a:pt x="263" y="119"/>
                    <a:pt x="206" y="345"/>
                  </a:cubicBezTo>
                  <a:cubicBezTo>
                    <a:pt x="103" y="603"/>
                    <a:pt x="52" y="913"/>
                    <a:pt x="0" y="1222"/>
                  </a:cubicBezTo>
                  <a:cubicBezTo>
                    <a:pt x="0" y="1274"/>
                    <a:pt x="0" y="1326"/>
                    <a:pt x="0" y="1377"/>
                  </a:cubicBezTo>
                  <a:cubicBezTo>
                    <a:pt x="0" y="1429"/>
                    <a:pt x="0" y="1480"/>
                    <a:pt x="0" y="1480"/>
                  </a:cubicBezTo>
                  <a:cubicBezTo>
                    <a:pt x="0" y="1532"/>
                    <a:pt x="0" y="1584"/>
                    <a:pt x="0" y="1635"/>
                  </a:cubicBezTo>
                  <a:cubicBezTo>
                    <a:pt x="0" y="1842"/>
                    <a:pt x="0" y="2048"/>
                    <a:pt x="0" y="2203"/>
                  </a:cubicBezTo>
                  <a:cubicBezTo>
                    <a:pt x="0" y="2409"/>
                    <a:pt x="103" y="2564"/>
                    <a:pt x="258" y="2615"/>
                  </a:cubicBezTo>
                  <a:cubicBezTo>
                    <a:pt x="337" y="2655"/>
                    <a:pt x="416" y="2672"/>
                    <a:pt x="489" y="2672"/>
                  </a:cubicBezTo>
                  <a:cubicBezTo>
                    <a:pt x="607" y="2672"/>
                    <a:pt x="710" y="2628"/>
                    <a:pt x="774" y="2564"/>
                  </a:cubicBezTo>
                  <a:cubicBezTo>
                    <a:pt x="929" y="2409"/>
                    <a:pt x="1032" y="2203"/>
                    <a:pt x="1083" y="2048"/>
                  </a:cubicBezTo>
                  <a:cubicBezTo>
                    <a:pt x="1083" y="1945"/>
                    <a:pt x="1135" y="1893"/>
                    <a:pt x="1135" y="1842"/>
                  </a:cubicBezTo>
                  <a:cubicBezTo>
                    <a:pt x="1135" y="1790"/>
                    <a:pt x="1187" y="1738"/>
                    <a:pt x="1238" y="1687"/>
                  </a:cubicBezTo>
                  <a:cubicBezTo>
                    <a:pt x="1290" y="1532"/>
                    <a:pt x="1290" y="1326"/>
                    <a:pt x="1290" y="1171"/>
                  </a:cubicBezTo>
                  <a:cubicBezTo>
                    <a:pt x="1290" y="810"/>
                    <a:pt x="1187" y="500"/>
                    <a:pt x="1032" y="242"/>
                  </a:cubicBezTo>
                  <a:cubicBezTo>
                    <a:pt x="939" y="80"/>
                    <a:pt x="783" y="1"/>
                    <a:pt x="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Google Shape;320;p15">
              <a:extLst>
                <a:ext uri="{FF2B5EF4-FFF2-40B4-BE49-F238E27FC236}">
                  <a16:creationId xmlns:a16="http://schemas.microsoft.com/office/drawing/2014/main" id="{A22B52C6-1E8E-2144-D792-F529B6D17BDD}"/>
                </a:ext>
              </a:extLst>
            </p:cNvPr>
            <p:cNvSpPr/>
            <p:nvPr/>
          </p:nvSpPr>
          <p:spPr>
            <a:xfrm flipH="1">
              <a:off x="-1485493" y="2573936"/>
              <a:ext cx="20233" cy="58757"/>
            </a:xfrm>
            <a:custGeom>
              <a:avLst/>
              <a:gdLst/>
              <a:ahLst/>
              <a:cxnLst/>
              <a:rect l="l" t="t" r="r" b="b"/>
              <a:pathLst>
                <a:path w="1084" h="3148" extrusionOk="0">
                  <a:moveTo>
                    <a:pt x="523" y="0"/>
                  </a:moveTo>
                  <a:cubicBezTo>
                    <a:pt x="271" y="0"/>
                    <a:pt x="26" y="155"/>
                    <a:pt x="52" y="465"/>
                  </a:cubicBezTo>
                  <a:lnTo>
                    <a:pt x="52" y="1548"/>
                  </a:lnTo>
                  <a:cubicBezTo>
                    <a:pt x="1" y="1909"/>
                    <a:pt x="1" y="2270"/>
                    <a:pt x="52" y="2631"/>
                  </a:cubicBezTo>
                  <a:lnTo>
                    <a:pt x="52" y="2683"/>
                  </a:lnTo>
                  <a:cubicBezTo>
                    <a:pt x="1" y="2941"/>
                    <a:pt x="259" y="3147"/>
                    <a:pt x="516" y="3147"/>
                  </a:cubicBezTo>
                  <a:cubicBezTo>
                    <a:pt x="774" y="3147"/>
                    <a:pt x="981" y="2941"/>
                    <a:pt x="981" y="2734"/>
                  </a:cubicBezTo>
                  <a:lnTo>
                    <a:pt x="981" y="2631"/>
                  </a:lnTo>
                  <a:cubicBezTo>
                    <a:pt x="1032" y="2425"/>
                    <a:pt x="1032" y="2219"/>
                    <a:pt x="1032" y="2012"/>
                  </a:cubicBezTo>
                  <a:cubicBezTo>
                    <a:pt x="1084" y="1857"/>
                    <a:pt x="1084" y="1754"/>
                    <a:pt x="1084" y="1600"/>
                  </a:cubicBezTo>
                  <a:cubicBezTo>
                    <a:pt x="1084" y="1445"/>
                    <a:pt x="1084" y="1238"/>
                    <a:pt x="1084" y="1032"/>
                  </a:cubicBezTo>
                  <a:cubicBezTo>
                    <a:pt x="1084" y="929"/>
                    <a:pt x="1084" y="774"/>
                    <a:pt x="1032" y="671"/>
                  </a:cubicBezTo>
                  <a:cubicBezTo>
                    <a:pt x="981" y="568"/>
                    <a:pt x="1032" y="568"/>
                    <a:pt x="1032" y="465"/>
                  </a:cubicBezTo>
                  <a:cubicBezTo>
                    <a:pt x="1032" y="155"/>
                    <a:pt x="774" y="0"/>
                    <a:pt x="5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321;p15">
              <a:extLst>
                <a:ext uri="{FF2B5EF4-FFF2-40B4-BE49-F238E27FC236}">
                  <a16:creationId xmlns:a16="http://schemas.microsoft.com/office/drawing/2014/main" id="{13A19959-39C1-5F0C-30F3-8DAD6905D08C}"/>
                </a:ext>
              </a:extLst>
            </p:cNvPr>
            <p:cNvSpPr/>
            <p:nvPr/>
          </p:nvSpPr>
          <p:spPr>
            <a:xfrm flipH="1">
              <a:off x="-1782062" y="1286555"/>
              <a:ext cx="29864" cy="66933"/>
            </a:xfrm>
            <a:custGeom>
              <a:avLst/>
              <a:gdLst/>
              <a:ahLst/>
              <a:cxnLst/>
              <a:rect l="l" t="t" r="r" b="b"/>
              <a:pathLst>
                <a:path w="1600" h="3586" extrusionOk="0">
                  <a:moveTo>
                    <a:pt x="671" y="0"/>
                  </a:moveTo>
                  <a:cubicBezTo>
                    <a:pt x="362" y="0"/>
                    <a:pt x="155" y="258"/>
                    <a:pt x="155" y="516"/>
                  </a:cubicBezTo>
                  <a:lnTo>
                    <a:pt x="155" y="1548"/>
                  </a:lnTo>
                  <a:lnTo>
                    <a:pt x="155" y="1651"/>
                  </a:lnTo>
                  <a:lnTo>
                    <a:pt x="155" y="1703"/>
                  </a:lnTo>
                  <a:cubicBezTo>
                    <a:pt x="1" y="2064"/>
                    <a:pt x="1" y="2425"/>
                    <a:pt x="104" y="2786"/>
                  </a:cubicBezTo>
                  <a:cubicBezTo>
                    <a:pt x="104" y="2838"/>
                    <a:pt x="155" y="2889"/>
                    <a:pt x="155" y="2941"/>
                  </a:cubicBezTo>
                  <a:cubicBezTo>
                    <a:pt x="155" y="3044"/>
                    <a:pt x="207" y="3147"/>
                    <a:pt x="207" y="3199"/>
                  </a:cubicBezTo>
                  <a:cubicBezTo>
                    <a:pt x="284" y="3457"/>
                    <a:pt x="504" y="3586"/>
                    <a:pt x="723" y="3586"/>
                  </a:cubicBezTo>
                  <a:cubicBezTo>
                    <a:pt x="942" y="3586"/>
                    <a:pt x="1161" y="3457"/>
                    <a:pt x="1239" y="3199"/>
                  </a:cubicBezTo>
                  <a:lnTo>
                    <a:pt x="1290" y="2992"/>
                  </a:lnTo>
                  <a:cubicBezTo>
                    <a:pt x="1290" y="2941"/>
                    <a:pt x="1342" y="2889"/>
                    <a:pt x="1342" y="2889"/>
                  </a:cubicBezTo>
                  <a:cubicBezTo>
                    <a:pt x="1394" y="2786"/>
                    <a:pt x="1394" y="2683"/>
                    <a:pt x="1394" y="2631"/>
                  </a:cubicBezTo>
                  <a:lnTo>
                    <a:pt x="1394" y="2270"/>
                  </a:lnTo>
                  <a:cubicBezTo>
                    <a:pt x="1394" y="2270"/>
                    <a:pt x="1394" y="2219"/>
                    <a:pt x="1394" y="2167"/>
                  </a:cubicBezTo>
                  <a:lnTo>
                    <a:pt x="1394" y="2115"/>
                  </a:lnTo>
                  <a:lnTo>
                    <a:pt x="1394" y="2012"/>
                  </a:lnTo>
                  <a:cubicBezTo>
                    <a:pt x="1445" y="1961"/>
                    <a:pt x="1497" y="1857"/>
                    <a:pt x="1548" y="1754"/>
                  </a:cubicBezTo>
                  <a:cubicBezTo>
                    <a:pt x="1548" y="1754"/>
                    <a:pt x="1548" y="1754"/>
                    <a:pt x="1548" y="1703"/>
                  </a:cubicBezTo>
                  <a:cubicBezTo>
                    <a:pt x="1600" y="1600"/>
                    <a:pt x="1600" y="1393"/>
                    <a:pt x="1600" y="1290"/>
                  </a:cubicBezTo>
                  <a:cubicBezTo>
                    <a:pt x="1497" y="1135"/>
                    <a:pt x="1394" y="1032"/>
                    <a:pt x="1239" y="980"/>
                  </a:cubicBezTo>
                  <a:lnTo>
                    <a:pt x="1239" y="516"/>
                  </a:lnTo>
                  <a:cubicBezTo>
                    <a:pt x="1239" y="258"/>
                    <a:pt x="981" y="0"/>
                    <a:pt x="6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0" name="Google Shape;322;p15">
              <a:extLst>
                <a:ext uri="{FF2B5EF4-FFF2-40B4-BE49-F238E27FC236}">
                  <a16:creationId xmlns:a16="http://schemas.microsoft.com/office/drawing/2014/main" id="{E243B635-382A-4AD4-45A0-A85BD8C6085D}"/>
                </a:ext>
              </a:extLst>
            </p:cNvPr>
            <p:cNvSpPr/>
            <p:nvPr/>
          </p:nvSpPr>
          <p:spPr>
            <a:xfrm flipH="1">
              <a:off x="-1882218" y="2207075"/>
              <a:ext cx="19" cy="971"/>
            </a:xfrm>
            <a:custGeom>
              <a:avLst/>
              <a:gdLst/>
              <a:ahLst/>
              <a:cxnLst/>
              <a:rect l="l" t="t" r="r" b="b"/>
              <a:pathLst>
                <a:path w="1" h="52" extrusionOk="0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0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1" name="Google Shape;323;p15">
              <a:extLst>
                <a:ext uri="{FF2B5EF4-FFF2-40B4-BE49-F238E27FC236}">
                  <a16:creationId xmlns:a16="http://schemas.microsoft.com/office/drawing/2014/main" id="{781D617E-2346-61B1-E798-827F9875D683}"/>
                </a:ext>
              </a:extLst>
            </p:cNvPr>
            <p:cNvSpPr/>
            <p:nvPr/>
          </p:nvSpPr>
          <p:spPr>
            <a:xfrm flipH="1">
              <a:off x="-1887985" y="2231153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324;p15">
              <a:extLst>
                <a:ext uri="{FF2B5EF4-FFF2-40B4-BE49-F238E27FC236}">
                  <a16:creationId xmlns:a16="http://schemas.microsoft.com/office/drawing/2014/main" id="{00EB4694-D66D-C732-6BDE-B90CACDFEF9A}"/>
                </a:ext>
              </a:extLst>
            </p:cNvPr>
            <p:cNvSpPr/>
            <p:nvPr/>
          </p:nvSpPr>
          <p:spPr>
            <a:xfrm flipH="1">
              <a:off x="-1893772" y="2253290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325;p15">
              <a:extLst>
                <a:ext uri="{FF2B5EF4-FFF2-40B4-BE49-F238E27FC236}">
                  <a16:creationId xmlns:a16="http://schemas.microsoft.com/office/drawing/2014/main" id="{75E78FD9-5B4C-D5F4-BCC1-12D7F605B6C2}"/>
                </a:ext>
              </a:extLst>
            </p:cNvPr>
            <p:cNvSpPr/>
            <p:nvPr/>
          </p:nvSpPr>
          <p:spPr>
            <a:xfrm flipH="1">
              <a:off x="-1913015" y="2204425"/>
              <a:ext cx="33709" cy="57544"/>
            </a:xfrm>
            <a:custGeom>
              <a:avLst/>
              <a:gdLst/>
              <a:ahLst/>
              <a:cxnLst/>
              <a:rect l="l" t="t" r="r" b="b"/>
              <a:pathLst>
                <a:path w="1806" h="3083" extrusionOk="0">
                  <a:moveTo>
                    <a:pt x="516" y="0"/>
                  </a:moveTo>
                  <a:cubicBezTo>
                    <a:pt x="374" y="0"/>
                    <a:pt x="232" y="65"/>
                    <a:pt x="155" y="194"/>
                  </a:cubicBezTo>
                  <a:cubicBezTo>
                    <a:pt x="103" y="246"/>
                    <a:pt x="52" y="349"/>
                    <a:pt x="52" y="400"/>
                  </a:cubicBezTo>
                  <a:cubicBezTo>
                    <a:pt x="0" y="503"/>
                    <a:pt x="0" y="607"/>
                    <a:pt x="52" y="710"/>
                  </a:cubicBezTo>
                  <a:cubicBezTo>
                    <a:pt x="52" y="813"/>
                    <a:pt x="103" y="916"/>
                    <a:pt x="207" y="1019"/>
                  </a:cubicBezTo>
                  <a:cubicBezTo>
                    <a:pt x="258" y="1174"/>
                    <a:pt x="361" y="1277"/>
                    <a:pt x="413" y="1380"/>
                  </a:cubicBezTo>
                  <a:lnTo>
                    <a:pt x="465" y="1432"/>
                  </a:lnTo>
                  <a:cubicBezTo>
                    <a:pt x="465" y="1432"/>
                    <a:pt x="516" y="1484"/>
                    <a:pt x="568" y="1535"/>
                  </a:cubicBezTo>
                  <a:cubicBezTo>
                    <a:pt x="568" y="1535"/>
                    <a:pt x="568" y="1535"/>
                    <a:pt x="568" y="1587"/>
                  </a:cubicBezTo>
                  <a:lnTo>
                    <a:pt x="568" y="1638"/>
                  </a:lnTo>
                  <a:cubicBezTo>
                    <a:pt x="516" y="1793"/>
                    <a:pt x="516" y="1999"/>
                    <a:pt x="568" y="2154"/>
                  </a:cubicBezTo>
                  <a:cubicBezTo>
                    <a:pt x="568" y="2309"/>
                    <a:pt x="619" y="2412"/>
                    <a:pt x="671" y="2515"/>
                  </a:cubicBezTo>
                  <a:cubicBezTo>
                    <a:pt x="671" y="2619"/>
                    <a:pt x="723" y="2722"/>
                    <a:pt x="774" y="2825"/>
                  </a:cubicBezTo>
                  <a:cubicBezTo>
                    <a:pt x="774" y="2825"/>
                    <a:pt x="856" y="2934"/>
                    <a:pt x="861" y="2934"/>
                  </a:cubicBezTo>
                  <a:cubicBezTo>
                    <a:pt x="861" y="2934"/>
                    <a:pt x="861" y="2934"/>
                    <a:pt x="861" y="2934"/>
                  </a:cubicBezTo>
                  <a:lnTo>
                    <a:pt x="861" y="2934"/>
                  </a:lnTo>
                  <a:cubicBezTo>
                    <a:pt x="936" y="3033"/>
                    <a:pt x="1054" y="3083"/>
                    <a:pt x="1177" y="3083"/>
                  </a:cubicBezTo>
                  <a:cubicBezTo>
                    <a:pt x="1250" y="3083"/>
                    <a:pt x="1324" y="3066"/>
                    <a:pt x="1393" y="3031"/>
                  </a:cubicBezTo>
                  <a:cubicBezTo>
                    <a:pt x="1651" y="2876"/>
                    <a:pt x="1754" y="2619"/>
                    <a:pt x="1703" y="2361"/>
                  </a:cubicBezTo>
                  <a:lnTo>
                    <a:pt x="1754" y="2361"/>
                  </a:lnTo>
                  <a:cubicBezTo>
                    <a:pt x="1806" y="2206"/>
                    <a:pt x="1806" y="2103"/>
                    <a:pt x="1754" y="1948"/>
                  </a:cubicBezTo>
                  <a:cubicBezTo>
                    <a:pt x="1703" y="1896"/>
                    <a:pt x="1703" y="1896"/>
                    <a:pt x="1651" y="1845"/>
                  </a:cubicBezTo>
                  <a:cubicBezTo>
                    <a:pt x="1651" y="1793"/>
                    <a:pt x="1651" y="1793"/>
                    <a:pt x="1651" y="1742"/>
                  </a:cubicBezTo>
                  <a:cubicBezTo>
                    <a:pt x="1651" y="1690"/>
                    <a:pt x="1600" y="1587"/>
                    <a:pt x="1548" y="1535"/>
                  </a:cubicBezTo>
                  <a:cubicBezTo>
                    <a:pt x="1548" y="1380"/>
                    <a:pt x="1496" y="1226"/>
                    <a:pt x="1445" y="1071"/>
                  </a:cubicBezTo>
                  <a:cubicBezTo>
                    <a:pt x="1393" y="710"/>
                    <a:pt x="1187" y="452"/>
                    <a:pt x="929" y="246"/>
                  </a:cubicBezTo>
                  <a:lnTo>
                    <a:pt x="877" y="246"/>
                  </a:lnTo>
                  <a:lnTo>
                    <a:pt x="877" y="194"/>
                  </a:lnTo>
                  <a:cubicBezTo>
                    <a:pt x="800" y="65"/>
                    <a:pt x="658" y="0"/>
                    <a:pt x="5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" name="Google Shape;326;p15">
              <a:extLst>
                <a:ext uri="{FF2B5EF4-FFF2-40B4-BE49-F238E27FC236}">
                  <a16:creationId xmlns:a16="http://schemas.microsoft.com/office/drawing/2014/main" id="{F5428D57-073E-D0E0-F785-F816AEAAA9EE}"/>
                </a:ext>
              </a:extLst>
            </p:cNvPr>
            <p:cNvSpPr/>
            <p:nvPr/>
          </p:nvSpPr>
          <p:spPr>
            <a:xfrm flipH="1">
              <a:off x="-1892801" y="2252319"/>
              <a:ext cx="19" cy="1960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"/>
                  </a:moveTo>
                  <a:cubicBezTo>
                    <a:pt x="1" y="53"/>
                    <a:pt x="1" y="10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" name="Google Shape;327;p15">
              <a:extLst>
                <a:ext uri="{FF2B5EF4-FFF2-40B4-BE49-F238E27FC236}">
                  <a16:creationId xmlns:a16="http://schemas.microsoft.com/office/drawing/2014/main" id="{1A6C9AC9-5F6B-1EAE-02F0-3A7E0C17E17F}"/>
                </a:ext>
              </a:extLst>
            </p:cNvPr>
            <p:cNvSpPr/>
            <p:nvPr/>
          </p:nvSpPr>
          <p:spPr>
            <a:xfrm flipH="1">
              <a:off x="-1892801" y="2251367"/>
              <a:ext cx="989" cy="971"/>
            </a:xfrm>
            <a:custGeom>
              <a:avLst/>
              <a:gdLst/>
              <a:ahLst/>
              <a:cxnLst/>
              <a:rect l="l" t="t" r="r" b="b"/>
              <a:pathLst>
                <a:path w="53" h="52" extrusionOk="0">
                  <a:moveTo>
                    <a:pt x="53" y="52"/>
                  </a:moveTo>
                  <a:cubicBezTo>
                    <a:pt x="53" y="52"/>
                    <a:pt x="1" y="0"/>
                    <a:pt x="53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" name="Google Shape;328;p15">
              <a:extLst>
                <a:ext uri="{FF2B5EF4-FFF2-40B4-BE49-F238E27FC236}">
                  <a16:creationId xmlns:a16="http://schemas.microsoft.com/office/drawing/2014/main" id="{84DDC27D-6EAE-1AFF-48A2-50D8D576EDF3}"/>
                </a:ext>
              </a:extLst>
            </p:cNvPr>
            <p:cNvSpPr/>
            <p:nvPr/>
          </p:nvSpPr>
          <p:spPr>
            <a:xfrm flipH="1">
              <a:off x="-1881247" y="2208027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" name="Google Shape;329;p15">
              <a:extLst>
                <a:ext uri="{FF2B5EF4-FFF2-40B4-BE49-F238E27FC236}">
                  <a16:creationId xmlns:a16="http://schemas.microsoft.com/office/drawing/2014/main" id="{AE55A684-C7BE-8B3B-951E-C78D37FD273F}"/>
                </a:ext>
              </a:extLst>
            </p:cNvPr>
            <p:cNvSpPr/>
            <p:nvPr/>
          </p:nvSpPr>
          <p:spPr>
            <a:xfrm flipH="1">
              <a:off x="-1661710" y="2717638"/>
              <a:ext cx="37573" cy="48921"/>
            </a:xfrm>
            <a:custGeom>
              <a:avLst/>
              <a:gdLst/>
              <a:ahLst/>
              <a:cxnLst/>
              <a:rect l="l" t="t" r="r" b="b"/>
              <a:pathLst>
                <a:path w="2013" h="2621" extrusionOk="0">
                  <a:moveTo>
                    <a:pt x="1606" y="1"/>
                  </a:moveTo>
                  <a:cubicBezTo>
                    <a:pt x="1561" y="1"/>
                    <a:pt x="1522" y="14"/>
                    <a:pt x="1497" y="40"/>
                  </a:cubicBezTo>
                  <a:cubicBezTo>
                    <a:pt x="1393" y="40"/>
                    <a:pt x="1290" y="91"/>
                    <a:pt x="1239" y="143"/>
                  </a:cubicBezTo>
                  <a:cubicBezTo>
                    <a:pt x="1135" y="246"/>
                    <a:pt x="1032" y="401"/>
                    <a:pt x="981" y="555"/>
                  </a:cubicBezTo>
                  <a:lnTo>
                    <a:pt x="929" y="607"/>
                  </a:lnTo>
                  <a:cubicBezTo>
                    <a:pt x="878" y="659"/>
                    <a:pt x="826" y="762"/>
                    <a:pt x="774" y="813"/>
                  </a:cubicBezTo>
                  <a:lnTo>
                    <a:pt x="516" y="1071"/>
                  </a:lnTo>
                  <a:cubicBezTo>
                    <a:pt x="465" y="1174"/>
                    <a:pt x="413" y="1278"/>
                    <a:pt x="465" y="1381"/>
                  </a:cubicBezTo>
                  <a:lnTo>
                    <a:pt x="413" y="1484"/>
                  </a:lnTo>
                  <a:cubicBezTo>
                    <a:pt x="310" y="1587"/>
                    <a:pt x="258" y="1639"/>
                    <a:pt x="207" y="1742"/>
                  </a:cubicBezTo>
                  <a:cubicBezTo>
                    <a:pt x="104" y="1845"/>
                    <a:pt x="52" y="1948"/>
                    <a:pt x="52" y="2103"/>
                  </a:cubicBezTo>
                  <a:cubicBezTo>
                    <a:pt x="1" y="2258"/>
                    <a:pt x="52" y="2464"/>
                    <a:pt x="207" y="2567"/>
                  </a:cubicBezTo>
                  <a:cubicBezTo>
                    <a:pt x="280" y="2604"/>
                    <a:pt x="353" y="2621"/>
                    <a:pt x="422" y="2621"/>
                  </a:cubicBezTo>
                  <a:cubicBezTo>
                    <a:pt x="547" y="2621"/>
                    <a:pt x="656" y="2564"/>
                    <a:pt x="723" y="2464"/>
                  </a:cubicBezTo>
                  <a:cubicBezTo>
                    <a:pt x="774" y="2464"/>
                    <a:pt x="774" y="2413"/>
                    <a:pt x="826" y="2361"/>
                  </a:cubicBezTo>
                  <a:cubicBezTo>
                    <a:pt x="826" y="2361"/>
                    <a:pt x="826" y="2361"/>
                    <a:pt x="826" y="2309"/>
                  </a:cubicBezTo>
                  <a:lnTo>
                    <a:pt x="929" y="2258"/>
                  </a:lnTo>
                  <a:cubicBezTo>
                    <a:pt x="981" y="2155"/>
                    <a:pt x="1084" y="2051"/>
                    <a:pt x="1135" y="1948"/>
                  </a:cubicBezTo>
                  <a:cubicBezTo>
                    <a:pt x="1187" y="1897"/>
                    <a:pt x="1239" y="1845"/>
                    <a:pt x="1290" y="1742"/>
                  </a:cubicBezTo>
                  <a:lnTo>
                    <a:pt x="1393" y="1639"/>
                  </a:lnTo>
                  <a:lnTo>
                    <a:pt x="1393" y="1587"/>
                  </a:lnTo>
                  <a:cubicBezTo>
                    <a:pt x="1497" y="1432"/>
                    <a:pt x="1651" y="1278"/>
                    <a:pt x="1755" y="1071"/>
                  </a:cubicBezTo>
                  <a:cubicBezTo>
                    <a:pt x="1858" y="865"/>
                    <a:pt x="1961" y="659"/>
                    <a:pt x="2012" y="401"/>
                  </a:cubicBezTo>
                  <a:cubicBezTo>
                    <a:pt x="2012" y="349"/>
                    <a:pt x="1961" y="297"/>
                    <a:pt x="1961" y="246"/>
                  </a:cubicBezTo>
                  <a:cubicBezTo>
                    <a:pt x="1909" y="143"/>
                    <a:pt x="1858" y="40"/>
                    <a:pt x="1755" y="40"/>
                  </a:cubicBezTo>
                  <a:cubicBezTo>
                    <a:pt x="1703" y="14"/>
                    <a:pt x="1651" y="1"/>
                    <a:pt x="16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" name="Google Shape;330;p15">
              <a:extLst>
                <a:ext uri="{FF2B5EF4-FFF2-40B4-BE49-F238E27FC236}">
                  <a16:creationId xmlns:a16="http://schemas.microsoft.com/office/drawing/2014/main" id="{78EB0519-A5D3-E1B0-607D-FEFA12B42B62}"/>
                </a:ext>
              </a:extLst>
            </p:cNvPr>
            <p:cNvSpPr/>
            <p:nvPr/>
          </p:nvSpPr>
          <p:spPr>
            <a:xfrm flipH="1">
              <a:off x="-1630894" y="2745318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" name="Google Shape;331;p15">
              <a:extLst>
                <a:ext uri="{FF2B5EF4-FFF2-40B4-BE49-F238E27FC236}">
                  <a16:creationId xmlns:a16="http://schemas.microsoft.com/office/drawing/2014/main" id="{798EEAB3-63F4-2AEE-1E6C-EE3D0EDBA660}"/>
                </a:ext>
              </a:extLst>
            </p:cNvPr>
            <p:cNvSpPr/>
            <p:nvPr/>
          </p:nvSpPr>
          <p:spPr>
            <a:xfrm flipH="1">
              <a:off x="-1272712" y="2355350"/>
              <a:ext cx="53942" cy="32757"/>
            </a:xfrm>
            <a:custGeom>
              <a:avLst/>
              <a:gdLst/>
              <a:ahLst/>
              <a:cxnLst/>
              <a:rect l="l" t="t" r="r" b="b"/>
              <a:pathLst>
                <a:path w="2890" h="1755" extrusionOk="0">
                  <a:moveTo>
                    <a:pt x="2528" y="1"/>
                  </a:moveTo>
                  <a:cubicBezTo>
                    <a:pt x="2322" y="1"/>
                    <a:pt x="2167" y="52"/>
                    <a:pt x="2012" y="156"/>
                  </a:cubicBezTo>
                  <a:lnTo>
                    <a:pt x="1909" y="207"/>
                  </a:lnTo>
                  <a:lnTo>
                    <a:pt x="1857" y="207"/>
                  </a:lnTo>
                  <a:cubicBezTo>
                    <a:pt x="1703" y="310"/>
                    <a:pt x="1599" y="362"/>
                    <a:pt x="1445" y="465"/>
                  </a:cubicBezTo>
                  <a:lnTo>
                    <a:pt x="1290" y="465"/>
                  </a:lnTo>
                  <a:cubicBezTo>
                    <a:pt x="1135" y="517"/>
                    <a:pt x="929" y="568"/>
                    <a:pt x="774" y="672"/>
                  </a:cubicBezTo>
                  <a:cubicBezTo>
                    <a:pt x="722" y="723"/>
                    <a:pt x="619" y="826"/>
                    <a:pt x="619" y="878"/>
                  </a:cubicBezTo>
                  <a:lnTo>
                    <a:pt x="464" y="878"/>
                  </a:lnTo>
                  <a:cubicBezTo>
                    <a:pt x="361" y="878"/>
                    <a:pt x="258" y="929"/>
                    <a:pt x="206" y="981"/>
                  </a:cubicBezTo>
                  <a:cubicBezTo>
                    <a:pt x="52" y="1084"/>
                    <a:pt x="0" y="1239"/>
                    <a:pt x="52" y="1394"/>
                  </a:cubicBezTo>
                  <a:cubicBezTo>
                    <a:pt x="103" y="1549"/>
                    <a:pt x="206" y="1703"/>
                    <a:pt x="361" y="1755"/>
                  </a:cubicBezTo>
                  <a:lnTo>
                    <a:pt x="619" y="1755"/>
                  </a:lnTo>
                  <a:cubicBezTo>
                    <a:pt x="980" y="1703"/>
                    <a:pt x="1341" y="1652"/>
                    <a:pt x="1651" y="1497"/>
                  </a:cubicBezTo>
                  <a:cubicBezTo>
                    <a:pt x="1960" y="1342"/>
                    <a:pt x="2218" y="1136"/>
                    <a:pt x="2476" y="929"/>
                  </a:cubicBezTo>
                  <a:lnTo>
                    <a:pt x="2476" y="878"/>
                  </a:lnTo>
                  <a:cubicBezTo>
                    <a:pt x="2580" y="775"/>
                    <a:pt x="2683" y="672"/>
                    <a:pt x="2786" y="620"/>
                  </a:cubicBezTo>
                  <a:cubicBezTo>
                    <a:pt x="2889" y="517"/>
                    <a:pt x="2889" y="362"/>
                    <a:pt x="2889" y="259"/>
                  </a:cubicBezTo>
                  <a:cubicBezTo>
                    <a:pt x="2837" y="104"/>
                    <a:pt x="2683" y="1"/>
                    <a:pt x="25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0" name="Google Shape;332;p15">
              <a:extLst>
                <a:ext uri="{FF2B5EF4-FFF2-40B4-BE49-F238E27FC236}">
                  <a16:creationId xmlns:a16="http://schemas.microsoft.com/office/drawing/2014/main" id="{63BE8779-B62E-CDF8-D96D-DE77F8F9A77F}"/>
                </a:ext>
              </a:extLst>
            </p:cNvPr>
            <p:cNvSpPr/>
            <p:nvPr/>
          </p:nvSpPr>
          <p:spPr>
            <a:xfrm flipH="1">
              <a:off x="-1343957" y="2313223"/>
              <a:ext cx="23126" cy="35408"/>
            </a:xfrm>
            <a:custGeom>
              <a:avLst/>
              <a:gdLst/>
              <a:ahLst/>
              <a:cxnLst/>
              <a:rect l="l" t="t" r="r" b="b"/>
              <a:pathLst>
                <a:path w="1239" h="1897" extrusionOk="0">
                  <a:moveTo>
                    <a:pt x="748" y="1"/>
                  </a:moveTo>
                  <a:cubicBezTo>
                    <a:pt x="684" y="1"/>
                    <a:pt x="619" y="14"/>
                    <a:pt x="568" y="40"/>
                  </a:cubicBezTo>
                  <a:cubicBezTo>
                    <a:pt x="413" y="40"/>
                    <a:pt x="310" y="143"/>
                    <a:pt x="258" y="246"/>
                  </a:cubicBezTo>
                  <a:cubicBezTo>
                    <a:pt x="258" y="298"/>
                    <a:pt x="207" y="349"/>
                    <a:pt x="207" y="349"/>
                  </a:cubicBezTo>
                  <a:cubicBezTo>
                    <a:pt x="207" y="401"/>
                    <a:pt x="207" y="401"/>
                    <a:pt x="207" y="452"/>
                  </a:cubicBezTo>
                  <a:lnTo>
                    <a:pt x="207" y="504"/>
                  </a:lnTo>
                  <a:cubicBezTo>
                    <a:pt x="207" y="659"/>
                    <a:pt x="155" y="813"/>
                    <a:pt x="52" y="917"/>
                  </a:cubicBezTo>
                  <a:cubicBezTo>
                    <a:pt x="52" y="1020"/>
                    <a:pt x="0" y="1123"/>
                    <a:pt x="0" y="1278"/>
                  </a:cubicBezTo>
                  <a:cubicBezTo>
                    <a:pt x="0" y="1432"/>
                    <a:pt x="52" y="1536"/>
                    <a:pt x="155" y="1690"/>
                  </a:cubicBezTo>
                  <a:cubicBezTo>
                    <a:pt x="258" y="1845"/>
                    <a:pt x="413" y="1897"/>
                    <a:pt x="568" y="1897"/>
                  </a:cubicBezTo>
                  <a:cubicBezTo>
                    <a:pt x="826" y="1794"/>
                    <a:pt x="1032" y="1639"/>
                    <a:pt x="1135" y="1381"/>
                  </a:cubicBezTo>
                  <a:lnTo>
                    <a:pt x="1135" y="1123"/>
                  </a:lnTo>
                  <a:cubicBezTo>
                    <a:pt x="1239" y="865"/>
                    <a:pt x="1239" y="607"/>
                    <a:pt x="1187" y="349"/>
                  </a:cubicBezTo>
                  <a:cubicBezTo>
                    <a:pt x="1135" y="246"/>
                    <a:pt x="1084" y="143"/>
                    <a:pt x="929" y="40"/>
                  </a:cubicBezTo>
                  <a:cubicBezTo>
                    <a:pt x="877" y="14"/>
                    <a:pt x="813" y="1"/>
                    <a:pt x="7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1" name="Google Shape;333;p15">
              <a:extLst>
                <a:ext uri="{FF2B5EF4-FFF2-40B4-BE49-F238E27FC236}">
                  <a16:creationId xmlns:a16="http://schemas.microsoft.com/office/drawing/2014/main" id="{C9296FC6-C543-316E-B410-B06AF0A481E4}"/>
                </a:ext>
              </a:extLst>
            </p:cNvPr>
            <p:cNvSpPr/>
            <p:nvPr/>
          </p:nvSpPr>
          <p:spPr>
            <a:xfrm flipH="1">
              <a:off x="-1080127" y="2094414"/>
              <a:ext cx="56835" cy="65738"/>
            </a:xfrm>
            <a:custGeom>
              <a:avLst/>
              <a:gdLst/>
              <a:ahLst/>
              <a:cxnLst/>
              <a:rect l="l" t="t" r="r" b="b"/>
              <a:pathLst>
                <a:path w="3045" h="3522" extrusionOk="0">
                  <a:moveTo>
                    <a:pt x="1806" y="1"/>
                  </a:moveTo>
                  <a:cubicBezTo>
                    <a:pt x="1548" y="1"/>
                    <a:pt x="1290" y="52"/>
                    <a:pt x="1033" y="155"/>
                  </a:cubicBezTo>
                  <a:lnTo>
                    <a:pt x="775" y="207"/>
                  </a:lnTo>
                  <a:lnTo>
                    <a:pt x="723" y="207"/>
                  </a:lnTo>
                  <a:cubicBezTo>
                    <a:pt x="671" y="207"/>
                    <a:pt x="620" y="258"/>
                    <a:pt x="568" y="258"/>
                  </a:cubicBezTo>
                  <a:lnTo>
                    <a:pt x="362" y="258"/>
                  </a:lnTo>
                  <a:cubicBezTo>
                    <a:pt x="156" y="258"/>
                    <a:pt x="1" y="413"/>
                    <a:pt x="1" y="671"/>
                  </a:cubicBezTo>
                  <a:cubicBezTo>
                    <a:pt x="1" y="878"/>
                    <a:pt x="156" y="1032"/>
                    <a:pt x="362" y="1032"/>
                  </a:cubicBezTo>
                  <a:lnTo>
                    <a:pt x="620" y="1032"/>
                  </a:lnTo>
                  <a:cubicBezTo>
                    <a:pt x="723" y="1045"/>
                    <a:pt x="826" y="1052"/>
                    <a:pt x="929" y="1052"/>
                  </a:cubicBezTo>
                  <a:cubicBezTo>
                    <a:pt x="1236" y="1052"/>
                    <a:pt x="1536" y="994"/>
                    <a:pt x="1806" y="878"/>
                  </a:cubicBezTo>
                  <a:lnTo>
                    <a:pt x="2309" y="827"/>
                  </a:lnTo>
                  <a:lnTo>
                    <a:pt x="2309" y="827"/>
                  </a:lnTo>
                  <a:cubicBezTo>
                    <a:pt x="2271" y="836"/>
                    <a:pt x="2271" y="882"/>
                    <a:pt x="2271" y="929"/>
                  </a:cubicBezTo>
                  <a:cubicBezTo>
                    <a:pt x="2219" y="1032"/>
                    <a:pt x="2167" y="1084"/>
                    <a:pt x="2167" y="1187"/>
                  </a:cubicBezTo>
                  <a:cubicBezTo>
                    <a:pt x="1961" y="1393"/>
                    <a:pt x="1858" y="1703"/>
                    <a:pt x="1806" y="1961"/>
                  </a:cubicBezTo>
                  <a:cubicBezTo>
                    <a:pt x="1755" y="2012"/>
                    <a:pt x="1755" y="2064"/>
                    <a:pt x="1755" y="2116"/>
                  </a:cubicBezTo>
                  <a:cubicBezTo>
                    <a:pt x="1703" y="2270"/>
                    <a:pt x="1806" y="2374"/>
                    <a:pt x="1910" y="2374"/>
                  </a:cubicBezTo>
                  <a:lnTo>
                    <a:pt x="1910" y="2477"/>
                  </a:lnTo>
                  <a:cubicBezTo>
                    <a:pt x="1755" y="2683"/>
                    <a:pt x="1703" y="2993"/>
                    <a:pt x="1755" y="3251"/>
                  </a:cubicBezTo>
                  <a:cubicBezTo>
                    <a:pt x="1798" y="3422"/>
                    <a:pt x="1946" y="3522"/>
                    <a:pt x="2114" y="3522"/>
                  </a:cubicBezTo>
                  <a:cubicBezTo>
                    <a:pt x="2148" y="3522"/>
                    <a:pt x="2184" y="3517"/>
                    <a:pt x="2219" y="3509"/>
                  </a:cubicBezTo>
                  <a:cubicBezTo>
                    <a:pt x="2374" y="3457"/>
                    <a:pt x="2477" y="3302"/>
                    <a:pt x="2529" y="3147"/>
                  </a:cubicBezTo>
                  <a:cubicBezTo>
                    <a:pt x="2529" y="3096"/>
                    <a:pt x="2529" y="3096"/>
                    <a:pt x="2529" y="3044"/>
                  </a:cubicBezTo>
                  <a:lnTo>
                    <a:pt x="2529" y="2993"/>
                  </a:lnTo>
                  <a:lnTo>
                    <a:pt x="2529" y="2941"/>
                  </a:lnTo>
                  <a:lnTo>
                    <a:pt x="2529" y="2889"/>
                  </a:lnTo>
                  <a:cubicBezTo>
                    <a:pt x="2529" y="2838"/>
                    <a:pt x="2529" y="2838"/>
                    <a:pt x="2580" y="2786"/>
                  </a:cubicBezTo>
                  <a:cubicBezTo>
                    <a:pt x="2683" y="2580"/>
                    <a:pt x="2787" y="2374"/>
                    <a:pt x="2838" y="2167"/>
                  </a:cubicBezTo>
                  <a:cubicBezTo>
                    <a:pt x="2993" y="1755"/>
                    <a:pt x="3044" y="1342"/>
                    <a:pt x="3044" y="878"/>
                  </a:cubicBezTo>
                  <a:cubicBezTo>
                    <a:pt x="3044" y="723"/>
                    <a:pt x="2941" y="568"/>
                    <a:pt x="2787" y="516"/>
                  </a:cubicBezTo>
                  <a:cubicBezTo>
                    <a:pt x="2761" y="491"/>
                    <a:pt x="2735" y="478"/>
                    <a:pt x="2703" y="478"/>
                  </a:cubicBezTo>
                  <a:cubicBezTo>
                    <a:pt x="2670" y="478"/>
                    <a:pt x="2632" y="491"/>
                    <a:pt x="2580" y="516"/>
                  </a:cubicBezTo>
                  <a:cubicBezTo>
                    <a:pt x="2580" y="465"/>
                    <a:pt x="2529" y="465"/>
                    <a:pt x="2477" y="465"/>
                  </a:cubicBezTo>
                  <a:lnTo>
                    <a:pt x="2219" y="465"/>
                  </a:lnTo>
                  <a:lnTo>
                    <a:pt x="2219" y="362"/>
                  </a:lnTo>
                  <a:cubicBezTo>
                    <a:pt x="2219" y="155"/>
                    <a:pt x="2013" y="52"/>
                    <a:pt x="18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2" name="Google Shape;334;p15">
              <a:extLst>
                <a:ext uri="{FF2B5EF4-FFF2-40B4-BE49-F238E27FC236}">
                  <a16:creationId xmlns:a16="http://schemas.microsoft.com/office/drawing/2014/main" id="{549F2E5C-028A-DE12-A54E-10ACFD311585}"/>
                </a:ext>
              </a:extLst>
            </p:cNvPr>
            <p:cNvSpPr/>
            <p:nvPr/>
          </p:nvSpPr>
          <p:spPr>
            <a:xfrm flipH="1">
              <a:off x="-1188925" y="2060705"/>
              <a:ext cx="21203" cy="52990"/>
            </a:xfrm>
            <a:custGeom>
              <a:avLst/>
              <a:gdLst/>
              <a:ahLst/>
              <a:cxnLst/>
              <a:rect l="l" t="t" r="r" b="b"/>
              <a:pathLst>
                <a:path w="1136" h="2839" extrusionOk="0">
                  <a:moveTo>
                    <a:pt x="517" y="1"/>
                  </a:moveTo>
                  <a:cubicBezTo>
                    <a:pt x="310" y="1"/>
                    <a:pt x="207" y="156"/>
                    <a:pt x="207" y="362"/>
                  </a:cubicBezTo>
                  <a:cubicBezTo>
                    <a:pt x="156" y="672"/>
                    <a:pt x="156" y="1033"/>
                    <a:pt x="104" y="1342"/>
                  </a:cubicBezTo>
                  <a:lnTo>
                    <a:pt x="1" y="1755"/>
                  </a:lnTo>
                  <a:cubicBezTo>
                    <a:pt x="1" y="1807"/>
                    <a:pt x="1" y="1910"/>
                    <a:pt x="1" y="1961"/>
                  </a:cubicBezTo>
                  <a:cubicBezTo>
                    <a:pt x="1" y="2116"/>
                    <a:pt x="1" y="2271"/>
                    <a:pt x="1" y="2477"/>
                  </a:cubicBezTo>
                  <a:cubicBezTo>
                    <a:pt x="1" y="2632"/>
                    <a:pt x="156" y="2838"/>
                    <a:pt x="362" y="2838"/>
                  </a:cubicBezTo>
                  <a:cubicBezTo>
                    <a:pt x="568" y="2838"/>
                    <a:pt x="723" y="2632"/>
                    <a:pt x="723" y="2426"/>
                  </a:cubicBezTo>
                  <a:cubicBezTo>
                    <a:pt x="723" y="2271"/>
                    <a:pt x="723" y="2064"/>
                    <a:pt x="723" y="1910"/>
                  </a:cubicBezTo>
                  <a:cubicBezTo>
                    <a:pt x="723" y="1807"/>
                    <a:pt x="723" y="1703"/>
                    <a:pt x="775" y="1600"/>
                  </a:cubicBezTo>
                  <a:lnTo>
                    <a:pt x="775" y="1497"/>
                  </a:lnTo>
                  <a:cubicBezTo>
                    <a:pt x="775" y="1445"/>
                    <a:pt x="826" y="1394"/>
                    <a:pt x="826" y="1291"/>
                  </a:cubicBezTo>
                  <a:cubicBezTo>
                    <a:pt x="826" y="1187"/>
                    <a:pt x="826" y="1084"/>
                    <a:pt x="878" y="930"/>
                  </a:cubicBezTo>
                  <a:lnTo>
                    <a:pt x="930" y="878"/>
                  </a:lnTo>
                  <a:lnTo>
                    <a:pt x="930" y="826"/>
                  </a:lnTo>
                  <a:cubicBezTo>
                    <a:pt x="1136" y="775"/>
                    <a:pt x="1136" y="517"/>
                    <a:pt x="930" y="517"/>
                  </a:cubicBezTo>
                  <a:lnTo>
                    <a:pt x="878" y="517"/>
                  </a:lnTo>
                  <a:lnTo>
                    <a:pt x="878" y="362"/>
                  </a:lnTo>
                  <a:cubicBezTo>
                    <a:pt x="878" y="156"/>
                    <a:pt x="723" y="1"/>
                    <a:pt x="5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" name="Google Shape;335;p15">
              <a:extLst>
                <a:ext uri="{FF2B5EF4-FFF2-40B4-BE49-F238E27FC236}">
                  <a16:creationId xmlns:a16="http://schemas.microsoft.com/office/drawing/2014/main" id="{0C57A22C-1315-82E2-2811-09EC978C2C7E}"/>
                </a:ext>
              </a:extLst>
            </p:cNvPr>
            <p:cNvSpPr/>
            <p:nvPr/>
          </p:nvSpPr>
          <p:spPr>
            <a:xfrm flipH="1">
              <a:off x="-873113" y="2120656"/>
              <a:ext cx="43359" cy="42164"/>
            </a:xfrm>
            <a:custGeom>
              <a:avLst/>
              <a:gdLst/>
              <a:ahLst/>
              <a:cxnLst/>
              <a:rect l="l" t="t" r="r" b="b"/>
              <a:pathLst>
                <a:path w="2323" h="2259" extrusionOk="0">
                  <a:moveTo>
                    <a:pt x="2096" y="0"/>
                  </a:moveTo>
                  <a:cubicBezTo>
                    <a:pt x="2038" y="0"/>
                    <a:pt x="1987" y="13"/>
                    <a:pt x="1961" y="39"/>
                  </a:cubicBezTo>
                  <a:cubicBezTo>
                    <a:pt x="1806" y="142"/>
                    <a:pt x="1703" y="245"/>
                    <a:pt x="1548" y="297"/>
                  </a:cubicBezTo>
                  <a:lnTo>
                    <a:pt x="1497" y="297"/>
                  </a:lnTo>
                  <a:lnTo>
                    <a:pt x="1394" y="400"/>
                  </a:lnTo>
                  <a:cubicBezTo>
                    <a:pt x="1136" y="503"/>
                    <a:pt x="929" y="658"/>
                    <a:pt x="774" y="813"/>
                  </a:cubicBezTo>
                  <a:lnTo>
                    <a:pt x="723" y="864"/>
                  </a:lnTo>
                  <a:cubicBezTo>
                    <a:pt x="671" y="864"/>
                    <a:pt x="620" y="916"/>
                    <a:pt x="568" y="968"/>
                  </a:cubicBezTo>
                  <a:cubicBezTo>
                    <a:pt x="517" y="1019"/>
                    <a:pt x="413" y="1071"/>
                    <a:pt x="310" y="1174"/>
                  </a:cubicBezTo>
                  <a:cubicBezTo>
                    <a:pt x="155" y="1277"/>
                    <a:pt x="1" y="1535"/>
                    <a:pt x="1" y="1741"/>
                  </a:cubicBezTo>
                  <a:cubicBezTo>
                    <a:pt x="1" y="1793"/>
                    <a:pt x="1" y="1845"/>
                    <a:pt x="52" y="1896"/>
                  </a:cubicBezTo>
                  <a:cubicBezTo>
                    <a:pt x="13" y="2093"/>
                    <a:pt x="153" y="2259"/>
                    <a:pt x="336" y="2259"/>
                  </a:cubicBezTo>
                  <a:cubicBezTo>
                    <a:pt x="393" y="2259"/>
                    <a:pt x="455" y="2243"/>
                    <a:pt x="517" y="2206"/>
                  </a:cubicBezTo>
                  <a:cubicBezTo>
                    <a:pt x="671" y="2103"/>
                    <a:pt x="826" y="1999"/>
                    <a:pt x="929" y="1845"/>
                  </a:cubicBezTo>
                  <a:cubicBezTo>
                    <a:pt x="1084" y="1741"/>
                    <a:pt x="1187" y="1638"/>
                    <a:pt x="1342" y="1535"/>
                  </a:cubicBezTo>
                  <a:cubicBezTo>
                    <a:pt x="1600" y="1277"/>
                    <a:pt x="1806" y="968"/>
                    <a:pt x="2013" y="761"/>
                  </a:cubicBezTo>
                  <a:cubicBezTo>
                    <a:pt x="2064" y="658"/>
                    <a:pt x="2064" y="606"/>
                    <a:pt x="2064" y="503"/>
                  </a:cubicBezTo>
                  <a:cubicBezTo>
                    <a:pt x="2116" y="452"/>
                    <a:pt x="2167" y="400"/>
                    <a:pt x="2219" y="349"/>
                  </a:cubicBezTo>
                  <a:cubicBezTo>
                    <a:pt x="2322" y="297"/>
                    <a:pt x="2322" y="142"/>
                    <a:pt x="2271" y="39"/>
                  </a:cubicBezTo>
                  <a:cubicBezTo>
                    <a:pt x="2219" y="13"/>
                    <a:pt x="2154" y="0"/>
                    <a:pt x="2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4" name="Google Shape;336;p15">
              <a:extLst>
                <a:ext uri="{FF2B5EF4-FFF2-40B4-BE49-F238E27FC236}">
                  <a16:creationId xmlns:a16="http://schemas.microsoft.com/office/drawing/2014/main" id="{80456172-AF57-A4A9-7A9B-93FB7D593EDA}"/>
                </a:ext>
              </a:extLst>
            </p:cNvPr>
            <p:cNvSpPr/>
            <p:nvPr/>
          </p:nvSpPr>
          <p:spPr>
            <a:xfrm flipH="1">
              <a:off x="-1471065" y="1962732"/>
              <a:ext cx="24097" cy="71524"/>
            </a:xfrm>
            <a:custGeom>
              <a:avLst/>
              <a:gdLst/>
              <a:ahLst/>
              <a:cxnLst/>
              <a:rect l="l" t="t" r="r" b="b"/>
              <a:pathLst>
                <a:path w="1291" h="3832" extrusionOk="0">
                  <a:moveTo>
                    <a:pt x="516" y="1"/>
                  </a:moveTo>
                  <a:cubicBezTo>
                    <a:pt x="323" y="1"/>
                    <a:pt x="129" y="117"/>
                    <a:pt x="104" y="349"/>
                  </a:cubicBezTo>
                  <a:lnTo>
                    <a:pt x="104" y="452"/>
                  </a:lnTo>
                  <a:cubicBezTo>
                    <a:pt x="104" y="555"/>
                    <a:pt x="104" y="607"/>
                    <a:pt x="104" y="710"/>
                  </a:cubicBezTo>
                  <a:lnTo>
                    <a:pt x="104" y="1123"/>
                  </a:lnTo>
                  <a:lnTo>
                    <a:pt x="104" y="1897"/>
                  </a:lnTo>
                  <a:lnTo>
                    <a:pt x="104" y="2722"/>
                  </a:lnTo>
                  <a:cubicBezTo>
                    <a:pt x="104" y="2774"/>
                    <a:pt x="104" y="2877"/>
                    <a:pt x="52" y="2980"/>
                  </a:cubicBezTo>
                  <a:cubicBezTo>
                    <a:pt x="52" y="3135"/>
                    <a:pt x="0" y="3290"/>
                    <a:pt x="0" y="3444"/>
                  </a:cubicBezTo>
                  <a:cubicBezTo>
                    <a:pt x="0" y="3548"/>
                    <a:pt x="52" y="3702"/>
                    <a:pt x="207" y="3754"/>
                  </a:cubicBezTo>
                  <a:cubicBezTo>
                    <a:pt x="258" y="3806"/>
                    <a:pt x="323" y="3831"/>
                    <a:pt x="394" y="3831"/>
                  </a:cubicBezTo>
                  <a:cubicBezTo>
                    <a:pt x="465" y="3831"/>
                    <a:pt x="542" y="3806"/>
                    <a:pt x="619" y="3754"/>
                  </a:cubicBezTo>
                  <a:cubicBezTo>
                    <a:pt x="826" y="3548"/>
                    <a:pt x="981" y="3238"/>
                    <a:pt x="1032" y="2929"/>
                  </a:cubicBezTo>
                  <a:cubicBezTo>
                    <a:pt x="1084" y="2619"/>
                    <a:pt x="1135" y="2309"/>
                    <a:pt x="1135" y="2000"/>
                  </a:cubicBezTo>
                  <a:lnTo>
                    <a:pt x="1135" y="1897"/>
                  </a:lnTo>
                  <a:cubicBezTo>
                    <a:pt x="1135" y="1845"/>
                    <a:pt x="1135" y="1794"/>
                    <a:pt x="1135" y="1794"/>
                  </a:cubicBezTo>
                  <a:lnTo>
                    <a:pt x="1135" y="1587"/>
                  </a:lnTo>
                  <a:lnTo>
                    <a:pt x="1135" y="1329"/>
                  </a:lnTo>
                  <a:cubicBezTo>
                    <a:pt x="1135" y="1278"/>
                    <a:pt x="1135" y="1226"/>
                    <a:pt x="1135" y="1123"/>
                  </a:cubicBezTo>
                  <a:cubicBezTo>
                    <a:pt x="1290" y="968"/>
                    <a:pt x="1239" y="659"/>
                    <a:pt x="981" y="607"/>
                  </a:cubicBezTo>
                  <a:cubicBezTo>
                    <a:pt x="981" y="555"/>
                    <a:pt x="981" y="555"/>
                    <a:pt x="981" y="504"/>
                  </a:cubicBezTo>
                  <a:cubicBezTo>
                    <a:pt x="981" y="401"/>
                    <a:pt x="929" y="401"/>
                    <a:pt x="929" y="349"/>
                  </a:cubicBezTo>
                  <a:cubicBezTo>
                    <a:pt x="903" y="117"/>
                    <a:pt x="710" y="1"/>
                    <a:pt x="5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5" name="Google Shape;337;p15">
              <a:extLst>
                <a:ext uri="{FF2B5EF4-FFF2-40B4-BE49-F238E27FC236}">
                  <a16:creationId xmlns:a16="http://schemas.microsoft.com/office/drawing/2014/main" id="{61E7C753-CE5D-533D-C454-4697C27C7245}"/>
                </a:ext>
              </a:extLst>
            </p:cNvPr>
            <p:cNvSpPr/>
            <p:nvPr/>
          </p:nvSpPr>
          <p:spPr>
            <a:xfrm flipH="1">
              <a:off x="-1274635" y="1714842"/>
              <a:ext cx="65495" cy="40652"/>
            </a:xfrm>
            <a:custGeom>
              <a:avLst/>
              <a:gdLst/>
              <a:ahLst/>
              <a:cxnLst/>
              <a:rect l="l" t="t" r="r" b="b"/>
              <a:pathLst>
                <a:path w="3509" h="2178" extrusionOk="0">
                  <a:moveTo>
                    <a:pt x="2939" y="1"/>
                  </a:moveTo>
                  <a:cubicBezTo>
                    <a:pt x="2905" y="1"/>
                    <a:pt x="2871" y="4"/>
                    <a:pt x="2838" y="11"/>
                  </a:cubicBezTo>
                  <a:cubicBezTo>
                    <a:pt x="2683" y="63"/>
                    <a:pt x="2528" y="166"/>
                    <a:pt x="2322" y="217"/>
                  </a:cubicBezTo>
                  <a:cubicBezTo>
                    <a:pt x="2219" y="269"/>
                    <a:pt x="2115" y="269"/>
                    <a:pt x="2012" y="320"/>
                  </a:cubicBezTo>
                  <a:cubicBezTo>
                    <a:pt x="1961" y="372"/>
                    <a:pt x="1754" y="424"/>
                    <a:pt x="1599" y="527"/>
                  </a:cubicBezTo>
                  <a:lnTo>
                    <a:pt x="1496" y="527"/>
                  </a:lnTo>
                  <a:lnTo>
                    <a:pt x="1393" y="578"/>
                  </a:lnTo>
                  <a:cubicBezTo>
                    <a:pt x="1084" y="630"/>
                    <a:pt x="774" y="785"/>
                    <a:pt x="516" y="940"/>
                  </a:cubicBezTo>
                  <a:cubicBezTo>
                    <a:pt x="258" y="940"/>
                    <a:pt x="0" y="1146"/>
                    <a:pt x="0" y="1455"/>
                  </a:cubicBezTo>
                  <a:cubicBezTo>
                    <a:pt x="0" y="1507"/>
                    <a:pt x="0" y="1559"/>
                    <a:pt x="52" y="1610"/>
                  </a:cubicBezTo>
                  <a:cubicBezTo>
                    <a:pt x="52" y="1713"/>
                    <a:pt x="52" y="1816"/>
                    <a:pt x="103" y="1868"/>
                  </a:cubicBezTo>
                  <a:cubicBezTo>
                    <a:pt x="207" y="2023"/>
                    <a:pt x="361" y="2126"/>
                    <a:pt x="568" y="2178"/>
                  </a:cubicBezTo>
                  <a:cubicBezTo>
                    <a:pt x="980" y="2126"/>
                    <a:pt x="1393" y="2023"/>
                    <a:pt x="1754" y="1816"/>
                  </a:cubicBezTo>
                  <a:cubicBezTo>
                    <a:pt x="2064" y="1662"/>
                    <a:pt x="2373" y="1507"/>
                    <a:pt x="2683" y="1352"/>
                  </a:cubicBezTo>
                  <a:cubicBezTo>
                    <a:pt x="2786" y="1249"/>
                    <a:pt x="2838" y="1197"/>
                    <a:pt x="2889" y="1094"/>
                  </a:cubicBezTo>
                  <a:lnTo>
                    <a:pt x="3250" y="888"/>
                  </a:lnTo>
                  <a:cubicBezTo>
                    <a:pt x="3457" y="785"/>
                    <a:pt x="3508" y="527"/>
                    <a:pt x="3457" y="320"/>
                  </a:cubicBezTo>
                  <a:cubicBezTo>
                    <a:pt x="3367" y="141"/>
                    <a:pt x="3161" y="1"/>
                    <a:pt x="29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338;p15">
              <a:extLst>
                <a:ext uri="{FF2B5EF4-FFF2-40B4-BE49-F238E27FC236}">
                  <a16:creationId xmlns:a16="http://schemas.microsoft.com/office/drawing/2014/main" id="{95758782-2D41-36AF-326C-C806C3DD0216}"/>
                </a:ext>
              </a:extLst>
            </p:cNvPr>
            <p:cNvSpPr/>
            <p:nvPr/>
          </p:nvSpPr>
          <p:spPr>
            <a:xfrm flipH="1">
              <a:off x="-1583709" y="1693433"/>
              <a:ext cx="50078" cy="56630"/>
            </a:xfrm>
            <a:custGeom>
              <a:avLst/>
              <a:gdLst/>
              <a:ahLst/>
              <a:cxnLst/>
              <a:rect l="l" t="t" r="r" b="b"/>
              <a:pathLst>
                <a:path w="2683" h="3034" extrusionOk="0">
                  <a:moveTo>
                    <a:pt x="2196" y="0"/>
                  </a:moveTo>
                  <a:cubicBezTo>
                    <a:pt x="2035" y="0"/>
                    <a:pt x="1875" y="92"/>
                    <a:pt x="1806" y="229"/>
                  </a:cubicBezTo>
                  <a:lnTo>
                    <a:pt x="1703" y="384"/>
                  </a:lnTo>
                  <a:lnTo>
                    <a:pt x="1600" y="539"/>
                  </a:lnTo>
                  <a:lnTo>
                    <a:pt x="1342" y="797"/>
                  </a:lnTo>
                  <a:lnTo>
                    <a:pt x="1290" y="952"/>
                  </a:lnTo>
                  <a:lnTo>
                    <a:pt x="1238" y="1003"/>
                  </a:lnTo>
                  <a:cubicBezTo>
                    <a:pt x="1135" y="1055"/>
                    <a:pt x="1032" y="1158"/>
                    <a:pt x="980" y="1261"/>
                  </a:cubicBezTo>
                  <a:cubicBezTo>
                    <a:pt x="619" y="1519"/>
                    <a:pt x="361" y="1829"/>
                    <a:pt x="155" y="2190"/>
                  </a:cubicBezTo>
                  <a:cubicBezTo>
                    <a:pt x="103" y="2241"/>
                    <a:pt x="103" y="2293"/>
                    <a:pt x="52" y="2344"/>
                  </a:cubicBezTo>
                  <a:cubicBezTo>
                    <a:pt x="0" y="2654"/>
                    <a:pt x="155" y="2963"/>
                    <a:pt x="465" y="3015"/>
                  </a:cubicBezTo>
                  <a:cubicBezTo>
                    <a:pt x="525" y="3027"/>
                    <a:pt x="584" y="3034"/>
                    <a:pt x="639" y="3034"/>
                  </a:cubicBezTo>
                  <a:cubicBezTo>
                    <a:pt x="817" y="3034"/>
                    <a:pt x="965" y="2966"/>
                    <a:pt x="1084" y="2809"/>
                  </a:cubicBezTo>
                  <a:cubicBezTo>
                    <a:pt x="1135" y="2706"/>
                    <a:pt x="1187" y="2654"/>
                    <a:pt x="1238" y="2602"/>
                  </a:cubicBezTo>
                  <a:lnTo>
                    <a:pt x="1342" y="2448"/>
                  </a:lnTo>
                  <a:cubicBezTo>
                    <a:pt x="1445" y="2344"/>
                    <a:pt x="1600" y="2190"/>
                    <a:pt x="1754" y="2035"/>
                  </a:cubicBezTo>
                  <a:cubicBezTo>
                    <a:pt x="1909" y="1829"/>
                    <a:pt x="2115" y="1622"/>
                    <a:pt x="2219" y="1364"/>
                  </a:cubicBezTo>
                  <a:cubicBezTo>
                    <a:pt x="2322" y="1158"/>
                    <a:pt x="2425" y="952"/>
                    <a:pt x="2528" y="745"/>
                  </a:cubicBezTo>
                  <a:cubicBezTo>
                    <a:pt x="2683" y="539"/>
                    <a:pt x="2631" y="229"/>
                    <a:pt x="2425" y="75"/>
                  </a:cubicBezTo>
                  <a:cubicBezTo>
                    <a:pt x="2356" y="23"/>
                    <a:pt x="2276" y="0"/>
                    <a:pt x="2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7" name="Google Shape;339;p15">
              <a:extLst>
                <a:ext uri="{FF2B5EF4-FFF2-40B4-BE49-F238E27FC236}">
                  <a16:creationId xmlns:a16="http://schemas.microsoft.com/office/drawing/2014/main" id="{5EE00452-8A80-B68E-C4B5-AECDE043B632}"/>
                </a:ext>
              </a:extLst>
            </p:cNvPr>
            <p:cNvSpPr/>
            <p:nvPr/>
          </p:nvSpPr>
          <p:spPr>
            <a:xfrm flipH="1">
              <a:off x="-1568310" y="1696737"/>
              <a:ext cx="989" cy="989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1" y="52"/>
                  </a:moveTo>
                  <a:lnTo>
                    <a:pt x="1" y="52"/>
                  </a:lnTo>
                  <a:cubicBezTo>
                    <a:pt x="1" y="52"/>
                    <a:pt x="52" y="1"/>
                    <a:pt x="1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8" name="Google Shape;340;p15">
              <a:extLst>
                <a:ext uri="{FF2B5EF4-FFF2-40B4-BE49-F238E27FC236}">
                  <a16:creationId xmlns:a16="http://schemas.microsoft.com/office/drawing/2014/main" id="{8E1A9D98-2879-5F9D-D6CC-26DB9F4C8321}"/>
                </a:ext>
              </a:extLst>
            </p:cNvPr>
            <p:cNvSpPr/>
            <p:nvPr/>
          </p:nvSpPr>
          <p:spPr>
            <a:xfrm flipH="1">
              <a:off x="-1554834" y="1744893"/>
              <a:ext cx="989" cy="971"/>
            </a:xfrm>
            <a:custGeom>
              <a:avLst/>
              <a:gdLst/>
              <a:ahLst/>
              <a:cxnLst/>
              <a:rect l="l" t="t" r="r" b="b"/>
              <a:pathLst>
                <a:path w="53" h="52" extrusionOk="0">
                  <a:moveTo>
                    <a:pt x="52" y="0"/>
                  </a:moveTo>
                  <a:lnTo>
                    <a:pt x="1" y="52"/>
                  </a:lnTo>
                  <a:lnTo>
                    <a:pt x="1" y="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Google Shape;341;p15">
              <a:extLst>
                <a:ext uri="{FF2B5EF4-FFF2-40B4-BE49-F238E27FC236}">
                  <a16:creationId xmlns:a16="http://schemas.microsoft.com/office/drawing/2014/main" id="{51C8A713-5E42-6785-0F5D-BD19CC511976}"/>
                </a:ext>
              </a:extLst>
            </p:cNvPr>
            <p:cNvSpPr/>
            <p:nvPr/>
          </p:nvSpPr>
          <p:spPr>
            <a:xfrm flipH="1">
              <a:off x="-1554834" y="1745845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Google Shape;342;p15">
              <a:extLst>
                <a:ext uri="{FF2B5EF4-FFF2-40B4-BE49-F238E27FC236}">
                  <a16:creationId xmlns:a16="http://schemas.microsoft.com/office/drawing/2014/main" id="{583AC129-0250-0552-BEDE-40AB340B0A77}"/>
                </a:ext>
              </a:extLst>
            </p:cNvPr>
            <p:cNvSpPr/>
            <p:nvPr/>
          </p:nvSpPr>
          <p:spPr>
            <a:xfrm flipH="1">
              <a:off x="-1230343" y="1437947"/>
              <a:ext cx="28912" cy="46009"/>
            </a:xfrm>
            <a:custGeom>
              <a:avLst/>
              <a:gdLst/>
              <a:ahLst/>
              <a:cxnLst/>
              <a:rect l="l" t="t" r="r" b="b"/>
              <a:pathLst>
                <a:path w="1549" h="2465" extrusionOk="0">
                  <a:moveTo>
                    <a:pt x="547" y="0"/>
                  </a:moveTo>
                  <a:cubicBezTo>
                    <a:pt x="359" y="0"/>
                    <a:pt x="187" y="125"/>
                    <a:pt x="155" y="350"/>
                  </a:cubicBezTo>
                  <a:cubicBezTo>
                    <a:pt x="104" y="504"/>
                    <a:pt x="52" y="659"/>
                    <a:pt x="52" y="814"/>
                  </a:cubicBezTo>
                  <a:cubicBezTo>
                    <a:pt x="52" y="1020"/>
                    <a:pt x="52" y="1175"/>
                    <a:pt x="52" y="1381"/>
                  </a:cubicBezTo>
                  <a:cubicBezTo>
                    <a:pt x="1" y="1485"/>
                    <a:pt x="1" y="1639"/>
                    <a:pt x="52" y="1743"/>
                  </a:cubicBezTo>
                  <a:cubicBezTo>
                    <a:pt x="52" y="1846"/>
                    <a:pt x="104" y="1949"/>
                    <a:pt x="155" y="2052"/>
                  </a:cubicBezTo>
                  <a:cubicBezTo>
                    <a:pt x="207" y="2310"/>
                    <a:pt x="465" y="2465"/>
                    <a:pt x="723" y="2465"/>
                  </a:cubicBezTo>
                  <a:cubicBezTo>
                    <a:pt x="826" y="2465"/>
                    <a:pt x="929" y="2413"/>
                    <a:pt x="981" y="2310"/>
                  </a:cubicBezTo>
                  <a:cubicBezTo>
                    <a:pt x="1084" y="2310"/>
                    <a:pt x="1187" y="2258"/>
                    <a:pt x="1239" y="2155"/>
                  </a:cubicBezTo>
                  <a:cubicBezTo>
                    <a:pt x="1497" y="1846"/>
                    <a:pt x="1548" y="1433"/>
                    <a:pt x="1445" y="1020"/>
                  </a:cubicBezTo>
                  <a:cubicBezTo>
                    <a:pt x="1342" y="711"/>
                    <a:pt x="1135" y="401"/>
                    <a:pt x="878" y="143"/>
                  </a:cubicBezTo>
                  <a:cubicBezTo>
                    <a:pt x="780" y="46"/>
                    <a:pt x="661" y="0"/>
                    <a:pt x="5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1" name="Google Shape;343;p15">
              <a:extLst>
                <a:ext uri="{FF2B5EF4-FFF2-40B4-BE49-F238E27FC236}">
                  <a16:creationId xmlns:a16="http://schemas.microsoft.com/office/drawing/2014/main" id="{BF4E0A7B-C313-5F86-1D08-8ECEDFF9D678}"/>
                </a:ext>
              </a:extLst>
            </p:cNvPr>
            <p:cNvSpPr/>
            <p:nvPr/>
          </p:nvSpPr>
          <p:spPr>
            <a:xfrm flipH="1">
              <a:off x="-1128264" y="2650201"/>
              <a:ext cx="56816" cy="43153"/>
            </a:xfrm>
            <a:custGeom>
              <a:avLst/>
              <a:gdLst/>
              <a:ahLst/>
              <a:cxnLst/>
              <a:rect l="l" t="t" r="r" b="b"/>
              <a:pathLst>
                <a:path w="3044" h="2312" extrusionOk="0">
                  <a:moveTo>
                    <a:pt x="2475" y="1"/>
                  </a:moveTo>
                  <a:cubicBezTo>
                    <a:pt x="2408" y="1"/>
                    <a:pt x="2339" y="14"/>
                    <a:pt x="2270" y="41"/>
                  </a:cubicBezTo>
                  <a:cubicBezTo>
                    <a:pt x="2012" y="248"/>
                    <a:pt x="1806" y="402"/>
                    <a:pt x="1548" y="557"/>
                  </a:cubicBezTo>
                  <a:cubicBezTo>
                    <a:pt x="1445" y="557"/>
                    <a:pt x="1341" y="609"/>
                    <a:pt x="1238" y="660"/>
                  </a:cubicBezTo>
                  <a:cubicBezTo>
                    <a:pt x="1135" y="712"/>
                    <a:pt x="1032" y="764"/>
                    <a:pt x="929" y="867"/>
                  </a:cubicBezTo>
                  <a:cubicBezTo>
                    <a:pt x="826" y="918"/>
                    <a:pt x="722" y="970"/>
                    <a:pt x="619" y="1022"/>
                  </a:cubicBezTo>
                  <a:cubicBezTo>
                    <a:pt x="464" y="1073"/>
                    <a:pt x="413" y="1228"/>
                    <a:pt x="361" y="1383"/>
                  </a:cubicBezTo>
                  <a:cubicBezTo>
                    <a:pt x="155" y="1434"/>
                    <a:pt x="0" y="1692"/>
                    <a:pt x="103" y="1950"/>
                  </a:cubicBezTo>
                  <a:cubicBezTo>
                    <a:pt x="155" y="2156"/>
                    <a:pt x="361" y="2311"/>
                    <a:pt x="568" y="2311"/>
                  </a:cubicBezTo>
                  <a:lnTo>
                    <a:pt x="722" y="2311"/>
                  </a:lnTo>
                  <a:cubicBezTo>
                    <a:pt x="1341" y="2156"/>
                    <a:pt x="1909" y="1795"/>
                    <a:pt x="2322" y="1331"/>
                  </a:cubicBezTo>
                  <a:cubicBezTo>
                    <a:pt x="2425" y="1279"/>
                    <a:pt x="2476" y="1176"/>
                    <a:pt x="2476" y="1073"/>
                  </a:cubicBezTo>
                  <a:lnTo>
                    <a:pt x="2734" y="918"/>
                  </a:lnTo>
                  <a:cubicBezTo>
                    <a:pt x="2941" y="764"/>
                    <a:pt x="3044" y="454"/>
                    <a:pt x="2941" y="248"/>
                  </a:cubicBezTo>
                  <a:cubicBezTo>
                    <a:pt x="2827" y="97"/>
                    <a:pt x="2659" y="1"/>
                    <a:pt x="2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6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ECD7AB80-38B6-54C5-D686-6943C50E46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20" b="14456"/>
          <a:stretch/>
        </p:blipFill>
        <p:spPr>
          <a:xfrm>
            <a:off x="9273619" y="97455"/>
            <a:ext cx="2918268" cy="1181700"/>
          </a:xfrm>
          <a:prstGeom prst="rect">
            <a:avLst/>
          </a:prstGeom>
        </p:spPr>
      </p:pic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27CC41A5-04FF-131C-26CF-4E9E9E8D1718}"/>
              </a:ext>
            </a:extLst>
          </p:cNvPr>
          <p:cNvSpPr/>
          <p:nvPr/>
        </p:nvSpPr>
        <p:spPr>
          <a:xfrm>
            <a:off x="1551260" y="1069148"/>
            <a:ext cx="10547564" cy="4737292"/>
          </a:xfrm>
          <a:prstGeom prst="flowChartAlternateProcess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Tx/>
              <a:buFontTx/>
              <a:buNone/>
              <a:defRPr/>
            </a:pPr>
            <a:r>
              <a:rPr lang="ja-JP" altLang="en-US" sz="8800" b="1" dirty="0">
                <a:ln w="22225">
                  <a:solidFill>
                    <a:srgbClr val="313752">
                      <a:lumMod val="50000"/>
                    </a:srgbClr>
                  </a:solidFill>
                  <a:prstDash val="solid"/>
                </a:ln>
                <a:solidFill>
                  <a:srgbClr val="F89097">
                    <a:lumMod val="75000"/>
                  </a:srgbClr>
                </a:solidFill>
                <a:latin typeface="HGGyoshotai" panose="03000609000000000000" pitchFamily="65" charset="-128"/>
                <a:ea typeface="HGGyoshotai" panose="03000609000000000000" pitchFamily="65" charset="-128"/>
                <a:cs typeface="+mn-cs"/>
              </a:rPr>
              <a:t>第</a:t>
            </a:r>
            <a:r>
              <a:rPr lang="en-US" altLang="ja-JP" sz="8800" b="1" dirty="0">
                <a:ln w="22225">
                  <a:solidFill>
                    <a:srgbClr val="313752">
                      <a:lumMod val="50000"/>
                    </a:srgbClr>
                  </a:solidFill>
                  <a:prstDash val="solid"/>
                </a:ln>
                <a:solidFill>
                  <a:srgbClr val="F89097">
                    <a:lumMod val="75000"/>
                  </a:srgbClr>
                </a:solidFill>
                <a:latin typeface="HGGyoshotai" panose="03000609000000000000" pitchFamily="65" charset="-128"/>
                <a:ea typeface="HGGyoshotai" panose="03000609000000000000" pitchFamily="65" charset="-128"/>
                <a:cs typeface="+mn-cs"/>
              </a:rPr>
              <a:t>7</a:t>
            </a:r>
            <a:r>
              <a:rPr lang="ja-JP" altLang="en-US" sz="8800" b="1" dirty="0">
                <a:ln w="22225">
                  <a:solidFill>
                    <a:srgbClr val="313752">
                      <a:lumMod val="50000"/>
                    </a:srgbClr>
                  </a:solidFill>
                  <a:prstDash val="solid"/>
                </a:ln>
                <a:solidFill>
                  <a:srgbClr val="F89097">
                    <a:lumMod val="75000"/>
                  </a:srgbClr>
                </a:solidFill>
                <a:latin typeface="HGGyoshotai" panose="03000609000000000000" pitchFamily="65" charset="-128"/>
                <a:ea typeface="HGGyoshotai" panose="03000609000000000000" pitchFamily="65" charset="-128"/>
                <a:cs typeface="+mn-cs"/>
              </a:rPr>
              <a:t>課</a:t>
            </a:r>
            <a:endParaRPr lang="en-US" altLang="ja-JP" sz="8800" b="1" dirty="0">
              <a:ln w="22225">
                <a:solidFill>
                  <a:srgbClr val="313752">
                    <a:lumMod val="50000"/>
                  </a:srgbClr>
                </a:solidFill>
                <a:prstDash val="solid"/>
              </a:ln>
              <a:solidFill>
                <a:srgbClr val="F89097">
                  <a:lumMod val="75000"/>
                </a:srgbClr>
              </a:solidFill>
              <a:latin typeface="HGGyoshotai" panose="03000609000000000000" pitchFamily="65" charset="-128"/>
              <a:ea typeface="HGGyoshotai" panose="03000609000000000000" pitchFamily="65" charset="-128"/>
              <a:cs typeface="+mn-cs"/>
            </a:endParaRPr>
          </a:p>
          <a:p>
            <a:pPr algn="ctr">
              <a:buClrTx/>
              <a:buFontTx/>
              <a:buNone/>
              <a:defRPr/>
            </a:pPr>
            <a:r>
              <a:rPr lang="ja-JP" altLang="en-US" sz="96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rgbClr val="00B050"/>
                </a:solidFill>
                <a:latin typeface="HGSeikaishotaiPRO" panose="03000600000000000000" pitchFamily="66" charset="-128"/>
                <a:ea typeface="HGSeikaishotaiPRO" panose="03000600000000000000" pitchFamily="66" charset="-128"/>
                <a:cs typeface="+mn-cs"/>
              </a:rPr>
              <a:t>世代を超えた交流</a:t>
            </a:r>
            <a:endParaRPr lang="en-US" altLang="ja-JP" sz="9600" b="1" dirty="0">
              <a:ln w="22225">
                <a:solidFill>
                  <a:srgbClr val="0070C0"/>
                </a:solidFill>
                <a:prstDash val="solid"/>
              </a:ln>
              <a:solidFill>
                <a:srgbClr val="00B050"/>
              </a:solidFill>
              <a:latin typeface="HGSeikaishotaiPRO" panose="03000600000000000000" pitchFamily="66" charset="-128"/>
              <a:ea typeface="HGSeikaishotaiPRO" panose="03000600000000000000" pitchFamily="6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8893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8E425F9-FCF6-BE23-8C8E-ACC15A319C11}"/>
              </a:ext>
            </a:extLst>
          </p:cNvPr>
          <p:cNvSpPr/>
          <p:nvPr/>
        </p:nvSpPr>
        <p:spPr>
          <a:xfrm>
            <a:off x="245774" y="664296"/>
            <a:ext cx="11700452" cy="4245647"/>
          </a:xfrm>
          <a:prstGeom prst="flowChartAlternateProcess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A64B31">
                    <a:lumMod val="75000"/>
                  </a:srgbClr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Arial"/>
                <a:sym typeface="Arial"/>
              </a:rPr>
              <a:t>Part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313752">
                    <a:lumMod val="50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 </a:t>
            </a:r>
            <a:r>
              <a:rPr kumimoji="0" lang="ja-JP" altLang="en-US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313752">
                    <a:lumMod val="50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海岸掃除</a:t>
            </a:r>
            <a:endParaRPr kumimoji="0" lang="en-US" sz="9600" b="1" i="0" u="none" strike="noStrike" kern="0" cap="none" spc="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1F271D">
                  <a:lumMod val="90000"/>
                  <a:lumOff val="10000"/>
                </a:srgbClr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pic>
        <p:nvPicPr>
          <p:cNvPr id="2" name="Google Shape;368;p40">
            <a:extLst>
              <a:ext uri="{FF2B5EF4-FFF2-40B4-BE49-F238E27FC236}">
                <a16:creationId xmlns:a16="http://schemas.microsoft.com/office/drawing/2014/main" id="{D86EED46-F645-F758-804D-C983D8CE15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3328" y="2787120"/>
            <a:ext cx="3955573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5623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4779" y="998015"/>
            <a:ext cx="4706930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体験談　</a:t>
            </a:r>
            <a:endParaRPr kumimoji="0" lang="en-US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64813" y="4384222"/>
            <a:ext cx="4926746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努力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779" y="2092213"/>
            <a:ext cx="4706930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相談</a:t>
            </a:r>
            <a:endParaRPr kumimoji="0" lang="en-US" altLang="ja-JP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4779" y="4244335"/>
            <a:ext cx="4706930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年代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779" y="5303153"/>
            <a:ext cx="4706930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要る</a:t>
            </a:r>
          </a:p>
        </p:txBody>
      </p:sp>
      <p:sp>
        <p:nvSpPr>
          <p:cNvPr id="13" name="Flowchart: Punched Tape 12"/>
          <p:cNvSpPr/>
          <p:nvPr/>
        </p:nvSpPr>
        <p:spPr>
          <a:xfrm>
            <a:off x="4880885" y="-2521"/>
            <a:ext cx="1834836" cy="869513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+mn-cs"/>
                <a:sym typeface="Arial" panose="020B0604020202020204"/>
              </a:rPr>
              <a:t>言葉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+mn-cs"/>
              <a:sym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64813" y="5461092"/>
            <a:ext cx="4926746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当然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4779" y="3177261"/>
            <a:ext cx="4706930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海岸</a:t>
            </a:r>
            <a:endParaRPr kumimoji="0" lang="en-US" altLang="ja-JP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99135" y="3250223"/>
            <a:ext cx="4892424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都心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9135" y="2132014"/>
            <a:ext cx="4892424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景気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9135" y="998015"/>
            <a:ext cx="4892424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～以外</a:t>
            </a:r>
          </a:p>
        </p:txBody>
      </p:sp>
    </p:spTree>
    <p:extLst>
      <p:ext uri="{BB962C8B-B14F-4D97-AF65-F5344CB8AC3E}">
        <p14:creationId xmlns:p14="http://schemas.microsoft.com/office/powerpoint/2010/main" val="392409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1" grpId="0" animBg="1"/>
      <p:bldP spid="22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4778" y="998015"/>
            <a:ext cx="5578821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数　</a:t>
            </a:r>
            <a:endParaRPr kumimoji="0" lang="en-US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64812" y="4384222"/>
            <a:ext cx="5617957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ハイタッチする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778" y="2092213"/>
            <a:ext cx="5578821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人数</a:t>
            </a:r>
            <a:endParaRPr kumimoji="0" lang="en-US" altLang="ja-JP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4778" y="4244335"/>
            <a:ext cx="5578821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お互いー相互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778" y="5303153"/>
            <a:ext cx="5578821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掛け声</a:t>
            </a:r>
          </a:p>
        </p:txBody>
      </p:sp>
      <p:sp>
        <p:nvSpPr>
          <p:cNvPr id="13" name="Flowchart: Punched Tape 12"/>
          <p:cNvSpPr/>
          <p:nvPr/>
        </p:nvSpPr>
        <p:spPr>
          <a:xfrm>
            <a:off x="4880885" y="-2521"/>
            <a:ext cx="1834836" cy="869513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+mn-cs"/>
                <a:sym typeface="Arial" panose="020B0604020202020204"/>
              </a:rPr>
              <a:t>言葉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+mn-cs"/>
              <a:sym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64812" y="5461092"/>
            <a:ext cx="5617957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シュートする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4778" y="3177261"/>
            <a:ext cx="5578821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数学</a:t>
            </a:r>
            <a:endParaRPr kumimoji="0" lang="en-US" altLang="ja-JP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99135" y="3250223"/>
            <a:ext cx="5578820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出会う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9135" y="2132014"/>
            <a:ext cx="5578820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意外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9135" y="998015"/>
            <a:ext cx="5578820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瞬間</a:t>
            </a:r>
          </a:p>
        </p:txBody>
      </p:sp>
    </p:spTree>
    <p:extLst>
      <p:ext uri="{BB962C8B-B14F-4D97-AF65-F5344CB8AC3E}">
        <p14:creationId xmlns:p14="http://schemas.microsoft.com/office/powerpoint/2010/main" val="198396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1" grpId="0" animBg="1"/>
      <p:bldP spid="22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4778" y="998015"/>
            <a:ext cx="5578821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慣れる　</a:t>
            </a:r>
            <a:endParaRPr kumimoji="0" lang="en-US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64812" y="4384222"/>
            <a:ext cx="5617957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驚く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778" y="2092213"/>
            <a:ext cx="5578821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習慣</a:t>
            </a:r>
            <a:endParaRPr kumimoji="0" lang="en-US" altLang="ja-JP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4778" y="4244335"/>
            <a:ext cx="5578821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掃除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778" y="5303153"/>
            <a:ext cx="5578821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誘う</a:t>
            </a:r>
          </a:p>
        </p:txBody>
      </p:sp>
      <p:sp>
        <p:nvSpPr>
          <p:cNvPr id="13" name="Flowchart: Punched Tape 12"/>
          <p:cNvSpPr/>
          <p:nvPr/>
        </p:nvSpPr>
        <p:spPr>
          <a:xfrm>
            <a:off x="4880885" y="-2521"/>
            <a:ext cx="1834836" cy="869513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+mn-cs"/>
                <a:sym typeface="Arial" panose="020B0604020202020204"/>
              </a:rPr>
              <a:t>言葉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+mn-cs"/>
              <a:sym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64812" y="5461092"/>
            <a:ext cx="5617957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拾うー捨てる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4778" y="3177261"/>
            <a:ext cx="5578821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海岸</a:t>
            </a:r>
            <a:endParaRPr kumimoji="0" lang="en-US" altLang="ja-JP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99135" y="3250223"/>
            <a:ext cx="5578820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失礼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9135" y="2132014"/>
            <a:ext cx="5578820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参加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9135" y="998015"/>
            <a:ext cx="5578820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最初</a:t>
            </a:r>
          </a:p>
        </p:txBody>
      </p:sp>
    </p:spTree>
    <p:extLst>
      <p:ext uri="{BB962C8B-B14F-4D97-AF65-F5344CB8AC3E}">
        <p14:creationId xmlns:p14="http://schemas.microsoft.com/office/powerpoint/2010/main" val="2723665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1" grpId="0" animBg="1"/>
      <p:bldP spid="22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4778" y="998015"/>
            <a:ext cx="5578821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選手　</a:t>
            </a:r>
            <a:endParaRPr kumimoji="0" lang="en-US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64812" y="4384222"/>
            <a:ext cx="5617957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ja-JP" altLang="en-US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4778" y="2092213"/>
            <a:ext cx="5578821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選択</a:t>
            </a:r>
            <a:endParaRPr kumimoji="0" lang="en-US" altLang="ja-JP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4778" y="4244335"/>
            <a:ext cx="5578821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予想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778" y="5303153"/>
            <a:ext cx="5578821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期待</a:t>
            </a:r>
          </a:p>
        </p:txBody>
      </p:sp>
      <p:sp>
        <p:nvSpPr>
          <p:cNvPr id="13" name="Flowchart: Punched Tape 12"/>
          <p:cNvSpPr/>
          <p:nvPr/>
        </p:nvSpPr>
        <p:spPr>
          <a:xfrm>
            <a:off x="4880885" y="-2521"/>
            <a:ext cx="1834836" cy="869513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+mn-cs"/>
                <a:sym typeface="Arial" panose="020B0604020202020204"/>
              </a:rPr>
              <a:t>言葉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+mn-cs"/>
              <a:sym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64812" y="5461092"/>
            <a:ext cx="5617957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ja-JP" altLang="en-US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4778" y="3177261"/>
            <a:ext cx="5578821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必要</a:t>
            </a:r>
            <a:endParaRPr kumimoji="0" lang="en-US" altLang="ja-JP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99135" y="3250223"/>
            <a:ext cx="5578820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ja-JP" altLang="en-US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99135" y="2132014"/>
            <a:ext cx="5578820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ja-JP" altLang="en-US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99135" y="998015"/>
            <a:ext cx="5578820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ja-JP" altLang="en-US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022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  <p:bldP spid="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AA1CBE-387E-E12D-6EF0-5AD75E945F46}"/>
              </a:ext>
            </a:extLst>
          </p:cNvPr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43E67F-F4CC-A588-AB96-ACAE06704702}"/>
              </a:ext>
            </a:extLst>
          </p:cNvPr>
          <p:cNvGrpSpPr/>
          <p:nvPr/>
        </p:nvGrpSpPr>
        <p:grpSpPr>
          <a:xfrm>
            <a:off x="1609517" y="15480"/>
            <a:ext cx="9305969" cy="1063344"/>
            <a:chOff x="1434038" y="443059"/>
            <a:chExt cx="6180461" cy="7164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8C2B9-EB2B-9A83-6C16-3729F852DB7E}"/>
                </a:ext>
              </a:extLst>
            </p:cNvPr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72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73181-1E48-EC63-1BE3-BAACEFB90B63}"/>
                </a:ext>
              </a:extLst>
            </p:cNvPr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～どころではない</a:t>
              </a:r>
              <a:r>
                <a:rPr kumimoji="0" lang="en-US" altLang="ja-JP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/</a:t>
              </a: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じゃない</a:t>
              </a:r>
              <a:endPara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657071-37DA-B580-7080-76FA04B3C3D9}"/>
                </a:ext>
              </a:extLst>
            </p:cNvPr>
            <p:cNvSpPr/>
            <p:nvPr/>
          </p:nvSpPr>
          <p:spPr>
            <a:xfrm>
              <a:off x="1434038" y="443059"/>
              <a:ext cx="518489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72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/>
                </a:rPr>
                <a:t>1.1</a:t>
              </a:r>
            </a:p>
          </p:txBody>
        </p:sp>
      </p:grpSp>
      <p:sp>
        <p:nvSpPr>
          <p:cNvPr id="43" name="Google Shape;1514;p52">
            <a:extLst>
              <a:ext uri="{FF2B5EF4-FFF2-40B4-BE49-F238E27FC236}">
                <a16:creationId xmlns:a16="http://schemas.microsoft.com/office/drawing/2014/main" id="{EA4F89EF-63D6-8FA5-0368-7BED7D8C98A4}"/>
              </a:ext>
            </a:extLst>
          </p:cNvPr>
          <p:cNvSpPr/>
          <p:nvPr/>
        </p:nvSpPr>
        <p:spPr>
          <a:xfrm>
            <a:off x="1304766" y="2131237"/>
            <a:ext cx="10610662" cy="93880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 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意味：「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理由があって、～できない」「～する時間がない」と、強く言いたいとき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4" name="Google Shape;1514;p52">
            <a:extLst>
              <a:ext uri="{FF2B5EF4-FFF2-40B4-BE49-F238E27FC236}">
                <a16:creationId xmlns:a16="http://schemas.microsoft.com/office/drawing/2014/main" id="{122D302F-CA8D-7A92-6FB2-2D32C01F2B01}"/>
              </a:ext>
            </a:extLst>
          </p:cNvPr>
          <p:cNvSpPr/>
          <p:nvPr/>
        </p:nvSpPr>
        <p:spPr>
          <a:xfrm>
            <a:off x="1657242" y="1132388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：　　    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V-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辞書形／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N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＋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どころではない／どころじゃない</a:t>
            </a: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</p:txBody>
      </p:sp>
      <p:sp>
        <p:nvSpPr>
          <p:cNvPr id="45" name="Google Shape;1514;p52">
            <a:extLst>
              <a:ext uri="{FF2B5EF4-FFF2-40B4-BE49-F238E27FC236}">
                <a16:creationId xmlns:a16="http://schemas.microsoft.com/office/drawing/2014/main" id="{4CA7606C-8235-809E-66D2-A93BD6EDBD66}"/>
              </a:ext>
            </a:extLst>
          </p:cNvPr>
          <p:cNvSpPr/>
          <p:nvPr/>
        </p:nvSpPr>
        <p:spPr>
          <a:xfrm>
            <a:off x="686809" y="5740505"/>
            <a:ext cx="11151386" cy="960140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Arial"/>
                <a:sym typeface="Arial"/>
              </a:rPr>
              <a:t>③　</a:t>
            </a:r>
            <a:r>
              <a:rPr kumimoji="0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Arial"/>
                <a:sym typeface="Arial"/>
              </a:rPr>
              <a:t>工場で火事があり、仕事どころではなかった。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UD Digi Kyokasho NP-R" panose="02020400000000000000" pitchFamily="18" charset="-128"/>
              <a:ea typeface="UD Digi Kyokasho NP-R" panose="02020400000000000000" pitchFamily="18" charset="-128"/>
              <a:cs typeface="Arial"/>
              <a:sym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6FE50C2-89E1-1BA6-AD76-D43074562A8F}"/>
              </a:ext>
            </a:extLst>
          </p:cNvPr>
          <p:cNvGrpSpPr/>
          <p:nvPr/>
        </p:nvGrpSpPr>
        <p:grpSpPr>
          <a:xfrm>
            <a:off x="750184" y="2981743"/>
            <a:ext cx="9334012" cy="1164794"/>
            <a:chOff x="342345" y="2983045"/>
            <a:chExt cx="6324553" cy="79762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9897264-01AC-DD8D-FF85-DBAA7D478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2345" y="2983045"/>
              <a:ext cx="6324553" cy="47413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9963E5C-F0BF-4CDF-CB62-79E547F06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45465" y="3378502"/>
              <a:ext cx="3843838" cy="40216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6894EE7-4507-3A8A-DB3F-5F472EFFF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0604" y="3405009"/>
              <a:ext cx="876294" cy="37253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E71D7C3A-C1F8-6631-8CD3-C4A66F8268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809" y="4170584"/>
            <a:ext cx="11297453" cy="123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6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3E43E67F-F4CC-A588-AB96-ACAE06704702}"/>
              </a:ext>
            </a:extLst>
          </p:cNvPr>
          <p:cNvGrpSpPr/>
          <p:nvPr/>
        </p:nvGrpSpPr>
        <p:grpSpPr>
          <a:xfrm>
            <a:off x="2099766" y="276686"/>
            <a:ext cx="9188566" cy="1062718"/>
            <a:chOff x="1512010" y="443481"/>
            <a:chExt cx="6102489" cy="7160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8C2B9-EB2B-9A83-6C16-3729F852DB7E}"/>
                </a:ext>
              </a:extLst>
            </p:cNvPr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72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73181-1E48-EC63-1BE3-BAACEFB90B63}"/>
                </a:ext>
              </a:extLst>
            </p:cNvPr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～たところ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657071-37DA-B580-7080-76FA04B3C3D9}"/>
                </a:ext>
              </a:extLst>
            </p:cNvPr>
            <p:cNvSpPr/>
            <p:nvPr/>
          </p:nvSpPr>
          <p:spPr>
            <a:xfrm>
              <a:off x="1512010" y="443481"/>
              <a:ext cx="541667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72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/>
                </a:rPr>
                <a:t>1.2</a:t>
              </a:r>
            </a:p>
          </p:txBody>
        </p:sp>
      </p:grpSp>
      <p:sp>
        <p:nvSpPr>
          <p:cNvPr id="44" name="Google Shape;1514;p52">
            <a:extLst>
              <a:ext uri="{FF2B5EF4-FFF2-40B4-BE49-F238E27FC236}">
                <a16:creationId xmlns:a16="http://schemas.microsoft.com/office/drawing/2014/main" id="{122D302F-CA8D-7A92-6FB2-2D32C01F2B01}"/>
              </a:ext>
            </a:extLst>
          </p:cNvPr>
          <p:cNvSpPr/>
          <p:nvPr/>
        </p:nvSpPr>
        <p:spPr>
          <a:xfrm>
            <a:off x="1785449" y="1425906"/>
            <a:ext cx="8493211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：　　      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 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V-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タ形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＋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ところ</a:t>
            </a: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FC91FA-9BB6-84A5-D83A-4BD265366ECB}"/>
              </a:ext>
            </a:extLst>
          </p:cNvPr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/>
            </a:endParaRPr>
          </a:p>
        </p:txBody>
      </p:sp>
      <p:sp>
        <p:nvSpPr>
          <p:cNvPr id="8" name="Google Shape;1514;p52">
            <a:extLst>
              <a:ext uri="{FF2B5EF4-FFF2-40B4-BE49-F238E27FC236}">
                <a16:creationId xmlns:a16="http://schemas.microsoft.com/office/drawing/2014/main" id="{1F9564B4-F05A-A9D3-1DEF-A47CA093CE86}"/>
              </a:ext>
            </a:extLst>
          </p:cNvPr>
          <p:cNvSpPr/>
          <p:nvPr/>
        </p:nvSpPr>
        <p:spPr>
          <a:xfrm>
            <a:off x="1321806" y="2436386"/>
            <a:ext cx="10189611" cy="725018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意味</a:t>
            </a: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：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13752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13752"/>
                </a:solidFill>
                <a:effectLst/>
                <a:uLnTx/>
                <a:uFillTx/>
                <a:latin typeface="SVN-Comic Sans MS" panose="02040603050506020204" pitchFamily="18" charset="0"/>
                <a:cs typeface="Arial"/>
                <a:sym typeface="Arial"/>
              </a:rPr>
              <a:t>～したら、～という 結果になった</a:t>
            </a:r>
            <a:r>
              <a:rPr kumimoji="0" lang="en-US" altLang="ja-JP" sz="2400" b="1" i="0" u="none" strike="noStrike" kern="0" cap="none" spc="0" normalizeH="0" baseline="0" noProof="0" dirty="0">
                <a:ln>
                  <a:noFill/>
                </a:ln>
                <a:solidFill>
                  <a:srgbClr val="313752"/>
                </a:solidFill>
                <a:effectLst/>
                <a:uLnTx/>
                <a:uFillTx/>
                <a:latin typeface="SVN-Comic Sans MS" panose="02040603050506020204" pitchFamily="18" charset="0"/>
                <a:cs typeface="Arial"/>
                <a:sym typeface="Arial"/>
              </a:rPr>
              <a:t>/</a:t>
            </a:r>
            <a:r>
              <a:rPr kumimoji="0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13752"/>
                </a:solidFill>
                <a:effectLst/>
                <a:uLnTx/>
                <a:uFillTx/>
                <a:latin typeface="SVN-Comic Sans MS" panose="02040603050506020204" pitchFamily="18" charset="0"/>
                <a:cs typeface="Arial"/>
                <a:sym typeface="Arial"/>
              </a:rPr>
              <a:t>～ということがわかった</a:t>
            </a:r>
            <a:endParaRPr kumimoji="0" lang="vi-VN" sz="2400" b="1" i="0" u="none" strike="noStrike" kern="0" cap="none" spc="0" normalizeH="0" baseline="0" noProof="0" dirty="0">
              <a:ln>
                <a:noFill/>
              </a:ln>
              <a:solidFill>
                <a:srgbClr val="313752"/>
              </a:solidFill>
              <a:effectLst/>
              <a:uLnTx/>
              <a:uFillTx/>
              <a:latin typeface="SVN-Comic Sans MS" panose="02040603050506020204" pitchFamily="18" charset="0"/>
              <a:cs typeface="Arial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FA36BF-8689-C515-C7ED-8CC5C7C08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77" y="3461790"/>
            <a:ext cx="10853648" cy="62071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845EC9FB-DA90-F8C1-5F9A-EF617166F6A2}"/>
              </a:ext>
            </a:extLst>
          </p:cNvPr>
          <p:cNvGrpSpPr/>
          <p:nvPr/>
        </p:nvGrpSpPr>
        <p:grpSpPr>
          <a:xfrm>
            <a:off x="363978" y="4923906"/>
            <a:ext cx="11671447" cy="1273941"/>
            <a:chOff x="598285" y="4985973"/>
            <a:chExt cx="8060207" cy="838193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7D5A314-D4B0-2BB8-C17D-F9B53A26C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8285" y="4985973"/>
              <a:ext cx="8060207" cy="452963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60C8963-22EE-9A3F-9359-FCB9C4242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54484" y="5438936"/>
              <a:ext cx="2192850" cy="38523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37171D5-8EAE-7CE5-6333-93CE7AED1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47334" y="5485502"/>
              <a:ext cx="1138758" cy="338664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870836" y="4110651"/>
            <a:ext cx="32880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時間がたちました</a:t>
            </a:r>
            <a:r>
              <a: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。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216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3E43E67F-F4CC-A588-AB96-ACAE06704702}"/>
              </a:ext>
            </a:extLst>
          </p:cNvPr>
          <p:cNvGrpSpPr/>
          <p:nvPr/>
        </p:nvGrpSpPr>
        <p:grpSpPr>
          <a:xfrm>
            <a:off x="2099766" y="276686"/>
            <a:ext cx="9188566" cy="1062718"/>
            <a:chOff x="1512010" y="443481"/>
            <a:chExt cx="6102489" cy="7160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8C2B9-EB2B-9A83-6C16-3729F852DB7E}"/>
                </a:ext>
              </a:extLst>
            </p:cNvPr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72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73181-1E48-EC63-1BE3-BAACEFB90B63}"/>
                </a:ext>
              </a:extLst>
            </p:cNvPr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～たところ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657071-37DA-B580-7080-76FA04B3C3D9}"/>
                </a:ext>
              </a:extLst>
            </p:cNvPr>
            <p:cNvSpPr/>
            <p:nvPr/>
          </p:nvSpPr>
          <p:spPr>
            <a:xfrm>
              <a:off x="1512010" y="443481"/>
              <a:ext cx="541667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72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/>
                </a:rPr>
                <a:t>1.2</a:t>
              </a:r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FC91FA-9BB6-84A5-D83A-4BD265366ECB}"/>
              </a:ext>
            </a:extLst>
          </p:cNvPr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77BB65-6D19-237C-F32F-2F3AAC609FC0}"/>
              </a:ext>
            </a:extLst>
          </p:cNvPr>
          <p:cNvSpPr/>
          <p:nvPr/>
        </p:nvSpPr>
        <p:spPr>
          <a:xfrm>
            <a:off x="2580307" y="1396264"/>
            <a:ext cx="5841433" cy="7250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HGPKyokashotai" panose="02020600000000000000" pitchFamily="18" charset="-128"/>
                <a:ea typeface="HGPKyokashotai" panose="02020600000000000000" pitchFamily="18" charset="-128"/>
                <a:cs typeface="+mn-cs"/>
                <a:sym typeface="Arial"/>
              </a:rPr>
              <a:t>Ｖた＋ところが</a:t>
            </a:r>
            <a:r>
              <a:rPr kumimoji="0" lang="en-US" altLang="ja-JP" sz="2800" b="1" i="0" u="none" strike="noStrike" kern="0" cap="none" spc="0" normalizeH="0" baseline="0" noProof="0" dirty="0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HGPKyokashotai" panose="02020600000000000000" pitchFamily="18" charset="-128"/>
                <a:ea typeface="HGPKyokashotai" panose="02020600000000000000" pitchFamily="18" charset="-128"/>
                <a:cs typeface="+mn-cs"/>
                <a:sym typeface="Arial"/>
              </a:rPr>
              <a:t>: </a:t>
            </a:r>
            <a:r>
              <a:rPr kumimoji="0" lang="en-US" altLang="ja-JP" sz="2800" b="1" i="0" u="none" strike="noStrike" kern="0" cap="none" spc="0" normalizeH="0" baseline="0" noProof="0" dirty="0" err="1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Times New Roman" panose="02020603050405020304" pitchFamily="18" charset="0"/>
                <a:ea typeface="HGPKyokashotai" panose="02020600000000000000" pitchFamily="18" charset="-128"/>
                <a:cs typeface="Times New Roman" panose="02020603050405020304" pitchFamily="18" charset="0"/>
                <a:sym typeface="Arial"/>
              </a:rPr>
              <a:t>nhưng</a:t>
            </a:r>
            <a:r>
              <a:rPr kumimoji="0" lang="en-US" altLang="ja-JP" sz="2800" b="1" i="0" u="none" strike="noStrike" kern="0" cap="none" spc="0" normalizeH="0" baseline="0" noProof="0" dirty="0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Times New Roman" panose="02020603050405020304" pitchFamily="18" charset="0"/>
                <a:ea typeface="HGPKyokashotai" panose="02020600000000000000" pitchFamily="18" charset="-128"/>
                <a:cs typeface="Times New Roman" panose="02020603050405020304" pitchFamily="18" charset="0"/>
                <a:sym typeface="Arial"/>
              </a:rPr>
              <a:t> </a:t>
            </a:r>
            <a:r>
              <a:rPr kumimoji="0" lang="en-US" altLang="ja-JP" sz="2800" b="1" i="0" u="none" strike="noStrike" kern="0" cap="none" spc="0" normalizeH="0" baseline="0" noProof="0" dirty="0" err="1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Times New Roman" panose="02020603050405020304" pitchFamily="18" charset="0"/>
                <a:ea typeface="HGPKyokashotai" panose="02020600000000000000" pitchFamily="18" charset="-128"/>
                <a:cs typeface="Times New Roman" panose="02020603050405020304" pitchFamily="18" charset="0"/>
                <a:sym typeface="Arial"/>
              </a:rPr>
              <a:t>mà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F271D"/>
              </a:solidFill>
              <a:effectLst/>
              <a:uLnTx/>
              <a:uFillTx/>
              <a:latin typeface="Times New Roman" panose="02020603050405020304" pitchFamily="18" charset="0"/>
              <a:ea typeface="HGPKyokashotai" panose="02020600000000000000" pitchFamily="18" charset="-128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Google Shape;1514;p52">
            <a:extLst>
              <a:ext uri="{FF2B5EF4-FFF2-40B4-BE49-F238E27FC236}">
                <a16:creationId xmlns:a16="http://schemas.microsoft.com/office/drawing/2014/main" id="{6DDDB730-9BB1-F904-08A5-9BBED3E608E2}"/>
              </a:ext>
            </a:extLst>
          </p:cNvPr>
          <p:cNvSpPr/>
          <p:nvPr/>
        </p:nvSpPr>
        <p:spPr>
          <a:xfrm>
            <a:off x="1213139" y="2385426"/>
            <a:ext cx="11151386" cy="960140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Arial"/>
                <a:sym typeface="Arial"/>
              </a:rPr>
              <a:t>①　</a:t>
            </a:r>
            <a:r>
              <a:rPr kumimoji="0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Arial"/>
                <a:sym typeface="Arial"/>
              </a:rPr>
              <a:t>教室に入ってみたところが、学生は一人も来ていなかった。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UD Digi Kyokasho NP-R" panose="02020400000000000000" pitchFamily="18" charset="-128"/>
              <a:ea typeface="UD Digi Kyokasho NP-R" panose="02020400000000000000" pitchFamily="18" charset="-128"/>
              <a:cs typeface="Arial"/>
              <a:sym typeface="Arial"/>
            </a:endParaRPr>
          </a:p>
        </p:txBody>
      </p:sp>
      <p:sp>
        <p:nvSpPr>
          <p:cNvPr id="11" name="Google Shape;1514;p52">
            <a:extLst>
              <a:ext uri="{FF2B5EF4-FFF2-40B4-BE49-F238E27FC236}">
                <a16:creationId xmlns:a16="http://schemas.microsoft.com/office/drawing/2014/main" id="{735FFC0C-7935-417F-9B51-D393E4AB1E55}"/>
              </a:ext>
            </a:extLst>
          </p:cNvPr>
          <p:cNvSpPr/>
          <p:nvPr/>
        </p:nvSpPr>
        <p:spPr>
          <a:xfrm>
            <a:off x="1213139" y="3371169"/>
            <a:ext cx="11151386" cy="960140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Arial"/>
                <a:sym typeface="Arial"/>
              </a:rPr>
              <a:t>②　</a:t>
            </a:r>
            <a:r>
              <a:rPr kumimoji="0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Arial"/>
                <a:sym typeface="Arial"/>
              </a:rPr>
              <a:t>田中さんは私より若いと思っていた。ところが私より５歳も年上（としうえ）だった。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UD Digi Kyokasho NP-R" panose="02020400000000000000" pitchFamily="18" charset="-128"/>
              <a:ea typeface="UD Digi Kyokasho NP-R" panose="02020400000000000000" pitchFamily="18" charset="-128"/>
              <a:cs typeface="Arial"/>
              <a:sym typeface="Arial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4EF255-E05D-4492-95E6-8192A3B67508}"/>
              </a:ext>
            </a:extLst>
          </p:cNvPr>
          <p:cNvSpPr/>
          <p:nvPr/>
        </p:nvSpPr>
        <p:spPr>
          <a:xfrm>
            <a:off x="2507561" y="4512098"/>
            <a:ext cx="5768691" cy="7250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HGPKyokashotai" panose="02020600000000000000" pitchFamily="18" charset="-128"/>
                <a:ea typeface="HGPKyokashotai" panose="02020600000000000000" pitchFamily="18" charset="-128"/>
                <a:cs typeface="+mn-cs"/>
                <a:sym typeface="Arial"/>
              </a:rPr>
              <a:t>ところで</a:t>
            </a:r>
            <a:r>
              <a:rPr kumimoji="0" lang="en-US" altLang="ja-JP" sz="2800" b="1" i="0" u="none" strike="noStrike" kern="0" cap="none" spc="0" normalizeH="0" baseline="0" noProof="0" dirty="0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HGPKyokashotai" panose="02020600000000000000" pitchFamily="18" charset="-128"/>
                <a:ea typeface="HGPKyokashotai" panose="02020600000000000000" pitchFamily="18" charset="-128"/>
                <a:cs typeface="+mn-cs"/>
                <a:sym typeface="Arial"/>
              </a:rPr>
              <a:t>: </a:t>
            </a:r>
            <a:r>
              <a:rPr kumimoji="0" lang="en-US" altLang="ja-JP" sz="2800" b="1" i="0" u="none" strike="noStrike" kern="0" cap="none" spc="0" normalizeH="0" baseline="0" noProof="0" dirty="0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Times New Roman" panose="02020603050405020304" pitchFamily="18" charset="0"/>
                <a:ea typeface="HGPKyokashotai" panose="02020600000000000000" pitchFamily="18" charset="-128"/>
                <a:cs typeface="Times New Roman" panose="02020603050405020304" pitchFamily="18" charset="0"/>
                <a:sym typeface="Arial"/>
              </a:rPr>
              <a:t>dung </a:t>
            </a:r>
            <a:r>
              <a:rPr kumimoji="0" lang="en-US" altLang="ja-JP" sz="2800" b="1" i="0" u="none" strike="noStrike" kern="0" cap="none" spc="0" normalizeH="0" baseline="0" noProof="0" dirty="0" err="1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Times New Roman" panose="02020603050405020304" pitchFamily="18" charset="0"/>
                <a:ea typeface="HGPKyokashotai" panose="02020600000000000000" pitchFamily="18" charset="-128"/>
                <a:cs typeface="Times New Roman" panose="02020603050405020304" pitchFamily="18" charset="0"/>
                <a:sym typeface="Arial"/>
              </a:rPr>
              <a:t>để</a:t>
            </a:r>
            <a:r>
              <a:rPr kumimoji="0" lang="en-US" altLang="ja-JP" sz="2800" b="1" i="0" u="none" strike="noStrike" kern="0" cap="none" spc="0" normalizeH="0" baseline="0" noProof="0" dirty="0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Times New Roman" panose="02020603050405020304" pitchFamily="18" charset="0"/>
                <a:ea typeface="HGPKyokashotai" panose="02020600000000000000" pitchFamily="18" charset="-128"/>
                <a:cs typeface="Times New Roman" panose="02020603050405020304" pitchFamily="18" charset="0"/>
                <a:sym typeface="Arial"/>
              </a:rPr>
              <a:t> </a:t>
            </a:r>
            <a:r>
              <a:rPr kumimoji="0" lang="en-US" altLang="ja-JP" sz="2800" b="1" i="0" u="none" strike="noStrike" kern="0" cap="none" spc="0" normalizeH="0" baseline="0" noProof="0" dirty="0" err="1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Times New Roman" panose="02020603050405020304" pitchFamily="18" charset="0"/>
                <a:ea typeface="HGPKyokashotai" panose="02020600000000000000" pitchFamily="18" charset="-128"/>
                <a:cs typeface="Times New Roman" panose="02020603050405020304" pitchFamily="18" charset="0"/>
                <a:sym typeface="Arial"/>
              </a:rPr>
              <a:t>chuyển</a:t>
            </a:r>
            <a:r>
              <a:rPr kumimoji="0" lang="en-US" altLang="ja-JP" sz="2800" b="1" i="0" u="none" strike="noStrike" kern="0" cap="none" spc="0" normalizeH="0" baseline="0" noProof="0" dirty="0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Times New Roman" panose="02020603050405020304" pitchFamily="18" charset="0"/>
                <a:ea typeface="HGPKyokashotai" panose="02020600000000000000" pitchFamily="18" charset="-128"/>
                <a:cs typeface="Times New Roman" panose="02020603050405020304" pitchFamily="18" charset="0"/>
                <a:sym typeface="Arial"/>
              </a:rPr>
              <a:t> </a:t>
            </a:r>
            <a:r>
              <a:rPr kumimoji="0" lang="en-US" altLang="ja-JP" sz="2800" b="1" i="0" u="none" strike="noStrike" kern="0" cap="none" spc="0" normalizeH="0" baseline="0" noProof="0" dirty="0" err="1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Times New Roman" panose="02020603050405020304" pitchFamily="18" charset="0"/>
                <a:ea typeface="HGPKyokashotai" panose="02020600000000000000" pitchFamily="18" charset="-128"/>
                <a:cs typeface="Times New Roman" panose="02020603050405020304" pitchFamily="18" charset="0"/>
                <a:sym typeface="Arial"/>
              </a:rPr>
              <a:t>chủ</a:t>
            </a:r>
            <a:r>
              <a:rPr kumimoji="0" lang="en-US" altLang="ja-JP" sz="2800" b="1" i="0" u="none" strike="noStrike" kern="0" cap="none" spc="0" normalizeH="0" baseline="0" noProof="0" dirty="0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Times New Roman" panose="02020603050405020304" pitchFamily="18" charset="0"/>
                <a:ea typeface="HGPKyokashotai" panose="02020600000000000000" pitchFamily="18" charset="-128"/>
                <a:cs typeface="Times New Roman" panose="02020603050405020304" pitchFamily="18" charset="0"/>
                <a:sym typeface="Arial"/>
              </a:rPr>
              <a:t> </a:t>
            </a:r>
            <a:r>
              <a:rPr kumimoji="0" lang="en-US" altLang="ja-JP" sz="2800" b="1" i="0" u="none" strike="noStrike" kern="0" cap="none" spc="0" normalizeH="0" baseline="0" noProof="0" dirty="0" err="1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Times New Roman" panose="02020603050405020304" pitchFamily="18" charset="0"/>
                <a:ea typeface="HGPKyokashotai" panose="02020600000000000000" pitchFamily="18" charset="-128"/>
                <a:cs typeface="Times New Roman" panose="02020603050405020304" pitchFamily="18" charset="0"/>
                <a:sym typeface="Arial"/>
              </a:rPr>
              <a:t>đề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F271D"/>
              </a:solidFill>
              <a:effectLst/>
              <a:uLnTx/>
              <a:uFillTx/>
              <a:latin typeface="Times New Roman" panose="02020603050405020304" pitchFamily="18" charset="0"/>
              <a:ea typeface="HGPKyokashotai" panose="02020600000000000000" pitchFamily="18" charset="-128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" name="Google Shape;1514;p52">
            <a:extLst>
              <a:ext uri="{FF2B5EF4-FFF2-40B4-BE49-F238E27FC236}">
                <a16:creationId xmlns:a16="http://schemas.microsoft.com/office/drawing/2014/main" id="{22BB381D-885A-464F-877B-DCA525E75AAF}"/>
              </a:ext>
            </a:extLst>
          </p:cNvPr>
          <p:cNvSpPr/>
          <p:nvPr/>
        </p:nvSpPr>
        <p:spPr>
          <a:xfrm>
            <a:off x="1358626" y="5417905"/>
            <a:ext cx="11151386" cy="960140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Arial"/>
                <a:sym typeface="Arial"/>
              </a:rPr>
              <a:t>①　</a:t>
            </a:r>
            <a:r>
              <a:rPr kumimoji="0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Arial"/>
                <a:sym typeface="Arial"/>
              </a:rPr>
              <a:t>明日、試験でしょ。がんばってね。ところで、来週の月曜日は空いてる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Arial"/>
                <a:sym typeface="Arial"/>
              </a:rPr>
              <a:t>?</a:t>
            </a:r>
            <a:r>
              <a:rPr kumimoji="0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Arial"/>
                <a:sym typeface="Arial"/>
              </a:rPr>
              <a:t>。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UD Digi Kyokasho NP-R" panose="02020400000000000000" pitchFamily="18" charset="-128"/>
              <a:ea typeface="UD Digi Kyokasho NP-R" panose="02020400000000000000" pitchFamily="18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959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1" grpId="0"/>
      <p:bldP spid="13" grpId="0" animBg="1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3E43E67F-F4CC-A588-AB96-ACAE06704702}"/>
              </a:ext>
            </a:extLst>
          </p:cNvPr>
          <p:cNvGrpSpPr/>
          <p:nvPr/>
        </p:nvGrpSpPr>
        <p:grpSpPr>
          <a:xfrm>
            <a:off x="2099766" y="276686"/>
            <a:ext cx="9188566" cy="1062718"/>
            <a:chOff x="1512010" y="443481"/>
            <a:chExt cx="6102489" cy="7160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8C2B9-EB2B-9A83-6C16-3729F852DB7E}"/>
                </a:ext>
              </a:extLst>
            </p:cNvPr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72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73181-1E48-EC63-1BE3-BAACEFB90B63}"/>
                </a:ext>
              </a:extLst>
            </p:cNvPr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 ことになった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657071-37DA-B580-7080-76FA04B3C3D9}"/>
                </a:ext>
              </a:extLst>
            </p:cNvPr>
            <p:cNvSpPr/>
            <p:nvPr/>
          </p:nvSpPr>
          <p:spPr>
            <a:xfrm>
              <a:off x="1512010" y="443481"/>
              <a:ext cx="622827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72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/>
                </a:rPr>
                <a:t>1.3</a:t>
              </a:r>
            </a:p>
          </p:txBody>
        </p:sp>
      </p:grpSp>
      <p:sp>
        <p:nvSpPr>
          <p:cNvPr id="44" name="Google Shape;1514;p52">
            <a:extLst>
              <a:ext uri="{FF2B5EF4-FFF2-40B4-BE49-F238E27FC236}">
                <a16:creationId xmlns:a16="http://schemas.microsoft.com/office/drawing/2014/main" id="{122D302F-CA8D-7A92-6FB2-2D32C01F2B01}"/>
              </a:ext>
            </a:extLst>
          </p:cNvPr>
          <p:cNvSpPr/>
          <p:nvPr/>
        </p:nvSpPr>
        <p:spPr>
          <a:xfrm>
            <a:off x="1829143" y="1404374"/>
            <a:ext cx="8493211" cy="1368556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：　　      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 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Ｖる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/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Ｖない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                    Ａい           ＋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ことになった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                    Ｎという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983F51-E837-C36A-7189-8DCA12561DFD}"/>
              </a:ext>
            </a:extLst>
          </p:cNvPr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D3384F-5AAC-A285-4281-281D8166F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44" y="3321464"/>
            <a:ext cx="11318264" cy="6042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144442-9512-4453-F6D7-54F15EF3B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25" y="4036264"/>
            <a:ext cx="9151886" cy="604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F85687F-A887-A3F1-F9A0-E6BE7729E6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744" y="4849368"/>
            <a:ext cx="10600798" cy="604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69D4296-BDDF-7298-580E-3B2CC96723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744" y="5635590"/>
            <a:ext cx="9204595" cy="5958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8285" y="2894369"/>
            <a:ext cx="11593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意味：</a:t>
            </a:r>
            <a:r>
              <a:rPr kumimoji="0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～ことに決まった ～という話になった ＊他の人が決めた、みんなで決めた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562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3E43E67F-F4CC-A588-AB96-ACAE06704702}"/>
              </a:ext>
            </a:extLst>
          </p:cNvPr>
          <p:cNvGrpSpPr/>
          <p:nvPr/>
        </p:nvGrpSpPr>
        <p:grpSpPr>
          <a:xfrm>
            <a:off x="2099766" y="276686"/>
            <a:ext cx="9188566" cy="1062718"/>
            <a:chOff x="1512010" y="443481"/>
            <a:chExt cx="6102489" cy="7160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8C2B9-EB2B-9A83-6C16-3729F852DB7E}"/>
                </a:ext>
              </a:extLst>
            </p:cNvPr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72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73181-1E48-EC63-1BE3-BAACEFB90B63}"/>
                </a:ext>
              </a:extLst>
            </p:cNvPr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  ～限り・限りは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657071-37DA-B580-7080-76FA04B3C3D9}"/>
                </a:ext>
              </a:extLst>
            </p:cNvPr>
            <p:cNvSpPr/>
            <p:nvPr/>
          </p:nvSpPr>
          <p:spPr>
            <a:xfrm>
              <a:off x="1512010" y="443481"/>
              <a:ext cx="566139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72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/>
                </a:rPr>
                <a:t>1.4</a:t>
              </a:r>
            </a:p>
          </p:txBody>
        </p:sp>
      </p:grpSp>
      <p:sp>
        <p:nvSpPr>
          <p:cNvPr id="43" name="Google Shape;1514;p52">
            <a:extLst>
              <a:ext uri="{FF2B5EF4-FFF2-40B4-BE49-F238E27FC236}">
                <a16:creationId xmlns:a16="http://schemas.microsoft.com/office/drawing/2014/main" id="{EA4F89EF-63D6-8FA5-0368-7BED7D8C98A4}"/>
              </a:ext>
            </a:extLst>
          </p:cNvPr>
          <p:cNvSpPr/>
          <p:nvPr/>
        </p:nvSpPr>
        <p:spPr>
          <a:xfrm>
            <a:off x="6239598" y="533777"/>
            <a:ext cx="5860416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意味：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～する間はずっと同じ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4" name="Google Shape;1514;p52">
            <a:extLst>
              <a:ext uri="{FF2B5EF4-FFF2-40B4-BE49-F238E27FC236}">
                <a16:creationId xmlns:a16="http://schemas.microsoft.com/office/drawing/2014/main" id="{122D302F-CA8D-7A92-6FB2-2D32C01F2B01}"/>
              </a:ext>
            </a:extLst>
          </p:cNvPr>
          <p:cNvSpPr/>
          <p:nvPr/>
        </p:nvSpPr>
        <p:spPr>
          <a:xfrm>
            <a:off x="2099766" y="1545844"/>
            <a:ext cx="8493211" cy="1246131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：　　       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Ｖる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/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Ｖない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                Ａな・である         ＋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限り・限りは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                   Ｎである</a:t>
            </a: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49503C1-72FB-07D8-D736-31B62E85B9E5}"/>
              </a:ext>
            </a:extLst>
          </p:cNvPr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2274A1-1290-345D-D898-52F449BBCB1D}"/>
              </a:ext>
            </a:extLst>
          </p:cNvPr>
          <p:cNvGrpSpPr/>
          <p:nvPr/>
        </p:nvGrpSpPr>
        <p:grpSpPr>
          <a:xfrm>
            <a:off x="560314" y="2898206"/>
            <a:ext cx="10805759" cy="1395193"/>
            <a:chOff x="423362" y="3116807"/>
            <a:chExt cx="7687676" cy="93988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6F8818D-8CDB-28A4-B11A-0329F58C9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3362" y="3116807"/>
              <a:ext cx="7687676" cy="52492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680F36F-D0F8-173E-7E39-C8FDCA97E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0690" y="3578324"/>
              <a:ext cx="2510348" cy="478363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CC48796D-7A4F-5AB7-50A8-E6DD4AACC3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269" y="4249096"/>
            <a:ext cx="11454659" cy="245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3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3E43E67F-F4CC-A588-AB96-ACAE06704702}"/>
              </a:ext>
            </a:extLst>
          </p:cNvPr>
          <p:cNvGrpSpPr/>
          <p:nvPr/>
        </p:nvGrpSpPr>
        <p:grpSpPr>
          <a:xfrm>
            <a:off x="2040555" y="345868"/>
            <a:ext cx="9188566" cy="1062718"/>
            <a:chOff x="1512010" y="443481"/>
            <a:chExt cx="6102489" cy="7160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8C2B9-EB2B-9A83-6C16-3729F852DB7E}"/>
                </a:ext>
              </a:extLst>
            </p:cNvPr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72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73181-1E48-EC63-1BE3-BAACEFB90B63}"/>
                </a:ext>
              </a:extLst>
            </p:cNvPr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  ～限り・限りは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657071-37DA-B580-7080-76FA04B3C3D9}"/>
                </a:ext>
              </a:extLst>
            </p:cNvPr>
            <p:cNvSpPr/>
            <p:nvPr/>
          </p:nvSpPr>
          <p:spPr>
            <a:xfrm>
              <a:off x="1512010" y="443481"/>
              <a:ext cx="566139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72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/>
                </a:rPr>
                <a:t>1.4</a:t>
              </a:r>
            </a:p>
          </p:txBody>
        </p:sp>
      </p:grpSp>
      <p:sp>
        <p:nvSpPr>
          <p:cNvPr id="43" name="Google Shape;1514;p52">
            <a:extLst>
              <a:ext uri="{FF2B5EF4-FFF2-40B4-BE49-F238E27FC236}">
                <a16:creationId xmlns:a16="http://schemas.microsoft.com/office/drawing/2014/main" id="{EA4F89EF-63D6-8FA5-0368-7BED7D8C98A4}"/>
              </a:ext>
            </a:extLst>
          </p:cNvPr>
          <p:cNvSpPr/>
          <p:nvPr/>
        </p:nvSpPr>
        <p:spPr>
          <a:xfrm>
            <a:off x="5963194" y="508714"/>
            <a:ext cx="5265927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49503C1-72FB-07D8-D736-31B62E85B9E5}"/>
              </a:ext>
            </a:extLst>
          </p:cNvPr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FB4B2F-FECB-6BD1-79F6-51F9CB926D7E}"/>
              </a:ext>
            </a:extLst>
          </p:cNvPr>
          <p:cNvSpPr/>
          <p:nvPr/>
        </p:nvSpPr>
        <p:spPr>
          <a:xfrm>
            <a:off x="942775" y="1826261"/>
            <a:ext cx="10935372" cy="7250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HGPKyokashotai" panose="02020600000000000000" pitchFamily="18" charset="-128"/>
                <a:ea typeface="HGPKyokashotai" panose="02020600000000000000" pitchFamily="18" charset="-128"/>
                <a:cs typeface="+mn-cs"/>
                <a:sym typeface="Arial"/>
              </a:rPr>
              <a:t>ない限り  </a:t>
            </a:r>
            <a:r>
              <a:rPr kumimoji="0" lang="vi-VN" altLang="ja-JP" sz="2800" b="1" i="0" u="none" strike="noStrike" kern="0" cap="none" spc="0" normalizeH="0" baseline="0" noProof="0" dirty="0">
                <a:ln>
                  <a:noFill/>
                </a:ln>
                <a:solidFill>
                  <a:srgbClr val="1F271D"/>
                </a:solidFill>
                <a:effectLst/>
                <a:uLnTx/>
                <a:uFillTx/>
                <a:latin typeface="Times New Roman" panose="02020603050405020304" pitchFamily="18" charset="0"/>
                <a:ea typeface="HGPKyokashotai" panose="02020600000000000000" pitchFamily="18" charset="-128"/>
                <a:cs typeface="Times New Roman" panose="02020603050405020304" pitchFamily="18" charset="0"/>
                <a:sym typeface="Arial"/>
              </a:rPr>
              <a:t>nếu A không xảy ra thì B cũng không thể xảy ra được...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1F271D"/>
              </a:solidFill>
              <a:effectLst/>
              <a:uLnTx/>
              <a:uFillTx/>
              <a:latin typeface="Times New Roman" panose="02020603050405020304" pitchFamily="18" charset="0"/>
              <a:ea typeface="HGPKyokashotai" panose="02020600000000000000" pitchFamily="18" charset="-128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Google Shape;1514;p52">
            <a:extLst>
              <a:ext uri="{FF2B5EF4-FFF2-40B4-BE49-F238E27FC236}">
                <a16:creationId xmlns:a16="http://schemas.microsoft.com/office/drawing/2014/main" id="{6A5DAE19-BB21-4059-CAD1-ED9B117D6718}"/>
              </a:ext>
            </a:extLst>
          </p:cNvPr>
          <p:cNvSpPr/>
          <p:nvPr/>
        </p:nvSpPr>
        <p:spPr>
          <a:xfrm>
            <a:off x="834768" y="3517489"/>
            <a:ext cx="11151386" cy="960140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Arial"/>
                <a:sym typeface="Arial"/>
              </a:rPr>
              <a:t>①　</a:t>
            </a:r>
            <a:r>
              <a:rPr kumimoji="0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Arial"/>
                <a:sym typeface="Arial"/>
              </a:rPr>
              <a:t>この人数では、残業しない限り仕事は終らない。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UD Digi Kyokasho NP-R" panose="02020400000000000000" pitchFamily="18" charset="-128"/>
              <a:ea typeface="UD Digi Kyokasho NP-R" panose="02020400000000000000" pitchFamily="18" charset="-128"/>
              <a:cs typeface="Arial"/>
              <a:sym typeface="Arial"/>
            </a:endParaRPr>
          </a:p>
        </p:txBody>
      </p:sp>
      <p:sp>
        <p:nvSpPr>
          <p:cNvPr id="9" name="Google Shape;1514;p52">
            <a:extLst>
              <a:ext uri="{FF2B5EF4-FFF2-40B4-BE49-F238E27FC236}">
                <a16:creationId xmlns:a16="http://schemas.microsoft.com/office/drawing/2014/main" id="{28A8F199-C3E4-C8FF-2EC9-CC4E03506D58}"/>
              </a:ext>
            </a:extLst>
          </p:cNvPr>
          <p:cNvSpPr/>
          <p:nvPr/>
        </p:nvSpPr>
        <p:spPr>
          <a:xfrm>
            <a:off x="834768" y="4582424"/>
            <a:ext cx="11151386" cy="960140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Arial"/>
                <a:sym typeface="Arial"/>
              </a:rPr>
              <a:t>②　</a:t>
            </a:r>
            <a:r>
              <a:rPr kumimoji="0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Arial"/>
                <a:sym typeface="Arial"/>
              </a:rPr>
              <a:t>魚は新鮮でない限りは、刺身にはできない。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UD Digi Kyokasho NP-R" panose="02020400000000000000" pitchFamily="18" charset="-128"/>
              <a:ea typeface="UD Digi Kyokasho NP-R" panose="02020400000000000000" pitchFamily="18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152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731994-8DC6-6DC7-96B7-30D9000B2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89" y="142398"/>
            <a:ext cx="11881822" cy="10897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EDB92D-8BF3-B38B-7400-0F253A8DDF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148" y="1446949"/>
            <a:ext cx="11629704" cy="452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84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52D70E-30E2-C5BB-1FBC-FDB924E24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31" y="696774"/>
            <a:ext cx="11394142" cy="545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750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4E7A94-CA95-823D-9B22-E37D9F93F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548" y="234748"/>
            <a:ext cx="10166249" cy="742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F7FB39-E491-FF9B-F774-A88A1FDC83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273" y="1335967"/>
            <a:ext cx="9607775" cy="15553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C88B7E-5ABA-1AB4-499D-0A66C4D455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1194" y="3095324"/>
            <a:ext cx="9930608" cy="8713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C7ECFD-96B3-53BD-8651-6422FE67AF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5341" y="4048319"/>
            <a:ext cx="5259155" cy="8713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69FBF0-66B5-9413-C941-530ECBA86B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1708" y="5133944"/>
            <a:ext cx="1608197" cy="77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7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93EB95-61D1-AF8B-4F9B-D6DE27673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68" y="520418"/>
            <a:ext cx="11889264" cy="581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480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FDB1BB-F616-65F8-DF01-91BFA3522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3" y="2021657"/>
            <a:ext cx="12064333" cy="348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861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8E425F9-FCF6-BE23-8C8E-ACC15A319C11}"/>
              </a:ext>
            </a:extLst>
          </p:cNvPr>
          <p:cNvSpPr/>
          <p:nvPr/>
        </p:nvSpPr>
        <p:spPr>
          <a:xfrm>
            <a:off x="245774" y="664296"/>
            <a:ext cx="11700452" cy="4245647"/>
          </a:xfrm>
          <a:prstGeom prst="flowChartAlternateProcess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A64B31">
                    <a:lumMod val="75000"/>
                  </a:srgbClr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Arial"/>
                <a:sym typeface="Arial"/>
              </a:rPr>
              <a:t>Part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313752">
                    <a:lumMod val="50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 </a:t>
            </a:r>
            <a:r>
              <a:rPr kumimoji="0" lang="ja-JP" altLang="en-US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313752">
                    <a:lumMod val="50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誘う</a:t>
            </a:r>
            <a:endParaRPr kumimoji="0" lang="en-US" sz="9600" b="1" i="0" u="none" strike="noStrike" kern="0" cap="none" spc="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1F271D">
                  <a:lumMod val="90000"/>
                  <a:lumOff val="10000"/>
                </a:srgbClr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pic>
        <p:nvPicPr>
          <p:cNvPr id="2" name="Google Shape;368;p40">
            <a:extLst>
              <a:ext uri="{FF2B5EF4-FFF2-40B4-BE49-F238E27FC236}">
                <a16:creationId xmlns:a16="http://schemas.microsoft.com/office/drawing/2014/main" id="{D86EED46-F645-F758-804D-C983D8CE15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3328" y="2787120"/>
            <a:ext cx="3955573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4559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041" y="1003051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出店する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1041" y="2018441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中古品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1040" y="2969444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介助犬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1039" y="3984834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育成する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1041" y="4973098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寄付する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3" name="Flowchart: Punched Tape 12"/>
          <p:cNvSpPr/>
          <p:nvPr/>
        </p:nvSpPr>
        <p:spPr>
          <a:xfrm>
            <a:off x="5072958" y="0"/>
            <a:ext cx="1834836" cy="869513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+mn-cs"/>
                <a:sym typeface="Arial"/>
              </a:rPr>
              <a:t>言葉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+mn-cs"/>
              <a:sym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91745" y="1053906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寄るー寄せる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91745" y="2069296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売り上げ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91745" y="3033831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今頃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91745" y="4059418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苦しむ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91745" y="5023953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偶然＝たまたま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719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2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2339" y="3156621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誘う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2339" y="2195860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受ける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2339" y="1184244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寄付金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3" name="Flowchart: Punched Tape 12"/>
          <p:cNvSpPr/>
          <p:nvPr/>
        </p:nvSpPr>
        <p:spPr>
          <a:xfrm>
            <a:off x="5072958" y="0"/>
            <a:ext cx="1834836" cy="869513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+mn-cs"/>
                <a:sym typeface="Arial"/>
              </a:rPr>
              <a:t>言葉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+mn-cs"/>
              <a:sym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3043" y="3207476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全て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13043" y="2246715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学園祭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13043" y="1235099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団体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8F3C61-B4B2-4778-93FE-A73E7E671A23}"/>
              </a:ext>
            </a:extLst>
          </p:cNvPr>
          <p:cNvSpPr txBox="1"/>
          <p:nvPr/>
        </p:nvSpPr>
        <p:spPr>
          <a:xfrm>
            <a:off x="382339" y="4168237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延期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122DBE-D0F2-4F32-AA4D-079149932A8A}"/>
              </a:ext>
            </a:extLst>
          </p:cNvPr>
          <p:cNvSpPr txBox="1"/>
          <p:nvPr/>
        </p:nvSpPr>
        <p:spPr>
          <a:xfrm>
            <a:off x="6513043" y="4219092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割引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8E5105-479E-4923-A31E-5FA9344567B0}"/>
              </a:ext>
            </a:extLst>
          </p:cNvPr>
          <p:cNvSpPr txBox="1"/>
          <p:nvPr/>
        </p:nvSpPr>
        <p:spPr>
          <a:xfrm>
            <a:off x="382339" y="5207402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興味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15DC7C-ED2B-40E8-BF50-95D6439FE8B3}"/>
              </a:ext>
            </a:extLst>
          </p:cNvPr>
          <p:cNvSpPr txBox="1"/>
          <p:nvPr/>
        </p:nvSpPr>
        <p:spPr>
          <a:xfrm>
            <a:off x="6513043" y="5258257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入場券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821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3" grpId="0" animBg="1"/>
      <p:bldP spid="23" grpId="0" animBg="1"/>
      <p:bldP spid="24" grpId="0" animBg="1"/>
      <p:bldP spid="25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3E43E67F-F4CC-A588-AB96-ACAE06704702}"/>
              </a:ext>
            </a:extLst>
          </p:cNvPr>
          <p:cNvGrpSpPr/>
          <p:nvPr/>
        </p:nvGrpSpPr>
        <p:grpSpPr>
          <a:xfrm>
            <a:off x="1982363" y="3417"/>
            <a:ext cx="9305969" cy="1335986"/>
            <a:chOff x="1434038" y="443059"/>
            <a:chExt cx="6180461" cy="7164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8C2B9-EB2B-9A83-6C16-3729F852DB7E}"/>
                </a:ext>
              </a:extLst>
            </p:cNvPr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72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73181-1E48-EC63-1BE3-BAACEFB90B63}"/>
                </a:ext>
              </a:extLst>
            </p:cNvPr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～かなと思って</a:t>
              </a:r>
              <a:endPara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657071-37DA-B580-7080-76FA04B3C3D9}"/>
                </a:ext>
              </a:extLst>
            </p:cNvPr>
            <p:cNvSpPr/>
            <p:nvPr/>
          </p:nvSpPr>
          <p:spPr>
            <a:xfrm>
              <a:off x="1434038" y="443059"/>
              <a:ext cx="555216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72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/>
                </a:rPr>
                <a:t>2.1</a:t>
              </a:r>
            </a:p>
          </p:txBody>
        </p:sp>
      </p:grpSp>
      <p:sp>
        <p:nvSpPr>
          <p:cNvPr id="43" name="Google Shape;1514;p52">
            <a:extLst>
              <a:ext uri="{FF2B5EF4-FFF2-40B4-BE49-F238E27FC236}">
                <a16:creationId xmlns:a16="http://schemas.microsoft.com/office/drawing/2014/main" id="{EA4F89EF-63D6-8FA5-0368-7BED7D8C98A4}"/>
              </a:ext>
            </a:extLst>
          </p:cNvPr>
          <p:cNvSpPr/>
          <p:nvPr/>
        </p:nvSpPr>
        <p:spPr>
          <a:xfrm>
            <a:off x="5465446" y="508714"/>
            <a:ext cx="5763675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 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＊ 遠慮して誘ったり、 勧めたりするときに使う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1D71D8-FC2F-8428-4C9F-4B0D6ECA1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62" y="1454970"/>
            <a:ext cx="11574305" cy="129578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846A757-BD69-7FAD-E987-5ACE044D362A}"/>
              </a:ext>
            </a:extLst>
          </p:cNvPr>
          <p:cNvGrpSpPr/>
          <p:nvPr/>
        </p:nvGrpSpPr>
        <p:grpSpPr>
          <a:xfrm>
            <a:off x="152062" y="2761536"/>
            <a:ext cx="11467349" cy="1677432"/>
            <a:chOff x="950651" y="3162077"/>
            <a:chExt cx="7341460" cy="99217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A0004CD-89EE-4787-5D36-F6885F703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0651" y="3162077"/>
              <a:ext cx="6802916" cy="4825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B6CBA5E-FFDB-FC5A-3835-704D992B3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06598" y="3554084"/>
              <a:ext cx="2785513" cy="38946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44C92C4-8B47-7079-3DD0-8CB625A4E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62576" y="3802888"/>
              <a:ext cx="3936971" cy="351364"/>
            </a:xfrm>
            <a:prstGeom prst="rect">
              <a:avLst/>
            </a:prstGeom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AB9BEB8-0D9F-1CCB-AA94-745E29C079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1" y="4481723"/>
            <a:ext cx="12110312" cy="235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110A8A-B9E3-4923-A94E-0741B4C5B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5325"/>
            <a:ext cx="12192000" cy="486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38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AA1CBE-387E-E12D-6EF0-5AD75E945F46}"/>
              </a:ext>
            </a:extLst>
          </p:cNvPr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43E67F-F4CC-A588-AB96-ACAE06704702}"/>
              </a:ext>
            </a:extLst>
          </p:cNvPr>
          <p:cNvGrpSpPr/>
          <p:nvPr/>
        </p:nvGrpSpPr>
        <p:grpSpPr>
          <a:xfrm>
            <a:off x="1982363" y="47663"/>
            <a:ext cx="9305969" cy="1291740"/>
            <a:chOff x="1434038" y="443059"/>
            <a:chExt cx="6180461" cy="7164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8C2B9-EB2B-9A83-6C16-3729F852DB7E}"/>
                </a:ext>
              </a:extLst>
            </p:cNvPr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72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73181-1E48-EC63-1BE3-BAACEFB90B63}"/>
                </a:ext>
              </a:extLst>
            </p:cNvPr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～にしては</a:t>
              </a:r>
              <a:endPara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657071-37DA-B580-7080-76FA04B3C3D9}"/>
                </a:ext>
              </a:extLst>
            </p:cNvPr>
            <p:cNvSpPr/>
            <p:nvPr/>
          </p:nvSpPr>
          <p:spPr>
            <a:xfrm>
              <a:off x="1434038" y="443059"/>
              <a:ext cx="618084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72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/>
                </a:rPr>
                <a:t>2.2</a:t>
              </a:r>
            </a:p>
          </p:txBody>
        </p:sp>
      </p:grpSp>
      <p:sp>
        <p:nvSpPr>
          <p:cNvPr id="43" name="Google Shape;1514;p52">
            <a:extLst>
              <a:ext uri="{FF2B5EF4-FFF2-40B4-BE49-F238E27FC236}">
                <a16:creationId xmlns:a16="http://schemas.microsoft.com/office/drawing/2014/main" id="{EA4F89EF-63D6-8FA5-0368-7BED7D8C98A4}"/>
              </a:ext>
            </a:extLst>
          </p:cNvPr>
          <p:cNvSpPr/>
          <p:nvPr/>
        </p:nvSpPr>
        <p:spPr>
          <a:xfrm>
            <a:off x="5468684" y="509038"/>
            <a:ext cx="6663653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～から予想するのと 違って、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…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 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＊ ちょっと 変だと 感じる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4" name="Google Shape;1514;p52">
            <a:extLst>
              <a:ext uri="{FF2B5EF4-FFF2-40B4-BE49-F238E27FC236}">
                <a16:creationId xmlns:a16="http://schemas.microsoft.com/office/drawing/2014/main" id="{122D302F-CA8D-7A92-6FB2-2D32C01F2B01}"/>
              </a:ext>
            </a:extLst>
          </p:cNvPr>
          <p:cNvSpPr/>
          <p:nvPr/>
        </p:nvSpPr>
        <p:spPr>
          <a:xfrm>
            <a:off x="1770845" y="1545844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：　　      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 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			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普通形　　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＋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にしては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	</a:t>
            </a: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ナＡ だ→である Ｎ だ→（である ）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F542FF-D4EF-03C9-8975-C9AB2556A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85" y="2685588"/>
            <a:ext cx="11297312" cy="7891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985FF4F-42C6-27D2-50DF-B2D04D475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284" y="3488825"/>
            <a:ext cx="8966377" cy="783421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BAC25344-8A48-60A6-55AE-0FBAFE5F945A}"/>
              </a:ext>
            </a:extLst>
          </p:cNvPr>
          <p:cNvGrpSpPr/>
          <p:nvPr/>
        </p:nvGrpSpPr>
        <p:grpSpPr>
          <a:xfrm>
            <a:off x="697872" y="4359854"/>
            <a:ext cx="8503114" cy="883835"/>
            <a:chOff x="635241" y="4268993"/>
            <a:chExt cx="8503114" cy="88383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0C3C73B-FDD9-E6DB-4103-D66C073EF6C8}"/>
                </a:ext>
              </a:extLst>
            </p:cNvPr>
            <p:cNvSpPr/>
            <p:nvPr/>
          </p:nvSpPr>
          <p:spPr>
            <a:xfrm>
              <a:off x="635241" y="4577490"/>
              <a:ext cx="502920" cy="48683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6F3EA">
                      <a:lumMod val="10000"/>
                    </a:srgbClr>
                  </a:solidFill>
                  <a:effectLst/>
                  <a:uLnTx/>
                  <a:uFillTx/>
                  <a:latin typeface="UD Digi Kyokasho NP-R" panose="02020400000000000000" pitchFamily="18" charset="-128"/>
                  <a:ea typeface="UD Digi Kyokasho NP-R" panose="02020400000000000000" pitchFamily="18" charset="-128"/>
                  <a:cs typeface="+mn-cs"/>
                  <a:sym typeface="Arial"/>
                </a:rPr>
                <a:t>③</a:t>
              </a:r>
              <a:endParaRPr kumimoji="0" lang="en-US" sz="1792" b="0" i="0" u="none" strike="noStrike" kern="0" cap="none" spc="0" normalizeH="0" baseline="0" noProof="0" dirty="0">
                <a:ln>
                  <a:noFill/>
                </a:ln>
                <a:solidFill>
                  <a:srgbClr val="F6F3EA">
                    <a:lumMod val="10000"/>
                  </a:srgb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  <a:sym typeface="Arial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FD6F364-D8B8-5334-154D-31F632952A6F}"/>
                </a:ext>
              </a:extLst>
            </p:cNvPr>
            <p:cNvGrpSpPr/>
            <p:nvPr/>
          </p:nvGrpSpPr>
          <p:grpSpPr>
            <a:xfrm>
              <a:off x="1138161" y="4268993"/>
              <a:ext cx="8000194" cy="883835"/>
              <a:chOff x="1251050" y="4359854"/>
              <a:chExt cx="5683269" cy="570474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007E040-AE75-E663-EC78-5F225E62B5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51050" y="4359854"/>
                <a:ext cx="2658514" cy="486830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B3477F6D-FABB-AB7B-DB83-5F14284D07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86342" y="4439265"/>
                <a:ext cx="3047977" cy="491063"/>
              </a:xfrm>
              <a:prstGeom prst="rect">
                <a:avLst/>
              </a:prstGeom>
            </p:spPr>
          </p:pic>
        </p:grpSp>
      </p:grpSp>
      <p:sp>
        <p:nvSpPr>
          <p:cNvPr id="8" name="Minus 7"/>
          <p:cNvSpPr/>
          <p:nvPr/>
        </p:nvSpPr>
        <p:spPr>
          <a:xfrm flipV="1">
            <a:off x="3295461" y="2205043"/>
            <a:ext cx="344032" cy="103589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92" b="0" i="0" u="none" strike="noStrike" kern="0" cap="none" spc="0" normalizeH="0" baseline="0" noProof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9" name="Minus 18"/>
          <p:cNvSpPr/>
          <p:nvPr/>
        </p:nvSpPr>
        <p:spPr>
          <a:xfrm flipV="1">
            <a:off x="5399103" y="2212960"/>
            <a:ext cx="344032" cy="103589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92" b="0" i="0" u="none" strike="noStrike" kern="0" cap="none" spc="0" normalizeH="0" baseline="0" noProof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7872" y="5322049"/>
            <a:ext cx="8600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ja-JP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※ </a:t>
            </a: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～にしては</a:t>
            </a:r>
            <a:r>
              <a:rPr kumimoji="0" lang="en-US" altLang="ja-JP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…… </a:t>
            </a: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の「～」には具体的な言葉が来る。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altLang="ja-JP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80 </a:t>
            </a: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歳にしてはよく食べる。</a:t>
            </a:r>
            <a:endParaRPr kumimoji="0" lang="en-US" altLang="ja-JP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年にしてはよく食べる。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9103" y="582988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➔</a:t>
            </a:r>
            <a:r>
              <a:rPr kumimoji="0" lang="en-US" altLang="ja-JP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75858" y="6200629"/>
            <a:ext cx="782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➔</a:t>
            </a:r>
            <a:r>
              <a:rPr kumimoji="0" lang="en-US" altLang="ja-JP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X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144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8" grpId="0" animBg="1"/>
      <p:bldP spid="19" grpId="0" animBg="1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AA1CBE-387E-E12D-6EF0-5AD75E945F46}"/>
              </a:ext>
            </a:extLst>
          </p:cNvPr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43E67F-F4CC-A588-AB96-ACAE06704702}"/>
              </a:ext>
            </a:extLst>
          </p:cNvPr>
          <p:cNvGrpSpPr/>
          <p:nvPr/>
        </p:nvGrpSpPr>
        <p:grpSpPr>
          <a:xfrm>
            <a:off x="1982363" y="208675"/>
            <a:ext cx="9305969" cy="1063344"/>
            <a:chOff x="1434038" y="443059"/>
            <a:chExt cx="6180461" cy="7164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8C2B9-EB2B-9A83-6C16-3729F852DB7E}"/>
                </a:ext>
              </a:extLst>
            </p:cNvPr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72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73181-1E48-EC63-1BE3-BAACEFB90B63}"/>
                </a:ext>
              </a:extLst>
            </p:cNvPr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～につき</a:t>
              </a:r>
              <a:endParaRPr kumimoji="0" lang="ja-JP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657071-37DA-B580-7080-76FA04B3C3D9}"/>
                </a:ext>
              </a:extLst>
            </p:cNvPr>
            <p:cNvSpPr/>
            <p:nvPr/>
          </p:nvSpPr>
          <p:spPr>
            <a:xfrm>
              <a:off x="1434038" y="443059"/>
              <a:ext cx="618084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72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/>
                </a:rPr>
                <a:t>2.3</a:t>
              </a:r>
            </a:p>
          </p:txBody>
        </p:sp>
      </p:grpSp>
      <p:sp>
        <p:nvSpPr>
          <p:cNvPr id="43" name="Google Shape;1514;p52">
            <a:extLst>
              <a:ext uri="{FF2B5EF4-FFF2-40B4-BE49-F238E27FC236}">
                <a16:creationId xmlns:a16="http://schemas.microsoft.com/office/drawing/2014/main" id="{EA4F89EF-63D6-8FA5-0368-7BED7D8C98A4}"/>
              </a:ext>
            </a:extLst>
          </p:cNvPr>
          <p:cNvSpPr/>
          <p:nvPr/>
        </p:nvSpPr>
        <p:spPr>
          <a:xfrm>
            <a:off x="4565469" y="508714"/>
            <a:ext cx="6663653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 </a:t>
            </a:r>
            <a:r>
              <a:rPr kumimoji="0" lang="ja-JP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～に</a:t>
            </a:r>
            <a:endParaRPr kumimoji="0" lang="en-US" altLang="ja-JP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4" name="Google Shape;1514;p52">
            <a:extLst>
              <a:ext uri="{FF2B5EF4-FFF2-40B4-BE49-F238E27FC236}">
                <a16:creationId xmlns:a16="http://schemas.microsoft.com/office/drawing/2014/main" id="{122D302F-CA8D-7A92-6FB2-2D32C01F2B01}"/>
              </a:ext>
            </a:extLst>
          </p:cNvPr>
          <p:cNvSpPr/>
          <p:nvPr/>
        </p:nvSpPr>
        <p:spPr>
          <a:xfrm>
            <a:off x="1770845" y="1545844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：　　      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 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（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N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）＋数量詞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＋</a:t>
            </a: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Arial"/>
                <a:sym typeface="Arial"/>
              </a:rPr>
              <a:t>につき、</a:t>
            </a: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Arial"/>
                <a:sym typeface="Arial"/>
              </a:rPr>
              <a:t>数量詞</a:t>
            </a:r>
            <a:endParaRPr kumimoji="0" lang="en-US" altLang="ja-JP" sz="2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EPSON 太明朝体Ｂ" panose="02020709000000000000" pitchFamily="17" charset="-128"/>
              <a:ea typeface="EPSON 太明朝体Ｂ" panose="02020709000000000000" pitchFamily="17" charset="-128"/>
              <a:cs typeface="Arial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44D180-EA49-1476-5B61-AAB137A97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186" y="2695835"/>
            <a:ext cx="10918754" cy="72755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1C47765-E9F7-AEB4-FD90-8DBC1ADCDFEB}"/>
              </a:ext>
            </a:extLst>
          </p:cNvPr>
          <p:cNvGrpSpPr/>
          <p:nvPr/>
        </p:nvGrpSpPr>
        <p:grpSpPr>
          <a:xfrm>
            <a:off x="856556" y="3819166"/>
            <a:ext cx="10761335" cy="1182383"/>
            <a:chOff x="919186" y="3844887"/>
            <a:chExt cx="8360771" cy="91862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DB797A3-ED9F-7DE6-02A1-913754D97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9186" y="3844887"/>
              <a:ext cx="8360771" cy="52492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0A768AF-6FC6-59E0-3AD4-85023091A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05169" y="4306315"/>
              <a:ext cx="1574788" cy="457197"/>
            </a:xfrm>
            <a:prstGeom prst="rect">
              <a:avLst/>
            </a:prstGeom>
          </p:spPr>
        </p:pic>
      </p:grpSp>
      <p:sp>
        <p:nvSpPr>
          <p:cNvPr id="16" name="Google Shape;1514;p52">
            <a:extLst>
              <a:ext uri="{FF2B5EF4-FFF2-40B4-BE49-F238E27FC236}">
                <a16:creationId xmlns:a16="http://schemas.microsoft.com/office/drawing/2014/main" id="{E43A6067-C49B-815C-2153-9431B774A00B}"/>
              </a:ext>
            </a:extLst>
          </p:cNvPr>
          <p:cNvSpPr/>
          <p:nvPr/>
        </p:nvSpPr>
        <p:spPr>
          <a:xfrm>
            <a:off x="919186" y="5001549"/>
            <a:ext cx="11151386" cy="960140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Arial"/>
                <a:sym typeface="Arial"/>
              </a:rPr>
              <a:t>③　</a:t>
            </a:r>
            <a:r>
              <a:rPr kumimoji="0" lang="ja-JP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Arial"/>
                <a:sym typeface="Arial"/>
              </a:rPr>
              <a:t>水道代は一ヶ月につき３０００円かかります。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UD Digi Kyokasho NP-R" panose="02020400000000000000" pitchFamily="18" charset="-128"/>
              <a:ea typeface="UD Digi Kyokasho NP-R" panose="02020400000000000000" pitchFamily="18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121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823701-DE24-8799-3C24-D830366C5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916" y="61794"/>
            <a:ext cx="7238946" cy="64346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1291ABD-3AD3-6D32-40F2-958F32FD7955}"/>
              </a:ext>
            </a:extLst>
          </p:cNvPr>
          <p:cNvGrpSpPr/>
          <p:nvPr/>
        </p:nvGrpSpPr>
        <p:grpSpPr>
          <a:xfrm>
            <a:off x="1580916" y="749097"/>
            <a:ext cx="9304538" cy="1330223"/>
            <a:chOff x="1580916" y="749098"/>
            <a:chExt cx="7302446" cy="104399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C3E8897-2A24-7D09-AAAC-2BCAFAA7F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80916" y="749098"/>
              <a:ext cx="7302446" cy="53762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0721335-C96C-E8AA-8183-B5A9E13B9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51659" y="1344362"/>
              <a:ext cx="4131703" cy="44873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3116DAD-9898-8345-9450-A5CC17E6D8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075" y="2282522"/>
            <a:ext cx="11526229" cy="317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79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45F33B-AFF9-410A-9E39-DC571FEC4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868" y="0"/>
            <a:ext cx="7740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56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8E425F9-FCF6-BE23-8C8E-ACC15A319C11}"/>
              </a:ext>
            </a:extLst>
          </p:cNvPr>
          <p:cNvSpPr/>
          <p:nvPr/>
        </p:nvSpPr>
        <p:spPr>
          <a:xfrm>
            <a:off x="245774" y="1627334"/>
            <a:ext cx="11700452" cy="4245647"/>
          </a:xfrm>
          <a:prstGeom prst="flowChartAlternateProcess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A64B31">
                    <a:lumMod val="75000"/>
                  </a:srgbClr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Arial"/>
                <a:sym typeface="Arial"/>
              </a:rPr>
              <a:t>Part </a:t>
            </a:r>
            <a:r>
              <a:rPr kumimoji="0" lang="ja-JP" altLang="en-US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A64B31">
                    <a:lumMod val="75000"/>
                  </a:srgbClr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Arial"/>
                <a:sym typeface="Arial"/>
              </a:rPr>
              <a:t>３</a:t>
            </a:r>
            <a:endParaRPr kumimoji="0" lang="en-US" altLang="ja-JP" sz="9600" b="1" i="0" u="none" strike="noStrike" kern="0" cap="none" spc="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A64B31">
                  <a:lumMod val="75000"/>
                </a:srgbClr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600" b="1" i="0" u="none" strike="noStrike" kern="0" cap="none" spc="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1F271D">
                  <a:lumMod val="90000"/>
                  <a:lumOff val="10000"/>
                </a:srgbClr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pic>
        <p:nvPicPr>
          <p:cNvPr id="2" name="Google Shape;368;p40">
            <a:extLst>
              <a:ext uri="{FF2B5EF4-FFF2-40B4-BE49-F238E27FC236}">
                <a16:creationId xmlns:a16="http://schemas.microsoft.com/office/drawing/2014/main" id="{D86EED46-F645-F758-804D-C983D8CE15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3328" y="2787120"/>
            <a:ext cx="3955573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66155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041" y="1003051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世代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1041" y="2018441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定年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1041" y="3012350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就職ー退職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1041" y="4008563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定年退職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1041" y="4973098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うらやましい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3" name="Flowchart: Punched Tape 12"/>
          <p:cNvSpPr/>
          <p:nvPr/>
        </p:nvSpPr>
        <p:spPr>
          <a:xfrm>
            <a:off x="5072958" y="0"/>
            <a:ext cx="1834836" cy="869513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+mn-cs"/>
                <a:sym typeface="Arial"/>
              </a:rPr>
              <a:t>言葉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+mn-cs"/>
              <a:sym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91745" y="1053906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人見知りする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91745" y="2069296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男同士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91745" y="3033831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素晴らしい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91745" y="4059418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月日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91745" y="5023953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夢中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615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2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2339" y="3156621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頑張る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2339" y="2195860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習慣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2339" y="1184244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慣れる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3" name="Flowchart: Punched Tape 12"/>
          <p:cNvSpPr/>
          <p:nvPr/>
        </p:nvSpPr>
        <p:spPr>
          <a:xfrm>
            <a:off x="5072958" y="0"/>
            <a:ext cx="1834836" cy="869513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+mn-cs"/>
                <a:sym typeface="Arial"/>
              </a:rPr>
              <a:t>言葉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+mn-cs"/>
              <a:sym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3043" y="3207476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健康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13043" y="2246715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休憩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13043" y="1235099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準備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8F3C61-B4B2-4778-93FE-A73E7E671A23}"/>
              </a:ext>
            </a:extLst>
          </p:cNvPr>
          <p:cNvSpPr txBox="1"/>
          <p:nvPr/>
        </p:nvSpPr>
        <p:spPr>
          <a:xfrm>
            <a:off x="382339" y="4168237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緊張する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122DBE-D0F2-4F32-AA4D-079149932A8A}"/>
              </a:ext>
            </a:extLst>
          </p:cNvPr>
          <p:cNvSpPr txBox="1"/>
          <p:nvPr/>
        </p:nvSpPr>
        <p:spPr>
          <a:xfrm>
            <a:off x="6513043" y="4219092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相談</a:t>
            </a:r>
            <a:endParaRPr lang="en-US" sz="48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8E5105-479E-4923-A31E-5FA9344567B0}"/>
              </a:ext>
            </a:extLst>
          </p:cNvPr>
          <p:cNvSpPr txBox="1"/>
          <p:nvPr/>
        </p:nvSpPr>
        <p:spPr>
          <a:xfrm>
            <a:off x="382339" y="5207402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偉いー偉大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15DC7C-ED2B-40E8-BF50-95D6439FE8B3}"/>
              </a:ext>
            </a:extLst>
          </p:cNvPr>
          <p:cNvSpPr txBox="1"/>
          <p:nvPr/>
        </p:nvSpPr>
        <p:spPr>
          <a:xfrm>
            <a:off x="6513043" y="5258257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僕</a:t>
            </a:r>
            <a:r>
              <a:rPr lang="en-US" altLang="ja-JP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‐</a:t>
            </a: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俺</a:t>
            </a:r>
            <a:endParaRPr lang="en-US" sz="48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932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3" grpId="0" animBg="1"/>
      <p:bldP spid="23" grpId="0" animBg="1"/>
      <p:bldP spid="24" grpId="0" animBg="1"/>
      <p:bldP spid="25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8E425F9-FCF6-BE23-8C8E-ACC15A319C11}"/>
              </a:ext>
            </a:extLst>
          </p:cNvPr>
          <p:cNvSpPr/>
          <p:nvPr/>
        </p:nvSpPr>
        <p:spPr>
          <a:xfrm>
            <a:off x="245774" y="1627334"/>
            <a:ext cx="11700452" cy="4245647"/>
          </a:xfrm>
          <a:prstGeom prst="flowChartAlternateProcess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99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A64B31">
                    <a:lumMod val="75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sym typeface="Arial"/>
              </a:rPr>
              <a:t>文法</a:t>
            </a:r>
            <a:endParaRPr kumimoji="0" lang="en-US" sz="19900" b="1" i="0" u="none" strike="noStrike" kern="0" cap="none" spc="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1F271D">
                  <a:lumMod val="90000"/>
                  <a:lumOff val="10000"/>
                </a:srgbClr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/>
            </a:endParaRPr>
          </a:p>
        </p:txBody>
      </p:sp>
      <p:pic>
        <p:nvPicPr>
          <p:cNvPr id="2" name="Google Shape;368;p40">
            <a:extLst>
              <a:ext uri="{FF2B5EF4-FFF2-40B4-BE49-F238E27FC236}">
                <a16:creationId xmlns:a16="http://schemas.microsoft.com/office/drawing/2014/main" id="{D86EED46-F645-F758-804D-C983D8CE15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4120" y="2404565"/>
            <a:ext cx="3955573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6867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 rot="230521">
            <a:off x="5510691" y="295919"/>
            <a:ext cx="6254844" cy="2177219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1219170"/>
            <a:endParaRPr lang="en-US" sz="2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8375" y="1672235"/>
            <a:ext cx="4498992" cy="79292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1219170"/>
            <a:r>
              <a:rPr lang="ja-JP" altLang="en-US" sz="40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 </a:t>
            </a:r>
            <a:r>
              <a:rPr lang="en-US" altLang="ja-JP" sz="40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『V</a:t>
            </a:r>
            <a:r>
              <a:rPr lang="ja-JP" altLang="en-US" sz="40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たいものだ</a:t>
            </a:r>
            <a:r>
              <a:rPr lang="en-US" altLang="ja-JP" sz="40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』</a:t>
            </a:r>
            <a:endParaRPr lang="en-US" sz="400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rgbClr val="4D4A56">
                    <a:alpha val="4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01573" y="3320619"/>
            <a:ext cx="6537185" cy="540341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rtlCol="0">
            <a:spAutoFit/>
          </a:bodyPr>
          <a:lstStyle/>
          <a:p>
            <a:pPr defTabSz="1219170">
              <a:lnSpc>
                <a:spcPct val="90000"/>
              </a:lnSpc>
            </a:pPr>
            <a:r>
              <a:rPr lang="ja-JP" altLang="en-US" sz="3200" dirty="0">
                <a:ln w="0"/>
                <a:solidFill>
                  <a:srgbClr val="4D4A56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約束したら、きちんと守るものだ。</a:t>
            </a:r>
            <a:endParaRPr lang="en-US" sz="3200" dirty="0">
              <a:ln w="0"/>
              <a:solidFill>
                <a:srgbClr val="4D4A56"/>
              </a:solidFill>
              <a:effectLst>
                <a:outerShdw blurRad="38100" dist="19050" dir="2700000" algn="tl" rotWithShape="0">
                  <a:srgbClr val="4D4A56">
                    <a:alpha val="4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01573" y="2599309"/>
            <a:ext cx="8689543" cy="540341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rtlCol="0">
            <a:spAutoFit/>
          </a:bodyPr>
          <a:lstStyle/>
          <a:p>
            <a:pPr defTabSz="1219170">
              <a:lnSpc>
                <a:spcPct val="90000"/>
              </a:lnSpc>
            </a:pPr>
            <a:r>
              <a:rPr lang="ja-JP" altLang="en-US" sz="3200" dirty="0">
                <a:ln w="0"/>
                <a:solidFill>
                  <a:srgbClr val="4D4A56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人に助けてもらった時は、お礼を言うものだ。</a:t>
            </a:r>
            <a:endParaRPr lang="en-US" sz="3200" dirty="0">
              <a:ln w="0"/>
              <a:solidFill>
                <a:srgbClr val="4D4A56"/>
              </a:solidFill>
              <a:effectLst>
                <a:outerShdw blurRad="38100" dist="19050" dir="2700000" algn="tl" rotWithShape="0">
                  <a:srgbClr val="4D4A56">
                    <a:alpha val="4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01573" y="4026647"/>
            <a:ext cx="7381247" cy="54034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rtlCol="0">
            <a:spAutoFit/>
          </a:bodyPr>
          <a:lstStyle/>
          <a:p>
            <a:pPr defTabSz="1219170">
              <a:lnSpc>
                <a:spcPct val="90000"/>
              </a:lnSpc>
            </a:pPr>
            <a:r>
              <a:rPr lang="ja-JP" altLang="en-US" sz="3200" dirty="0">
                <a:ln w="0"/>
                <a:solidFill>
                  <a:srgbClr val="4D4A56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子供のころは、よく外で遊んだものだ。</a:t>
            </a:r>
            <a:endParaRPr lang="en-US" sz="3200" dirty="0">
              <a:ln w="0"/>
              <a:solidFill>
                <a:srgbClr val="4D4A56"/>
              </a:solidFill>
              <a:effectLst>
                <a:outerShdw blurRad="38100" dist="19050" dir="2700000" algn="tl" rotWithShape="0">
                  <a:srgbClr val="4D4A56">
                    <a:alpha val="4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01572" y="4714263"/>
            <a:ext cx="10854253" cy="54034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rtlCol="0">
            <a:spAutoFit/>
          </a:bodyPr>
          <a:lstStyle/>
          <a:p>
            <a:pPr defTabSz="1219170">
              <a:lnSpc>
                <a:spcPct val="90000"/>
              </a:lnSpc>
            </a:pPr>
            <a:r>
              <a:rPr lang="ja-JP" altLang="en-US" sz="3200" dirty="0">
                <a:ln w="0"/>
                <a:solidFill>
                  <a:srgbClr val="4D4A56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新入社員のころは、よく失敗して上司におこられたものだ。</a:t>
            </a:r>
            <a:endParaRPr lang="en-US" sz="3200" dirty="0">
              <a:ln w="0"/>
              <a:solidFill>
                <a:srgbClr val="4D4A56"/>
              </a:solidFill>
              <a:effectLst>
                <a:outerShdw blurRad="38100" dist="19050" dir="2700000" algn="tl" rotWithShape="0">
                  <a:srgbClr val="4D4A56">
                    <a:alpha val="4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01572" y="5490601"/>
            <a:ext cx="10729877" cy="5403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>
            <a:spAutoFit/>
          </a:bodyPr>
          <a:lstStyle/>
          <a:p>
            <a:pPr defTabSz="1219170">
              <a:lnSpc>
                <a:spcPct val="90000"/>
              </a:lnSpc>
            </a:pPr>
            <a:r>
              <a:rPr lang="ja-JP" altLang="en-US" sz="3200" dirty="0">
                <a:ln w="0"/>
                <a:solidFill>
                  <a:srgbClr val="4D4A56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できたら、あなたの切手のコレクションを見たいものだ。</a:t>
            </a:r>
            <a:endParaRPr lang="en-US" sz="3200" dirty="0">
              <a:ln w="0"/>
              <a:solidFill>
                <a:srgbClr val="4D4A56"/>
              </a:solidFill>
              <a:effectLst>
                <a:outerShdw blurRad="38100" dist="19050" dir="2700000" algn="tl" rotWithShape="0">
                  <a:srgbClr val="4D4A56">
                    <a:alpha val="4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01571" y="6211911"/>
            <a:ext cx="6750567" cy="5403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>
            <a:spAutoFit/>
          </a:bodyPr>
          <a:lstStyle/>
          <a:p>
            <a:pPr defTabSz="1219170">
              <a:lnSpc>
                <a:spcPct val="90000"/>
              </a:lnSpc>
            </a:pPr>
            <a:r>
              <a:rPr lang="ja-JP" altLang="en-US" sz="3200" dirty="0">
                <a:ln w="0"/>
                <a:solidFill>
                  <a:srgbClr val="4D4A56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出発する前にきみに会いたいものだ。</a:t>
            </a:r>
            <a:endParaRPr lang="en-US" sz="3200" dirty="0">
              <a:ln w="0"/>
              <a:solidFill>
                <a:srgbClr val="4D4A56"/>
              </a:solidFill>
              <a:effectLst>
                <a:outerShdw blurRad="38100" dist="19050" dir="2700000" algn="tl" rotWithShape="0">
                  <a:srgbClr val="4D4A56">
                    <a:alpha val="4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98373" y="851819"/>
            <a:ext cx="4498992" cy="79292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1219170"/>
            <a:r>
              <a:rPr lang="ja-JP" altLang="en-US" sz="40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 </a:t>
            </a:r>
            <a:r>
              <a:rPr lang="en-US" altLang="ja-JP" sz="40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『V</a:t>
            </a:r>
            <a:r>
              <a:rPr lang="ja-JP" altLang="en-US" sz="40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たものだ</a:t>
            </a:r>
            <a:r>
              <a:rPr lang="en-US" altLang="ja-JP" sz="40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』</a:t>
            </a:r>
            <a:endParaRPr lang="en-US" sz="400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rgbClr val="4D4A56">
                    <a:alpha val="4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98373" y="34227"/>
            <a:ext cx="4498992" cy="79292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1219170"/>
            <a:r>
              <a:rPr lang="ja-JP" altLang="en-US" sz="40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 </a:t>
            </a:r>
            <a:r>
              <a:rPr lang="en-US" altLang="ja-JP" sz="40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『V</a:t>
            </a:r>
            <a:r>
              <a:rPr lang="ja-JP" altLang="en-US" sz="40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るものだ</a:t>
            </a:r>
            <a:r>
              <a:rPr lang="en-US" altLang="ja-JP" sz="40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』</a:t>
            </a:r>
            <a:endParaRPr lang="en-US" sz="400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rgbClr val="4D4A56">
                    <a:alpha val="4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 rot="222672">
            <a:off x="5927502" y="472789"/>
            <a:ext cx="4982471" cy="55001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defTabSz="1219170"/>
            <a:r>
              <a:rPr lang="ja-JP" altLang="en-US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NtMotoyaKyotai" panose="02020300000000000000" pitchFamily="18" charset="-128"/>
                <a:cs typeface="Tahoma" panose="020B0604030504040204" pitchFamily="34" charset="0"/>
              </a:rPr>
              <a:t> </a:t>
            </a:r>
            <a:r>
              <a:rPr lang="en-US" altLang="ja-JP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 </a:t>
            </a:r>
            <a:r>
              <a:rPr lang="en-US" altLang="ja-JP" sz="2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chân</a:t>
            </a:r>
            <a:r>
              <a:rPr lang="en-US" altLang="ja-JP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altLang="ja-JP" sz="2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lý</a:t>
            </a:r>
            <a:r>
              <a:rPr lang="en-US" altLang="ja-JP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, </a:t>
            </a:r>
            <a:r>
              <a:rPr lang="en-US" altLang="ja-JP" sz="2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đương</a:t>
            </a:r>
            <a:r>
              <a:rPr lang="en-US" altLang="ja-JP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altLang="ja-JP" sz="2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nhiên</a:t>
            </a:r>
            <a:endParaRPr lang="en-US" sz="280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rgbClr val="4D4A56">
                    <a:alpha val="40000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 rot="222672">
            <a:off x="6285929" y="1135767"/>
            <a:ext cx="4982471" cy="55001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defTabSz="1219170"/>
            <a:r>
              <a:rPr lang="ja-JP" altLang="en-US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NtMotoyaKyotai" panose="02020300000000000000" pitchFamily="18" charset="-128"/>
                <a:cs typeface="Tahoma" panose="020B0604030504040204" pitchFamily="34" charset="0"/>
              </a:rPr>
              <a:t> </a:t>
            </a:r>
            <a:r>
              <a:rPr lang="en-US" altLang="ja-JP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 </a:t>
            </a:r>
            <a:r>
              <a:rPr lang="en-US" altLang="ja-JP" sz="2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thói</a:t>
            </a:r>
            <a:r>
              <a:rPr lang="en-US" altLang="ja-JP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altLang="ja-JP" sz="2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quen</a:t>
            </a:r>
            <a:r>
              <a:rPr lang="en-US" altLang="ja-JP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altLang="ja-JP" sz="2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trong</a:t>
            </a:r>
            <a:r>
              <a:rPr lang="en-US" altLang="ja-JP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altLang="ja-JP" sz="2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quá</a:t>
            </a:r>
            <a:r>
              <a:rPr lang="en-US" altLang="ja-JP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altLang="ja-JP" sz="2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khứ</a:t>
            </a:r>
            <a:endParaRPr lang="en-US" sz="280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rgbClr val="4D4A56">
                    <a:alpha val="40000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 rot="222672">
            <a:off x="6561166" y="1857833"/>
            <a:ext cx="4982471" cy="55001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defTabSz="1219170"/>
            <a:r>
              <a:rPr lang="ja-JP" altLang="en-US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NtMotoyaKyotai" panose="02020300000000000000" pitchFamily="18" charset="-128"/>
                <a:cs typeface="Tahoma" panose="020B0604030504040204" pitchFamily="34" charset="0"/>
              </a:rPr>
              <a:t> </a:t>
            </a:r>
            <a:r>
              <a:rPr lang="en-US" altLang="ja-JP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 </a:t>
            </a:r>
            <a:r>
              <a:rPr lang="en-US" altLang="ja-JP" sz="2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mong</a:t>
            </a:r>
            <a:r>
              <a:rPr lang="en-US" altLang="ja-JP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altLang="ja-JP" sz="2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muốn</a:t>
            </a:r>
            <a:r>
              <a:rPr lang="en-US" altLang="ja-JP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altLang="ja-JP" sz="2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dù</a:t>
            </a:r>
            <a:r>
              <a:rPr lang="en-US" altLang="ja-JP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altLang="ja-JP" sz="2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khó</a:t>
            </a:r>
            <a:r>
              <a:rPr lang="en-US" altLang="ja-JP" sz="280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altLang="ja-JP" sz="2800" dirty="0" err="1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khăn</a:t>
            </a:r>
            <a:endParaRPr lang="en-US" sz="280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rgbClr val="4D4A56">
                    <a:alpha val="40000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 rot="222672">
            <a:off x="9905654" y="172616"/>
            <a:ext cx="2089399" cy="550011"/>
          </a:xfrm>
          <a:prstGeom prst="round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1219170"/>
            <a:r>
              <a:rPr lang="en-US" altLang="ja-JP" sz="2800" dirty="0">
                <a:ln w="0"/>
                <a:solidFill>
                  <a:schemeClr val="tx1">
                    <a:lumMod val="50000"/>
                  </a:schemeClr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NtMotoyaKyotai" panose="02020300000000000000" pitchFamily="18" charset="-128"/>
                <a:cs typeface="Tahoma" panose="020B0604030504040204" pitchFamily="34" charset="0"/>
              </a:rPr>
              <a:t>【</a:t>
            </a:r>
            <a:r>
              <a:rPr lang="ja-JP" altLang="en-US" sz="2800" b="1" dirty="0">
                <a:ln w="0"/>
                <a:solidFill>
                  <a:schemeClr val="tx1">
                    <a:lumMod val="50000"/>
                  </a:schemeClr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NtMotoyaKyotai" panose="02020300000000000000" pitchFamily="18" charset="-128"/>
                <a:cs typeface="Tahoma" panose="020B0604030504040204" pitchFamily="34" charset="0"/>
              </a:rPr>
              <a:t>ものだ</a:t>
            </a:r>
            <a:r>
              <a:rPr lang="en-US" altLang="ja-JP" sz="2800" dirty="0">
                <a:ln w="0"/>
                <a:solidFill>
                  <a:schemeClr val="tx1">
                    <a:lumMod val="50000"/>
                  </a:schemeClr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Tahoma" panose="020B0604030504040204" pitchFamily="34" charset="0"/>
                <a:ea typeface="NtMotoyaKyotai" panose="02020300000000000000" pitchFamily="18" charset="-128"/>
                <a:cs typeface="Tahoma" panose="020B0604030504040204" pitchFamily="34" charset="0"/>
              </a:rPr>
              <a:t>】</a:t>
            </a:r>
            <a:endParaRPr lang="en-US" sz="2800" dirty="0">
              <a:ln w="0"/>
              <a:solidFill>
                <a:schemeClr val="tx1">
                  <a:lumMod val="50000"/>
                </a:schemeClr>
              </a:solidFill>
              <a:effectLst>
                <a:outerShdw blurRad="38100" dist="19050" dir="2700000" algn="tl" rotWithShape="0">
                  <a:srgbClr val="4D4A56">
                    <a:alpha val="40000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05505" y="3118694"/>
            <a:ext cx="6537185" cy="612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rtlCol="0">
            <a:spAutoFit/>
          </a:bodyPr>
          <a:lstStyle/>
          <a:p>
            <a:pPr defTabSz="1219170">
              <a:lnSpc>
                <a:spcPct val="90000"/>
              </a:lnSpc>
            </a:pPr>
            <a:r>
              <a:rPr lang="en-US" altLang="ja-JP" sz="1867" dirty="0">
                <a:ln w="0"/>
                <a:solidFill>
                  <a:srgbClr val="4D4A56"/>
                </a:solidFill>
                <a:effectLst>
                  <a:outerShdw blurRad="38100" dist="19050" dir="2700000" algn="tl" rotWithShape="0">
                    <a:srgbClr val="4D4A56">
                      <a:alpha val="4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						</a:t>
            </a:r>
            <a:endParaRPr lang="en-US" sz="3200" dirty="0">
              <a:ln w="0"/>
              <a:solidFill>
                <a:srgbClr val="4D4A56"/>
              </a:solidFill>
              <a:effectLst>
                <a:outerShdw blurRad="38100" dist="19050" dir="2700000" algn="tl" rotWithShape="0">
                  <a:srgbClr val="4D4A56">
                    <a:alpha val="4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865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AA1CBE-387E-E12D-6EF0-5AD75E945F46}"/>
              </a:ext>
            </a:extLst>
          </p:cNvPr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43E67F-F4CC-A588-AB96-ACAE06704702}"/>
              </a:ext>
            </a:extLst>
          </p:cNvPr>
          <p:cNvGrpSpPr/>
          <p:nvPr/>
        </p:nvGrpSpPr>
        <p:grpSpPr>
          <a:xfrm>
            <a:off x="2045465" y="-291584"/>
            <a:ext cx="9963385" cy="1891077"/>
            <a:chOff x="1434038" y="443059"/>
            <a:chExt cx="6180461" cy="7164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8C2B9-EB2B-9A83-6C16-3729F852DB7E}"/>
                </a:ext>
              </a:extLst>
            </p:cNvPr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72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73181-1E48-EC63-1BE3-BAACEFB90B63}"/>
                </a:ext>
              </a:extLst>
            </p:cNvPr>
            <p:cNvSpPr/>
            <p:nvPr/>
          </p:nvSpPr>
          <p:spPr>
            <a:xfrm>
              <a:off x="1831156" y="599480"/>
              <a:ext cx="5783343" cy="560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～もんだ</a:t>
              </a:r>
              <a:r>
                <a:rPr kumimoji="0" lang="en-US" altLang="ja-JP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/</a:t>
              </a: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～ものだ</a:t>
              </a:r>
              <a:endPara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657071-37DA-B580-7080-76FA04B3C3D9}"/>
                </a:ext>
              </a:extLst>
            </p:cNvPr>
            <p:cNvSpPr/>
            <p:nvPr/>
          </p:nvSpPr>
          <p:spPr>
            <a:xfrm>
              <a:off x="1434038" y="443059"/>
              <a:ext cx="583382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72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/>
                </a:rPr>
                <a:t>3.1</a:t>
              </a:r>
            </a:p>
          </p:txBody>
        </p:sp>
      </p:grpSp>
      <p:sp>
        <p:nvSpPr>
          <p:cNvPr id="43" name="Google Shape;1514;p52">
            <a:extLst>
              <a:ext uri="{FF2B5EF4-FFF2-40B4-BE49-F238E27FC236}">
                <a16:creationId xmlns:a16="http://schemas.microsoft.com/office/drawing/2014/main" id="{EA4F89EF-63D6-8FA5-0368-7BED7D8C98A4}"/>
              </a:ext>
            </a:extLst>
          </p:cNvPr>
          <p:cNvSpPr/>
          <p:nvPr/>
        </p:nvSpPr>
        <p:spPr>
          <a:xfrm>
            <a:off x="5715583" y="319412"/>
            <a:ext cx="6476417" cy="1134382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 </a:t>
            </a:r>
            <a:r>
              <a:rPr lang="ja-JP" altLang="en-US" sz="2800" dirty="0">
                <a:solidFill>
                  <a:srgbClr val="FF0000"/>
                </a:solidFill>
                <a:latin typeface="SVN-Comic Sans MS" panose="02040603050506020204" pitchFamily="18" charset="0"/>
                <a:ea typeface="UD Digi Kyokasho N-B" panose="02020700000000000000" pitchFamily="17" charset="-128"/>
              </a:rPr>
              <a:t>本当に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～感じる</a:t>
            </a:r>
            <a:b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</a:b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心に深く感じたり、驚いたりしたときに使う表現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4" name="Google Shape;1514;p52">
            <a:extLst>
              <a:ext uri="{FF2B5EF4-FFF2-40B4-BE49-F238E27FC236}">
                <a16:creationId xmlns:a16="http://schemas.microsoft.com/office/drawing/2014/main" id="{122D302F-CA8D-7A92-6FB2-2D32C01F2B01}"/>
              </a:ext>
            </a:extLst>
          </p:cNvPr>
          <p:cNvSpPr/>
          <p:nvPr/>
        </p:nvSpPr>
        <p:spPr>
          <a:xfrm>
            <a:off x="1712223" y="1683323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：　　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 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V-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た／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Ａい／Ａな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＋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もんだ</a:t>
            </a:r>
            <a:r>
              <a:rPr lang="en-US" altLang="ja-JP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/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～ものだ</a:t>
            </a: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6CC91B-3730-4219-3880-26429B295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222" y="3239472"/>
            <a:ext cx="10903285" cy="158889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4C927E9-F28E-A118-D8D7-DA3B9C28E4C2}"/>
              </a:ext>
            </a:extLst>
          </p:cNvPr>
          <p:cNvGrpSpPr/>
          <p:nvPr/>
        </p:nvGrpSpPr>
        <p:grpSpPr>
          <a:xfrm>
            <a:off x="611923" y="4981253"/>
            <a:ext cx="10663881" cy="1296997"/>
            <a:chOff x="1199019" y="4279912"/>
            <a:chExt cx="7827375" cy="95290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370D877-F67C-3E45-C713-B47648B27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99019" y="4279912"/>
              <a:ext cx="7827375" cy="503763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8ADA465-7766-D7EE-2DFC-0140E85AA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65152" y="4767157"/>
              <a:ext cx="3361242" cy="4656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2630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AA1CBE-387E-E12D-6EF0-5AD75E945F46}"/>
              </a:ext>
            </a:extLst>
          </p:cNvPr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43E67F-F4CC-A588-AB96-ACAE06704702}"/>
              </a:ext>
            </a:extLst>
          </p:cNvPr>
          <p:cNvGrpSpPr/>
          <p:nvPr/>
        </p:nvGrpSpPr>
        <p:grpSpPr>
          <a:xfrm>
            <a:off x="1887583" y="0"/>
            <a:ext cx="9400749" cy="1339403"/>
            <a:chOff x="1371091" y="443059"/>
            <a:chExt cx="6243408" cy="7164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8C2B9-EB2B-9A83-6C16-3729F852DB7E}"/>
                </a:ext>
              </a:extLst>
            </p:cNvPr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72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73181-1E48-EC63-1BE3-BAACEFB90B63}"/>
                </a:ext>
              </a:extLst>
            </p:cNvPr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 ～ながら（も）</a:t>
              </a:r>
              <a:endPara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657071-37DA-B580-7080-76FA04B3C3D9}"/>
                </a:ext>
              </a:extLst>
            </p:cNvPr>
            <p:cNvSpPr/>
            <p:nvPr/>
          </p:nvSpPr>
          <p:spPr>
            <a:xfrm>
              <a:off x="1371091" y="443059"/>
              <a:ext cx="668018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72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/>
                </a:rPr>
                <a:t>3.2</a:t>
              </a:r>
            </a:p>
          </p:txBody>
        </p:sp>
      </p:grpSp>
      <p:sp>
        <p:nvSpPr>
          <p:cNvPr id="43" name="Google Shape;1514;p52">
            <a:extLst>
              <a:ext uri="{FF2B5EF4-FFF2-40B4-BE49-F238E27FC236}">
                <a16:creationId xmlns:a16="http://schemas.microsoft.com/office/drawing/2014/main" id="{EA4F89EF-63D6-8FA5-0368-7BED7D8C98A4}"/>
              </a:ext>
            </a:extLst>
          </p:cNvPr>
          <p:cNvSpPr/>
          <p:nvPr/>
        </p:nvSpPr>
        <p:spPr>
          <a:xfrm>
            <a:off x="6292158" y="508714"/>
            <a:ext cx="4936963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 </a:t>
            </a:r>
            <a:r>
              <a:rPr lang="ja-JP" altLang="en-US" sz="2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～のに</a:t>
            </a:r>
            <a:br>
              <a:rPr lang="en-US" altLang="ja-JP" sz="2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</a:br>
            <a:r>
              <a:rPr lang="ja-JP" altLang="en-US" sz="2800" dirty="0">
                <a:solidFill>
                  <a:srgbClr val="FF0000"/>
                </a:solidFill>
              </a:rPr>
              <a:t>＊</a:t>
            </a:r>
            <a:r>
              <a:rPr lang="ja-JP" altLang="en-US" sz="2800" dirty="0">
                <a:solidFill>
                  <a:srgbClr val="FF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前と後ろの主語は同じ人 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sym typeface="Arial"/>
            </a:endParaRPr>
          </a:p>
        </p:txBody>
      </p:sp>
      <p:sp>
        <p:nvSpPr>
          <p:cNvPr id="44" name="Google Shape;1514;p52">
            <a:extLst>
              <a:ext uri="{FF2B5EF4-FFF2-40B4-BE49-F238E27FC236}">
                <a16:creationId xmlns:a16="http://schemas.microsoft.com/office/drawing/2014/main" id="{122D302F-CA8D-7A92-6FB2-2D32C01F2B01}"/>
              </a:ext>
            </a:extLst>
          </p:cNvPr>
          <p:cNvSpPr/>
          <p:nvPr/>
        </p:nvSpPr>
        <p:spPr>
          <a:xfrm>
            <a:off x="1770845" y="1545844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：　　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 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Ｖ</a:t>
            </a:r>
            <a:r>
              <a:rPr lang="ja-JP" altLang="en-US" sz="2800" strike="sngStrike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ます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／Ａ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い／Ａ</a:t>
            </a:r>
            <a:r>
              <a:rPr lang="ja-JP" altLang="en-US" sz="2800" strike="sngStrike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な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・Ｎ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＋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ながら（も）</a:t>
            </a: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3AB815-BF48-12A6-D0C3-D69F0037C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13" y="3400624"/>
            <a:ext cx="10557635" cy="7372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C8AE31-EF43-A3B7-DA8E-C00AC12D1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1" y="4482632"/>
            <a:ext cx="11929890" cy="64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98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F4EB092-335F-E4FE-1992-6241A9AD4BA0}"/>
              </a:ext>
            </a:extLst>
          </p:cNvPr>
          <p:cNvGrpSpPr/>
          <p:nvPr/>
        </p:nvGrpSpPr>
        <p:grpSpPr>
          <a:xfrm>
            <a:off x="192225" y="1141361"/>
            <a:ext cx="12052026" cy="4515558"/>
            <a:chOff x="192225" y="1141361"/>
            <a:chExt cx="12052026" cy="451555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A41E2F0-A919-A926-FB34-1C437CD95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225" y="1141361"/>
              <a:ext cx="12052026" cy="339191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1FC792D-FF85-1963-A3DB-DD511FB4E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2225" y="4552731"/>
              <a:ext cx="9930826" cy="1104188"/>
            </a:xfrm>
            <a:prstGeom prst="rect">
              <a:avLst/>
            </a:prstGeom>
          </p:spPr>
        </p:pic>
      </p:grpSp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C1712B4-C798-1C5A-5184-97E84C9CEBE5}"/>
              </a:ext>
            </a:extLst>
          </p:cNvPr>
          <p:cNvSpPr/>
          <p:nvPr/>
        </p:nvSpPr>
        <p:spPr>
          <a:xfrm>
            <a:off x="4526280" y="1770017"/>
            <a:ext cx="555170" cy="5159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9715A43-1772-49FC-EC48-048AF299C44F}"/>
              </a:ext>
            </a:extLst>
          </p:cNvPr>
          <p:cNvSpPr/>
          <p:nvPr/>
        </p:nvSpPr>
        <p:spPr>
          <a:xfrm>
            <a:off x="352697" y="2837320"/>
            <a:ext cx="555170" cy="5159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DDF999-0F5B-D463-7B3A-56C95A00FA56}"/>
              </a:ext>
            </a:extLst>
          </p:cNvPr>
          <p:cNvSpPr/>
          <p:nvPr/>
        </p:nvSpPr>
        <p:spPr>
          <a:xfrm>
            <a:off x="4480560" y="4017296"/>
            <a:ext cx="555170" cy="5159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11A3D31-C706-46CA-3973-23DDDEBA66CC}"/>
              </a:ext>
            </a:extLst>
          </p:cNvPr>
          <p:cNvSpPr/>
          <p:nvPr/>
        </p:nvSpPr>
        <p:spPr>
          <a:xfrm>
            <a:off x="303923" y="5200655"/>
            <a:ext cx="555170" cy="5159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1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0" y="685800"/>
          <a:ext cx="670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92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ja-JP" alt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１．</a:t>
                      </a:r>
                      <a:r>
                        <a:rPr lang="ja-JP" altLang="en-US" sz="32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彼は失敗するとわかっていながら、</a:t>
                      </a:r>
                      <a:endParaRPr lang="en-US" altLang="ja-JP" sz="3200" b="1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ja-JP" alt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２．</a:t>
                      </a:r>
                      <a:r>
                        <a:rPr lang="ja-JP" altLang="en-US" sz="32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教師の仕事は大変でありながらも、</a:t>
                      </a:r>
                      <a:endParaRPr lang="en-US" altLang="ja-JP" sz="3200" b="1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ja-JP" alt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３．</a:t>
                      </a:r>
                      <a:r>
                        <a:rPr lang="ja-JP" altLang="en-US" sz="32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彼は</a:t>
                      </a:r>
                      <a:r>
                        <a:rPr lang="en-US" altLang="ja-JP" sz="32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40</a:t>
                      </a:r>
                      <a:r>
                        <a:rPr lang="ja-JP" altLang="en-US" sz="32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度の熱がありながら、</a:t>
                      </a:r>
                      <a:endParaRPr lang="en-US" altLang="ja-JP" sz="3200" b="1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ja-JP" alt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４．</a:t>
                      </a:r>
                      <a:r>
                        <a:rPr lang="ja-JP" altLang="en-US" sz="32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妹は人前では静かでありながら、</a:t>
                      </a:r>
                      <a:endParaRPr lang="en-US" altLang="ja-JP" sz="3200" b="1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ja-JP" alt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５．</a:t>
                      </a:r>
                      <a:r>
                        <a:rPr lang="ja-JP" altLang="en-US" sz="32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貧しいながらも、</a:t>
                      </a:r>
                      <a:endParaRPr lang="en-US" sz="3200" b="1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6807200" y="685800"/>
          <a:ext cx="5384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92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ja-JP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ja-JP" alt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．</a:t>
                      </a:r>
                      <a:r>
                        <a:rPr lang="ja-JP" altLang="en-US" sz="32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家族の前ではうるさい。</a:t>
                      </a:r>
                      <a:endParaRPr lang="en-US" altLang="ja-JP" sz="3200" b="1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ja-JP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B</a:t>
                      </a:r>
                      <a:r>
                        <a:rPr lang="ja-JP" alt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．</a:t>
                      </a:r>
                      <a:r>
                        <a:rPr lang="ja-JP" altLang="en-US" sz="32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幸せだ。</a:t>
                      </a:r>
                      <a:endParaRPr lang="en-US" sz="3200" b="1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ja-JP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C</a:t>
                      </a:r>
                      <a:r>
                        <a:rPr lang="ja-JP" alt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．</a:t>
                      </a:r>
                      <a:r>
                        <a:rPr lang="ja-JP" altLang="en-US" sz="32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とても人気がある仕事だ。</a:t>
                      </a:r>
                      <a:endParaRPr lang="en-US" altLang="ja-JP" sz="3200" b="1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ja-JP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ja-JP" alt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．</a:t>
                      </a:r>
                      <a:r>
                        <a:rPr lang="ja-JP" altLang="en-US" sz="32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頑張っている。</a:t>
                      </a:r>
                      <a:endParaRPr lang="en-US" altLang="ja-JP" sz="3200" b="1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ja-JP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E</a:t>
                      </a:r>
                      <a:r>
                        <a:rPr lang="ja-JP" altLang="en-US" sz="32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．</a:t>
                      </a:r>
                      <a:r>
                        <a:rPr lang="ja-JP" altLang="en-US" sz="3200" b="1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学校へ来た。</a:t>
                      </a:r>
                      <a:endParaRPr lang="en-US" altLang="ja-JP" sz="3200" b="1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/>
          <p:nvPr/>
        </p:nvCxnSpPr>
        <p:spPr>
          <a:xfrm>
            <a:off x="6299200" y="1295400"/>
            <a:ext cx="711200" cy="20320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791200" y="1701281"/>
            <a:ext cx="1320800" cy="10160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435600" y="2691882"/>
            <a:ext cx="1676400" cy="134671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5588000" y="1295400"/>
            <a:ext cx="1422400" cy="206984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454400" y="1905000"/>
            <a:ext cx="3556000" cy="21336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07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AA1CBE-387E-E12D-6EF0-5AD75E945F46}"/>
              </a:ext>
            </a:extLst>
          </p:cNvPr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43E67F-F4CC-A588-AB96-ACAE06704702}"/>
              </a:ext>
            </a:extLst>
          </p:cNvPr>
          <p:cNvGrpSpPr/>
          <p:nvPr/>
        </p:nvGrpSpPr>
        <p:grpSpPr>
          <a:xfrm>
            <a:off x="1887583" y="0"/>
            <a:ext cx="9400749" cy="1339403"/>
            <a:chOff x="1371091" y="443059"/>
            <a:chExt cx="6243408" cy="7164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8C2B9-EB2B-9A83-6C16-3729F852DB7E}"/>
                </a:ext>
              </a:extLst>
            </p:cNvPr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72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73181-1E48-EC63-1BE3-BAACEFB90B63}"/>
                </a:ext>
              </a:extLst>
            </p:cNvPr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 ～につけ（て）</a:t>
              </a:r>
              <a:endPara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657071-37DA-B580-7080-76FA04B3C3D9}"/>
                </a:ext>
              </a:extLst>
            </p:cNvPr>
            <p:cNvSpPr/>
            <p:nvPr/>
          </p:nvSpPr>
          <p:spPr>
            <a:xfrm>
              <a:off x="1371091" y="443059"/>
              <a:ext cx="668018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72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/>
                </a:rPr>
                <a:t>3.3</a:t>
              </a:r>
            </a:p>
          </p:txBody>
        </p:sp>
      </p:grpSp>
      <p:sp>
        <p:nvSpPr>
          <p:cNvPr id="43" name="Google Shape;1514;p52">
            <a:extLst>
              <a:ext uri="{FF2B5EF4-FFF2-40B4-BE49-F238E27FC236}">
                <a16:creationId xmlns:a16="http://schemas.microsoft.com/office/drawing/2014/main" id="{EA4F89EF-63D6-8FA5-0368-7BED7D8C98A4}"/>
              </a:ext>
            </a:extLst>
          </p:cNvPr>
          <p:cNvSpPr/>
          <p:nvPr/>
        </p:nvSpPr>
        <p:spPr>
          <a:xfrm>
            <a:off x="6438378" y="508714"/>
            <a:ext cx="4790743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 </a:t>
            </a:r>
            <a:r>
              <a:rPr lang="ja-JP" altLang="en-US" sz="2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～すると、いつも同じ気持ちになる ／～を思い出す</a:t>
            </a:r>
            <a:r>
              <a:rPr lang="ja-JP" altLang="en-US" sz="2800" dirty="0"/>
              <a:t> 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4" name="Google Shape;1514;p52">
            <a:extLst>
              <a:ext uri="{FF2B5EF4-FFF2-40B4-BE49-F238E27FC236}">
                <a16:creationId xmlns:a16="http://schemas.microsoft.com/office/drawing/2014/main" id="{122D302F-CA8D-7A92-6FB2-2D32C01F2B01}"/>
              </a:ext>
            </a:extLst>
          </p:cNvPr>
          <p:cNvSpPr/>
          <p:nvPr/>
        </p:nvSpPr>
        <p:spPr>
          <a:xfrm>
            <a:off x="1770845" y="1545844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：　　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 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V-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辞書形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＋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につけ（て）</a:t>
            </a: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</p:txBody>
      </p:sp>
      <p:sp>
        <p:nvSpPr>
          <p:cNvPr id="19" name="Google Shape;1514;p52">
            <a:extLst>
              <a:ext uri="{FF2B5EF4-FFF2-40B4-BE49-F238E27FC236}">
                <a16:creationId xmlns:a16="http://schemas.microsoft.com/office/drawing/2014/main" id="{51698956-C16B-603C-1BE5-BF3E054E10C9}"/>
              </a:ext>
            </a:extLst>
          </p:cNvPr>
          <p:cNvSpPr/>
          <p:nvPr/>
        </p:nvSpPr>
        <p:spPr>
          <a:xfrm>
            <a:off x="1578277" y="2686945"/>
            <a:ext cx="10028071" cy="48222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lang="ja-JP" altLang="en-US" sz="2500" dirty="0">
                <a:solidFill>
                  <a:srgbClr val="FF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＊よく一緒に使う動詞</a:t>
            </a:r>
            <a:r>
              <a:rPr lang="ja-JP" altLang="en-US" sz="2500" b="1" dirty="0">
                <a:solidFill>
                  <a:srgbClr val="FF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見る、考える、思う</a:t>
            </a:r>
            <a:r>
              <a:rPr lang="en-US" altLang="ja-JP" sz="2500" b="1" dirty="0">
                <a:solidFill>
                  <a:srgbClr val="FF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...</a:t>
            </a:r>
            <a:endParaRPr kumimoji="0" lang="vi-VN" sz="25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C2F657-C697-5E65-65C2-84922A2EB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29" y="3261586"/>
            <a:ext cx="10063903" cy="7356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031F4A-D43A-BE6D-15D8-ED10BD53D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629" y="4245151"/>
            <a:ext cx="10875320" cy="73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0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1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">
                <a:solidFill>
                  <a:srgbClr val="ECC1C8"/>
                </a:solidFill>
              </a:rPr>
              <a:pPr defTabSz="1219170"/>
              <a:t>37</a:t>
            </a:fld>
            <a:endParaRPr lang="en">
              <a:solidFill>
                <a:srgbClr val="ECC1C8"/>
              </a:solidFill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381000"/>
            <a:ext cx="117856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4"/>
          <p:cNvSpPr/>
          <p:nvPr/>
        </p:nvSpPr>
        <p:spPr>
          <a:xfrm>
            <a:off x="4845697" y="990600"/>
            <a:ext cx="1422400" cy="609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1867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7" name="Oval 6"/>
          <p:cNvSpPr/>
          <p:nvPr/>
        </p:nvSpPr>
        <p:spPr>
          <a:xfrm>
            <a:off x="4845697" y="2311400"/>
            <a:ext cx="2540000" cy="609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1867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4038601"/>
            <a:ext cx="11785600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743200" y="4077478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ja-JP" altLang="en-US" sz="3200" dirty="0"/>
              <a:t>２</a:t>
            </a:r>
            <a:endParaRPr lang="en-US" sz="3200" dirty="0"/>
          </a:p>
        </p:txBody>
      </p:sp>
      <p:sp>
        <p:nvSpPr>
          <p:cNvPr id="10" name="TextBox 9"/>
          <p:cNvSpPr txBox="1"/>
          <p:nvPr/>
        </p:nvSpPr>
        <p:spPr>
          <a:xfrm>
            <a:off x="4236097" y="4078514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ja-JP" altLang="en-US" sz="3200" dirty="0"/>
              <a:t>４</a:t>
            </a:r>
            <a:endParaRPr lang="en-US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5689600" y="4038601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ja-JP" altLang="en-US" sz="3200" dirty="0"/>
              <a:t>１</a:t>
            </a:r>
            <a:endParaRPr lang="en-US" sz="3200" dirty="0"/>
          </a:p>
        </p:txBody>
      </p:sp>
      <p:sp>
        <p:nvSpPr>
          <p:cNvPr id="12" name="TextBox 11"/>
          <p:cNvSpPr txBox="1"/>
          <p:nvPr/>
        </p:nvSpPr>
        <p:spPr>
          <a:xfrm>
            <a:off x="7213600" y="4078514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ja-JP" altLang="en-US" sz="3200" dirty="0"/>
              <a:t>３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2237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6" grpId="0"/>
      <p:bldP spid="10" grpId="0"/>
      <p:bldP spid="11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095D682-720C-22BC-115E-09EDFE214B57}"/>
              </a:ext>
            </a:extLst>
          </p:cNvPr>
          <p:cNvSpPr/>
          <p:nvPr/>
        </p:nvSpPr>
        <p:spPr>
          <a:xfrm>
            <a:off x="2236563" y="128318"/>
            <a:ext cx="8329808" cy="71798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MinchoE" panose="02020909000000000000" pitchFamily="49" charset="-128"/>
                <a:ea typeface="HGMinchoE" panose="02020909000000000000" pitchFamily="49" charset="-128"/>
                <a:cs typeface="+mn-cs"/>
                <a:sym typeface="Arial"/>
              </a:rPr>
              <a:t>～につけて と</a:t>
            </a:r>
            <a:r>
              <a:rPr kumimoji="0" lang="en-US" altLang="ja-JP" sz="32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MinchoE" panose="02020909000000000000" pitchFamily="49" charset="-128"/>
                <a:ea typeface="HGMinchoE" panose="02020909000000000000" pitchFamily="49" charset="-128"/>
                <a:cs typeface="+mn-cs"/>
                <a:sym typeface="Arial"/>
              </a:rPr>
              <a:t> </a:t>
            </a:r>
            <a:r>
              <a:rPr kumimoji="0" lang="ja-JP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MinchoE" panose="02020909000000000000" pitchFamily="49" charset="-128"/>
                <a:ea typeface="HGMinchoE" panose="02020909000000000000" pitchFamily="49" charset="-128"/>
                <a:cs typeface="+mn-cs"/>
                <a:sym typeface="Arial"/>
              </a:rPr>
              <a:t>～たびに　の違い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MinchoE" panose="02020909000000000000" pitchFamily="49" charset="-128"/>
              <a:ea typeface="HGMinchoE" panose="02020909000000000000" pitchFamily="49" charset="-128"/>
              <a:cs typeface="+mn-cs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E160B8-8B2B-4677-A6EE-C682402632D4}"/>
              </a:ext>
            </a:extLst>
          </p:cNvPr>
          <p:cNvSpPr/>
          <p:nvPr/>
        </p:nvSpPr>
        <p:spPr>
          <a:xfrm>
            <a:off x="1623527" y="4180344"/>
            <a:ext cx="1056847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ja-JP" altLang="en-US" sz="2400" dirty="0"/>
              <a:t>この音楽を聞く</a:t>
            </a:r>
            <a:r>
              <a:rPr lang="ja-JP" altLang="en-US" sz="2400" dirty="0">
                <a:solidFill>
                  <a:srgbClr val="FF0000"/>
                </a:solidFill>
              </a:rPr>
              <a:t>たびに</a:t>
            </a:r>
            <a:r>
              <a:rPr lang="ja-JP" altLang="en-US" sz="2400" dirty="0"/>
              <a:t>、楽しかった学生時代を思い出します。</a:t>
            </a:r>
            <a:endParaRPr lang="en-US" altLang="ja-JP" sz="2400" dirty="0"/>
          </a:p>
          <a:p>
            <a:pPr marL="457200" indent="-457200">
              <a:buFont typeface="+mj-lt"/>
              <a:buAutoNum type="arabicPeriod"/>
            </a:pPr>
            <a:endParaRPr lang="ja-JP" altLang="en-US" sz="24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400" dirty="0"/>
              <a:t>この音楽を聞く</a:t>
            </a:r>
            <a:r>
              <a:rPr lang="ja-JP" altLang="en-US" sz="2400" dirty="0">
                <a:solidFill>
                  <a:srgbClr val="FF0000"/>
                </a:solidFill>
              </a:rPr>
              <a:t>につけ</a:t>
            </a:r>
            <a:r>
              <a:rPr lang="ja-JP" altLang="en-US" sz="2400" dirty="0"/>
              <a:t>、楽しかった学生時代を思い出します。</a:t>
            </a:r>
            <a:endParaRPr lang="en-US" altLang="ja-JP" sz="2400" dirty="0"/>
          </a:p>
          <a:p>
            <a:pPr marL="457200" indent="-457200">
              <a:buFont typeface="+mj-lt"/>
              <a:buAutoNum type="arabicPeriod"/>
            </a:pPr>
            <a:endParaRPr lang="en-US" altLang="ja-JP" sz="24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400" dirty="0"/>
              <a:t>父は出張に行く</a:t>
            </a:r>
            <a:r>
              <a:rPr lang="ja-JP" altLang="en-US" sz="2400" dirty="0">
                <a:solidFill>
                  <a:srgbClr val="FF0000"/>
                </a:solidFill>
              </a:rPr>
              <a:t>たびに</a:t>
            </a:r>
            <a:r>
              <a:rPr lang="ja-JP" altLang="en-US" sz="2400" dirty="0"/>
              <a:t>、お土産を買ってきてくれます。</a:t>
            </a:r>
            <a:endParaRPr lang="en-US" altLang="ja-JP" sz="2400" dirty="0"/>
          </a:p>
          <a:p>
            <a:pPr marL="457200" indent="-457200">
              <a:buFont typeface="+mj-lt"/>
              <a:buAutoNum type="arabicPeriod"/>
            </a:pPr>
            <a:endParaRPr lang="ja-JP" altLang="en-US" sz="24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400" dirty="0"/>
              <a:t>父は出張に行く</a:t>
            </a:r>
            <a:r>
              <a:rPr lang="ja-JP" altLang="en-US" sz="2400" dirty="0">
                <a:solidFill>
                  <a:srgbClr val="FF0000"/>
                </a:solidFill>
              </a:rPr>
              <a:t>につけ</a:t>
            </a:r>
            <a:r>
              <a:rPr lang="ja-JP" altLang="en-US" sz="2400" dirty="0"/>
              <a:t>、お土産を買ってきてくれます。</a:t>
            </a:r>
            <a:endParaRPr lang="en-US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16C0B6-FBAE-4B52-A760-CD896F7FD617}"/>
              </a:ext>
            </a:extLst>
          </p:cNvPr>
          <p:cNvSpPr/>
          <p:nvPr/>
        </p:nvSpPr>
        <p:spPr>
          <a:xfrm>
            <a:off x="550507" y="1038596"/>
            <a:ext cx="5673012" cy="30903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ja-JP" altLang="en-US" sz="2400" dirty="0">
                <a:solidFill>
                  <a:srgbClr val="7030A0"/>
                </a:solidFill>
                <a:latin typeface="HGMinchoE" panose="02020909000000000000" pitchFamily="49" charset="-128"/>
                <a:ea typeface="HGMinchoE" panose="02020909000000000000" pitchFamily="49" charset="-128"/>
              </a:rPr>
              <a:t>Ｖ辞書形～につけて</a:t>
            </a:r>
            <a:endParaRPr lang="en-US" altLang="ja-JP" sz="2400" dirty="0">
              <a:solidFill>
                <a:srgbClr val="7030A0"/>
              </a:solidFill>
              <a:latin typeface="HGMinchoE" panose="02020909000000000000" pitchFamily="49" charset="-128"/>
              <a:ea typeface="HGMinchoE" panose="02020909000000000000" pitchFamily="49" charset="-128"/>
            </a:endParaRPr>
          </a:p>
          <a:p>
            <a:pPr lvl="0" algn="ctr"/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HGMinchoE" panose="02020909000000000000" pitchFamily="49" charset="-128"/>
              <a:ea typeface="HGMinchoE" panose="02020909000000000000" pitchFamily="49" charset="-128"/>
              <a:sym typeface="Arial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ja-JP" altLang="en-US" sz="2200" dirty="0">
                <a:solidFill>
                  <a:srgbClr val="1F271D"/>
                </a:solidFill>
                <a:latin typeface="Times New Roman" panose="02020603050405020304" pitchFamily="18" charset="0"/>
              </a:rPr>
              <a:t>「～すると、いつも」という意味で、繰り返しを強調する。</a:t>
            </a:r>
            <a:endParaRPr lang="en-US" altLang="ja-JP" sz="2200" dirty="0">
              <a:solidFill>
                <a:srgbClr val="1F271D"/>
              </a:solidFill>
              <a:latin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ja-JP" alt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後文には自然に起こる心の状態が 来る。</a:t>
            </a:r>
            <a:endParaRPr lang="en-US" altLang="ja-JP" sz="22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ja-JP" alt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見る、聞く、考えるなどの動詞が限られている。</a:t>
            </a:r>
            <a:endParaRPr lang="en-US" altLang="ja-JP" sz="22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ja-JP" alt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「</a:t>
            </a:r>
            <a:r>
              <a:rPr lang="en-US" altLang="ja-JP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〜</a:t>
            </a:r>
            <a:r>
              <a:rPr lang="ja-JP" alt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たびに」よりも使用範囲が狭い。</a:t>
            </a:r>
            <a:endParaRPr lang="en-US" altLang="ja-JP" sz="22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D8DCAE-CEC2-4F66-AF42-1269BDA74E3C}"/>
              </a:ext>
            </a:extLst>
          </p:cNvPr>
          <p:cNvSpPr/>
          <p:nvPr/>
        </p:nvSpPr>
        <p:spPr>
          <a:xfrm>
            <a:off x="6478229" y="1038595"/>
            <a:ext cx="5449078" cy="30903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ja-JP" altLang="en-US" sz="2400" dirty="0">
                <a:solidFill>
                  <a:srgbClr val="7030A0"/>
                </a:solidFill>
                <a:latin typeface="HGMinchoE" panose="02020909000000000000" pitchFamily="49" charset="-128"/>
                <a:ea typeface="HGMinchoE" panose="02020909000000000000" pitchFamily="49" charset="-128"/>
              </a:rPr>
              <a:t>Ｖ辞書形</a:t>
            </a:r>
            <a:r>
              <a:rPr lang="en-US" altLang="ja-JP" sz="2400" dirty="0">
                <a:solidFill>
                  <a:srgbClr val="7030A0"/>
                </a:solidFill>
                <a:latin typeface="HGMinchoE" panose="02020909000000000000" pitchFamily="49" charset="-128"/>
                <a:ea typeface="HGMinchoE" panose="02020909000000000000" pitchFamily="49" charset="-128"/>
              </a:rPr>
              <a:t>/</a:t>
            </a:r>
            <a:r>
              <a:rPr lang="ja-JP" altLang="en-US" sz="2400" dirty="0">
                <a:solidFill>
                  <a:srgbClr val="7030A0"/>
                </a:solidFill>
                <a:latin typeface="HGMinchoE" panose="02020909000000000000" pitchFamily="49" charset="-128"/>
                <a:ea typeface="HGMinchoE" panose="02020909000000000000" pitchFamily="49" charset="-128"/>
              </a:rPr>
              <a:t>Ｎの～たびに</a:t>
            </a:r>
            <a:endParaRPr lang="en-US" altLang="ja-JP" sz="2400" dirty="0">
              <a:solidFill>
                <a:srgbClr val="7030A0"/>
              </a:solidFill>
              <a:latin typeface="HGMinchoE" panose="02020909000000000000" pitchFamily="49" charset="-128"/>
              <a:ea typeface="HGMinchoE" panose="02020909000000000000" pitchFamily="49" charset="-128"/>
            </a:endParaRPr>
          </a:p>
          <a:p>
            <a:pPr lvl="0" algn="ctr"/>
            <a:endParaRPr lang="en-US" sz="2800" dirty="0">
              <a:solidFill>
                <a:srgbClr val="7030A0"/>
              </a:solidFill>
              <a:latin typeface="HGMinchoE" panose="02020909000000000000" pitchFamily="49" charset="-128"/>
              <a:ea typeface="HGMinchoE" panose="02020909000000000000" pitchFamily="49" charset="-128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ja-JP" altLang="en-US" sz="2200" dirty="0">
                <a:solidFill>
                  <a:srgbClr val="1F271D"/>
                </a:solidFill>
                <a:latin typeface="Times New Roman" panose="02020603050405020304" pitchFamily="18" charset="0"/>
              </a:rPr>
              <a:t>「～すると、いつも」という意味で、繰り返しを強調する。</a:t>
            </a:r>
            <a:endParaRPr lang="en-US" altLang="ja-JP" sz="2200" dirty="0">
              <a:solidFill>
                <a:srgbClr val="1F271D"/>
              </a:solidFill>
              <a:latin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ja-JP" altLang="en-US" sz="2200" dirty="0">
                <a:solidFill>
                  <a:srgbClr val="1F271D"/>
                </a:solidFill>
                <a:latin typeface="Times New Roman" panose="02020603050405020304" pitchFamily="18" charset="0"/>
              </a:rPr>
              <a:t>後文と動詞が限られていない。</a:t>
            </a:r>
            <a:endParaRPr lang="en-US" altLang="ja-JP" sz="2200" dirty="0">
              <a:solidFill>
                <a:srgbClr val="1F271D"/>
              </a:solidFill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200" dirty="0">
                <a:solidFill>
                  <a:srgbClr val="1F271D"/>
                </a:solidFill>
                <a:latin typeface="Times New Roman" panose="02020603050405020304" pitchFamily="18" charset="0"/>
              </a:rPr>
              <a:t>「</a:t>
            </a:r>
            <a:r>
              <a:rPr lang="en-US" altLang="ja-JP" sz="2200" dirty="0">
                <a:solidFill>
                  <a:srgbClr val="1F271D"/>
                </a:solidFill>
                <a:latin typeface="Times New Roman" panose="02020603050405020304" pitchFamily="18" charset="0"/>
              </a:rPr>
              <a:t>〜</a:t>
            </a:r>
            <a:r>
              <a:rPr lang="ja-JP" altLang="en-US" sz="2200" dirty="0">
                <a:solidFill>
                  <a:srgbClr val="1F271D"/>
                </a:solidFill>
                <a:latin typeface="Times New Roman" panose="02020603050405020304" pitchFamily="18" charset="0"/>
              </a:rPr>
              <a:t>につけ」よりも使用範囲が広い。</a:t>
            </a:r>
            <a:endParaRPr lang="en-US" altLang="ja-JP" sz="2200" dirty="0">
              <a:solidFill>
                <a:srgbClr val="1F271D"/>
              </a:solidFill>
              <a:latin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endParaRPr lang="en-US" altLang="ja-JP" sz="2800" dirty="0">
              <a:solidFill>
                <a:srgbClr val="1F271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54E23D-6008-46D5-AD7A-130CA720E5B4}"/>
              </a:ext>
            </a:extLst>
          </p:cNvPr>
          <p:cNvSpPr txBox="1"/>
          <p:nvPr/>
        </p:nvSpPr>
        <p:spPr>
          <a:xfrm>
            <a:off x="615822" y="4241899"/>
            <a:ext cx="606489" cy="25545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r>
              <a:rPr lang="ja-JP" altLang="en-US" sz="3200" b="1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〇　Ｘ</a:t>
            </a:r>
            <a:endParaRPr lang="en-US" altLang="ja-JP" sz="3200" b="1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r>
              <a:rPr lang="ja-JP" altLang="en-US" sz="3200" b="1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を</a:t>
            </a:r>
            <a:endParaRPr lang="en-US" altLang="ja-JP" sz="3200" b="1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r>
              <a:rPr lang="ja-JP" altLang="en-US" sz="3200" b="1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付</a:t>
            </a:r>
            <a:endParaRPr lang="en-US" altLang="ja-JP" sz="3200" b="1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r>
              <a:rPr lang="ja-JP" altLang="en-US" sz="3200" b="1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け</a:t>
            </a:r>
            <a:endParaRPr lang="en-US" sz="2400" b="1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0ACACD-AFB3-41EE-9BA7-1CCF9C64A4B6}"/>
              </a:ext>
            </a:extLst>
          </p:cNvPr>
          <p:cNvSpPr txBox="1"/>
          <p:nvPr/>
        </p:nvSpPr>
        <p:spPr>
          <a:xfrm>
            <a:off x="10566371" y="4070754"/>
            <a:ext cx="4972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9CD305-E311-4566-B77F-67B69E873E35}"/>
              </a:ext>
            </a:extLst>
          </p:cNvPr>
          <p:cNvSpPr txBox="1"/>
          <p:nvPr/>
        </p:nvSpPr>
        <p:spPr>
          <a:xfrm>
            <a:off x="10556659" y="4830010"/>
            <a:ext cx="4972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8948F0-E6EE-4181-A22B-99597E716292}"/>
              </a:ext>
            </a:extLst>
          </p:cNvPr>
          <p:cNvSpPr txBox="1"/>
          <p:nvPr/>
        </p:nvSpPr>
        <p:spPr>
          <a:xfrm>
            <a:off x="10519336" y="5506606"/>
            <a:ext cx="4972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AF6FD5-C818-4DB8-A00C-D4D4B914F0B9}"/>
              </a:ext>
            </a:extLst>
          </p:cNvPr>
          <p:cNvSpPr txBox="1"/>
          <p:nvPr/>
        </p:nvSpPr>
        <p:spPr>
          <a:xfrm>
            <a:off x="10556659" y="6231964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121186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  <p:bldP spid="13" grpId="0" animBg="1"/>
      <p:bldP spid="16" grpId="0"/>
      <p:bldP spid="17" grpId="0"/>
      <p:bldP spid="18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AA1CBE-387E-E12D-6EF0-5AD75E945F46}"/>
              </a:ext>
            </a:extLst>
          </p:cNvPr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43E67F-F4CC-A588-AB96-ACAE06704702}"/>
              </a:ext>
            </a:extLst>
          </p:cNvPr>
          <p:cNvGrpSpPr/>
          <p:nvPr/>
        </p:nvGrpSpPr>
        <p:grpSpPr>
          <a:xfrm>
            <a:off x="1887583" y="276059"/>
            <a:ext cx="9400749" cy="1063344"/>
            <a:chOff x="1371091" y="443059"/>
            <a:chExt cx="6243408" cy="7164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8C2B9-EB2B-9A83-6C16-3729F852DB7E}"/>
                </a:ext>
              </a:extLst>
            </p:cNvPr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72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73181-1E48-EC63-1BE3-BAACEFB90B63}"/>
                </a:ext>
              </a:extLst>
            </p:cNvPr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 </a:t>
              </a:r>
              <a:r>
                <a:rPr kumimoji="0" lang="ja-JP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～さえ</a:t>
              </a:r>
              <a:endPara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657071-37DA-B580-7080-76FA04B3C3D9}"/>
                </a:ext>
              </a:extLst>
            </p:cNvPr>
            <p:cNvSpPr/>
            <p:nvPr/>
          </p:nvSpPr>
          <p:spPr>
            <a:xfrm>
              <a:off x="1371091" y="443059"/>
              <a:ext cx="668018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72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/>
                </a:rPr>
                <a:t>3.4</a:t>
              </a:r>
            </a:p>
          </p:txBody>
        </p:sp>
      </p:grpSp>
      <p:sp>
        <p:nvSpPr>
          <p:cNvPr id="43" name="Google Shape;1514;p52">
            <a:extLst>
              <a:ext uri="{FF2B5EF4-FFF2-40B4-BE49-F238E27FC236}">
                <a16:creationId xmlns:a16="http://schemas.microsoft.com/office/drawing/2014/main" id="{EA4F89EF-63D6-8FA5-0368-7BED7D8C98A4}"/>
              </a:ext>
            </a:extLst>
          </p:cNvPr>
          <p:cNvSpPr/>
          <p:nvPr/>
        </p:nvSpPr>
        <p:spPr>
          <a:xfrm>
            <a:off x="4792718" y="508714"/>
            <a:ext cx="6436404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lang="ja-JP" altLang="en-US" sz="2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～も</a:t>
            </a:r>
            <a:r>
              <a:rPr lang="en-US" altLang="ja-JP" sz="2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…</a:t>
            </a:r>
            <a:r>
              <a:rPr lang="ja-JP" altLang="en-US" sz="2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（だから他のものも 当然 ～） ＊ 程度の低い </a:t>
            </a:r>
            <a:endParaRPr kumimoji="0" lang="pt-BR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/>
            </a:endParaRPr>
          </a:p>
        </p:txBody>
      </p:sp>
      <p:sp>
        <p:nvSpPr>
          <p:cNvPr id="44" name="Google Shape;1514;p52">
            <a:extLst>
              <a:ext uri="{FF2B5EF4-FFF2-40B4-BE49-F238E27FC236}">
                <a16:creationId xmlns:a16="http://schemas.microsoft.com/office/drawing/2014/main" id="{122D302F-CA8D-7A92-6FB2-2D32C01F2B01}"/>
              </a:ext>
            </a:extLst>
          </p:cNvPr>
          <p:cNvSpPr/>
          <p:nvPr/>
        </p:nvSpPr>
        <p:spPr>
          <a:xfrm>
            <a:off x="1770845" y="1545844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：　　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 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Ｎ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(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＋助詞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)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＋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さえ</a:t>
            </a: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</p:txBody>
      </p:sp>
      <p:sp>
        <p:nvSpPr>
          <p:cNvPr id="19" name="Google Shape;1514;p52">
            <a:extLst>
              <a:ext uri="{FF2B5EF4-FFF2-40B4-BE49-F238E27FC236}">
                <a16:creationId xmlns:a16="http://schemas.microsoft.com/office/drawing/2014/main" id="{51698956-C16B-603C-1BE5-BF3E054E10C9}"/>
              </a:ext>
            </a:extLst>
          </p:cNvPr>
          <p:cNvSpPr/>
          <p:nvPr/>
        </p:nvSpPr>
        <p:spPr>
          <a:xfrm>
            <a:off x="1578277" y="2686945"/>
            <a:ext cx="10028071" cy="48222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意味</a:t>
            </a:r>
            <a:r>
              <a: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：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13752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lang="en-US" altLang="ja-JP" sz="2400" dirty="0" err="1">
                <a:solidFill>
                  <a:srgbClr val="313752"/>
                </a:solidFill>
                <a:latin typeface="SVN-Comic Sans MS" panose="02040603050506020204" pitchFamily="18" charset="0"/>
              </a:rPr>
              <a:t>Mẫu</a:t>
            </a:r>
            <a:r>
              <a:rPr lang="en-US" altLang="ja-JP" sz="2400" dirty="0">
                <a:solidFill>
                  <a:srgbClr val="313752"/>
                </a:solidFill>
                <a:latin typeface="SVN-Comic Sans MS" panose="02040603050506020204" pitchFamily="18" charset="0"/>
              </a:rPr>
              <a:t> </a:t>
            </a:r>
            <a:r>
              <a:rPr lang="en-US" altLang="ja-JP" sz="2400" dirty="0" err="1">
                <a:solidFill>
                  <a:srgbClr val="313752"/>
                </a:solidFill>
                <a:latin typeface="SVN-Comic Sans MS" panose="02040603050506020204" pitchFamily="18" charset="0"/>
              </a:rPr>
              <a:t>câu</a:t>
            </a:r>
            <a:r>
              <a:rPr lang="en-US" altLang="ja-JP" sz="2400" dirty="0">
                <a:solidFill>
                  <a:srgbClr val="313752"/>
                </a:solidFill>
                <a:latin typeface="SVN-Comic Sans MS" panose="02040603050506020204" pitchFamily="18" charset="0"/>
              </a:rPr>
              <a:t> </a:t>
            </a:r>
            <a:r>
              <a:rPr lang="en-US" altLang="ja-JP" sz="2400" dirty="0" err="1">
                <a:solidFill>
                  <a:srgbClr val="313752"/>
                </a:solidFill>
                <a:latin typeface="SVN-Comic Sans MS" panose="02040603050506020204" pitchFamily="18" charset="0"/>
              </a:rPr>
              <a:t>dùng</a:t>
            </a:r>
            <a:r>
              <a:rPr lang="en-US" altLang="ja-JP" sz="2400" dirty="0">
                <a:solidFill>
                  <a:srgbClr val="313752"/>
                </a:solidFill>
                <a:latin typeface="SVN-Comic Sans MS" panose="02040603050506020204" pitchFamily="18" charset="0"/>
              </a:rPr>
              <a:t> </a:t>
            </a:r>
            <a:r>
              <a:rPr lang="en-US" altLang="ja-JP" sz="2400" dirty="0" err="1">
                <a:solidFill>
                  <a:srgbClr val="313752"/>
                </a:solidFill>
                <a:latin typeface="SVN-Comic Sans MS" panose="02040603050506020204" pitchFamily="18" charset="0"/>
              </a:rPr>
              <a:t>để</a:t>
            </a:r>
            <a:r>
              <a:rPr lang="en-US" altLang="ja-JP" sz="2400" dirty="0">
                <a:solidFill>
                  <a:srgbClr val="313752"/>
                </a:solidFill>
                <a:latin typeface="SVN-Comic Sans MS" panose="02040603050506020204" pitchFamily="18" charset="0"/>
              </a:rPr>
              <a:t> </a:t>
            </a:r>
            <a:r>
              <a:rPr lang="en-US" altLang="ja-JP" sz="2400" dirty="0" err="1">
                <a:solidFill>
                  <a:srgbClr val="313752"/>
                </a:solidFill>
                <a:latin typeface="SVN-Comic Sans MS" panose="02040603050506020204" pitchFamily="18" charset="0"/>
              </a:rPr>
              <a:t>nhấn</a:t>
            </a:r>
            <a:r>
              <a:rPr lang="en-US" altLang="ja-JP" sz="2400" dirty="0">
                <a:solidFill>
                  <a:srgbClr val="313752"/>
                </a:solidFill>
                <a:latin typeface="SVN-Comic Sans MS" panose="02040603050506020204" pitchFamily="18" charset="0"/>
              </a:rPr>
              <a:t> </a:t>
            </a:r>
            <a:r>
              <a:rPr lang="en-US" altLang="ja-JP" sz="2400" dirty="0" err="1">
                <a:solidFill>
                  <a:srgbClr val="313752"/>
                </a:solidFill>
                <a:latin typeface="SVN-Comic Sans MS" panose="02040603050506020204" pitchFamily="18" charset="0"/>
              </a:rPr>
              <a:t>mạnh</a:t>
            </a:r>
            <a:r>
              <a:rPr lang="en-US" altLang="ja-JP" sz="2400" dirty="0">
                <a:solidFill>
                  <a:srgbClr val="313752"/>
                </a:solidFill>
                <a:latin typeface="SVN-Comic Sans MS" panose="02040603050506020204" pitchFamily="18" charset="0"/>
              </a:rPr>
              <a:t> </a:t>
            </a:r>
            <a:r>
              <a:rPr lang="en-US" altLang="ja-JP" sz="2400" dirty="0" err="1">
                <a:solidFill>
                  <a:srgbClr val="313752"/>
                </a:solidFill>
                <a:latin typeface="SVN-Comic Sans MS" panose="02040603050506020204" pitchFamily="18" charset="0"/>
              </a:rPr>
              <a:t>điều</a:t>
            </a:r>
            <a:r>
              <a:rPr lang="en-US" altLang="ja-JP" sz="2400" dirty="0">
                <a:solidFill>
                  <a:srgbClr val="313752"/>
                </a:solidFill>
                <a:latin typeface="SVN-Comic Sans MS" panose="02040603050506020204" pitchFamily="18" charset="0"/>
              </a:rPr>
              <a:t> </a:t>
            </a:r>
            <a:r>
              <a:rPr lang="en-US" altLang="ja-JP" sz="2400" dirty="0" err="1">
                <a:solidFill>
                  <a:srgbClr val="313752"/>
                </a:solidFill>
                <a:latin typeface="SVN-Comic Sans MS" panose="02040603050506020204" pitchFamily="18" charset="0"/>
              </a:rPr>
              <a:t>gì</a:t>
            </a:r>
            <a:r>
              <a:rPr lang="en-US" altLang="ja-JP" sz="2400" dirty="0">
                <a:solidFill>
                  <a:srgbClr val="313752"/>
                </a:solidFill>
                <a:latin typeface="SVN-Comic Sans MS" panose="02040603050506020204" pitchFamily="18" charset="0"/>
              </a:rPr>
              <a:t> </a:t>
            </a:r>
            <a:r>
              <a:rPr lang="en-US" altLang="ja-JP" sz="2400" dirty="0" err="1">
                <a:solidFill>
                  <a:srgbClr val="313752"/>
                </a:solidFill>
                <a:latin typeface="SVN-Comic Sans MS" panose="02040603050506020204" pitchFamily="18" charset="0"/>
              </a:rPr>
              <a:t>đó</a:t>
            </a:r>
            <a:r>
              <a:rPr lang="en-US" altLang="ja-JP" sz="2400" dirty="0">
                <a:solidFill>
                  <a:srgbClr val="313752"/>
                </a:solidFill>
                <a:latin typeface="SVN-Comic Sans MS" panose="02040603050506020204" pitchFamily="18" charset="0"/>
              </a:rPr>
              <a:t> </a:t>
            </a:r>
            <a:r>
              <a:rPr lang="en-US" altLang="ja-JP" sz="2400" dirty="0" err="1">
                <a:solidFill>
                  <a:srgbClr val="313752"/>
                </a:solidFill>
                <a:latin typeface="SVN-Comic Sans MS" panose="02040603050506020204" pitchFamily="18" charset="0"/>
              </a:rPr>
              <a:t>là</a:t>
            </a:r>
            <a:r>
              <a:rPr lang="en-US" altLang="ja-JP" sz="2400" dirty="0">
                <a:solidFill>
                  <a:srgbClr val="313752"/>
                </a:solidFill>
                <a:latin typeface="SVN-Comic Sans MS" panose="02040603050506020204" pitchFamily="18" charset="0"/>
              </a:rPr>
              <a:t> </a:t>
            </a:r>
            <a:r>
              <a:rPr lang="en-US" altLang="ja-JP" sz="2400" dirty="0" err="1">
                <a:solidFill>
                  <a:srgbClr val="313752"/>
                </a:solidFill>
                <a:latin typeface="SVN-Comic Sans MS" panose="02040603050506020204" pitchFamily="18" charset="0"/>
              </a:rPr>
              <a:t>dĩ</a:t>
            </a:r>
            <a:r>
              <a:rPr lang="en-US" altLang="ja-JP" sz="2400" dirty="0">
                <a:solidFill>
                  <a:srgbClr val="313752"/>
                </a:solidFill>
                <a:latin typeface="SVN-Comic Sans MS" panose="02040603050506020204" pitchFamily="18" charset="0"/>
              </a:rPr>
              <a:t> </a:t>
            </a:r>
            <a:r>
              <a:rPr lang="en-US" altLang="ja-JP" sz="2400" dirty="0" err="1">
                <a:solidFill>
                  <a:srgbClr val="313752"/>
                </a:solidFill>
                <a:latin typeface="SVN-Comic Sans MS" panose="02040603050506020204" pitchFamily="18" charset="0"/>
              </a:rPr>
              <a:t>nhiên</a:t>
            </a:r>
            <a:r>
              <a:rPr lang="en-US" altLang="ja-JP" sz="2400" dirty="0">
                <a:solidFill>
                  <a:srgbClr val="313752"/>
                </a:solidFill>
                <a:latin typeface="SVN-Comic Sans MS" panose="02040603050506020204" pitchFamily="18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9DF64D-4270-B234-C390-D53C266A4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11" y="3278172"/>
            <a:ext cx="11871578" cy="226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39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1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A8FE461-1DD5-310B-50A5-4B18D4A81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46" y="1261075"/>
            <a:ext cx="11670691" cy="4907993"/>
          </a:xfrm>
          <a:prstGeom prst="rect">
            <a:avLst/>
          </a:prstGeom>
        </p:spPr>
      </p:pic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C1712B4-C798-1C5A-5184-97E84C9CEBE5}"/>
              </a:ext>
            </a:extLst>
          </p:cNvPr>
          <p:cNvSpPr/>
          <p:nvPr/>
        </p:nvSpPr>
        <p:spPr>
          <a:xfrm>
            <a:off x="581508" y="1981701"/>
            <a:ext cx="555170" cy="5159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92" b="0" i="0" u="none" strike="noStrike" kern="0" cap="none" spc="0" normalizeH="0" baseline="0" noProof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9715A43-1772-49FC-EC48-048AF299C44F}"/>
              </a:ext>
            </a:extLst>
          </p:cNvPr>
          <p:cNvSpPr/>
          <p:nvPr/>
        </p:nvSpPr>
        <p:spPr>
          <a:xfrm>
            <a:off x="628269" y="3586340"/>
            <a:ext cx="555170" cy="5159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92" b="0" i="0" u="none" strike="noStrike" kern="0" cap="none" spc="0" normalizeH="0" baseline="0" noProof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DDF999-0F5B-D463-7B3A-56C95A00FA56}"/>
              </a:ext>
            </a:extLst>
          </p:cNvPr>
          <p:cNvSpPr/>
          <p:nvPr/>
        </p:nvSpPr>
        <p:spPr>
          <a:xfrm>
            <a:off x="4543190" y="4618545"/>
            <a:ext cx="555170" cy="5159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92" b="0" i="0" u="none" strike="noStrike" kern="0" cap="none" spc="0" normalizeH="0" baseline="0" noProof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11A3D31-C706-46CA-3973-23DDDEBA66CC}"/>
              </a:ext>
            </a:extLst>
          </p:cNvPr>
          <p:cNvSpPr/>
          <p:nvPr/>
        </p:nvSpPr>
        <p:spPr>
          <a:xfrm>
            <a:off x="685967" y="5660112"/>
            <a:ext cx="555170" cy="5159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92" b="0" i="0" u="none" strike="noStrike" kern="0" cap="none" spc="0" normalizeH="0" baseline="0" noProof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683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85852B-5577-5B85-ADC7-4033CD13E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02" y="957591"/>
            <a:ext cx="11096581" cy="5622057"/>
          </a:xfrm>
          <a:prstGeom prst="rect">
            <a:avLst/>
          </a:prstGeom>
        </p:spPr>
      </p:pic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C1712B4-C798-1C5A-5184-97E84C9CEBE5}"/>
              </a:ext>
            </a:extLst>
          </p:cNvPr>
          <p:cNvSpPr/>
          <p:nvPr/>
        </p:nvSpPr>
        <p:spPr>
          <a:xfrm>
            <a:off x="4958428" y="1632231"/>
            <a:ext cx="555170" cy="5159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92" b="0" i="0" u="none" strike="noStrike" kern="0" cap="none" spc="0" normalizeH="0" baseline="0" noProof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9715A43-1772-49FC-EC48-048AF299C44F}"/>
              </a:ext>
            </a:extLst>
          </p:cNvPr>
          <p:cNvSpPr/>
          <p:nvPr/>
        </p:nvSpPr>
        <p:spPr>
          <a:xfrm>
            <a:off x="9083338" y="2705797"/>
            <a:ext cx="555170" cy="5159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92" b="0" i="0" u="none" strike="noStrike" kern="0" cap="none" spc="0" normalizeH="0" baseline="0" noProof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DDF999-0F5B-D463-7B3A-56C95A00FA56}"/>
              </a:ext>
            </a:extLst>
          </p:cNvPr>
          <p:cNvSpPr/>
          <p:nvPr/>
        </p:nvSpPr>
        <p:spPr>
          <a:xfrm>
            <a:off x="810434" y="3821662"/>
            <a:ext cx="555170" cy="5159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92" b="0" i="0" u="none" strike="noStrike" kern="0" cap="none" spc="0" normalizeH="0" baseline="0" noProof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11A3D31-C706-46CA-3973-23DDDEBA66CC}"/>
              </a:ext>
            </a:extLst>
          </p:cNvPr>
          <p:cNvSpPr/>
          <p:nvPr/>
        </p:nvSpPr>
        <p:spPr>
          <a:xfrm>
            <a:off x="9083338" y="4900030"/>
            <a:ext cx="555170" cy="5159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92" b="0" i="0" u="none" strike="noStrike" kern="0" cap="none" spc="0" normalizeH="0" baseline="0" noProof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EBC305A-91AB-E87F-B8EB-6E7685D8401A}"/>
              </a:ext>
            </a:extLst>
          </p:cNvPr>
          <p:cNvSpPr/>
          <p:nvPr/>
        </p:nvSpPr>
        <p:spPr>
          <a:xfrm>
            <a:off x="4958428" y="5983531"/>
            <a:ext cx="555170" cy="5159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92" b="0" i="0" u="none" strike="noStrike" kern="0" cap="none" spc="0" normalizeH="0" baseline="0" noProof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24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1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8EC966-2A36-465C-8263-DDAD0E54B12B}"/>
              </a:ext>
            </a:extLst>
          </p:cNvPr>
          <p:cNvSpPr txBox="1"/>
          <p:nvPr/>
        </p:nvSpPr>
        <p:spPr>
          <a:xfrm>
            <a:off x="1772816" y="150257"/>
            <a:ext cx="6750566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3200" b="1" dirty="0"/>
              <a:t>話を聞いて、質問に答えてください</a:t>
            </a:r>
            <a:endParaRPr lang="en-US" sz="3200" b="1" dirty="0"/>
          </a:p>
        </p:txBody>
      </p:sp>
      <p:pic>
        <p:nvPicPr>
          <p:cNvPr id="5" name="30 Track 30">
            <a:hlinkClick r:id="" action="ppaction://media"/>
            <a:extLst>
              <a:ext uri="{FF2B5EF4-FFF2-40B4-BE49-F238E27FC236}">
                <a16:creationId xmlns:a16="http://schemas.microsoft.com/office/drawing/2014/main" id="{1133F804-0314-4A70-B44C-BB0F52BDB0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348879" y="150257"/>
            <a:ext cx="487363" cy="487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6C0BD5-6923-4E31-9F78-F470E936D1EB}"/>
              </a:ext>
            </a:extLst>
          </p:cNvPr>
          <p:cNvSpPr txBox="1"/>
          <p:nvPr/>
        </p:nvSpPr>
        <p:spPr>
          <a:xfrm>
            <a:off x="1679510" y="895740"/>
            <a:ext cx="8322197" cy="5212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ja-JP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留学生の女の人はどこから来ましたか。</a:t>
            </a:r>
            <a:endParaRPr lang="en-US" altLang="ja-JP" sz="20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イランから日本までは、どのくらいかかりますか。</a:t>
            </a:r>
            <a:endParaRPr lang="en-US" altLang="ja-JP" sz="20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大野さんはなぜこのイベントに参加しようと思いましたか。</a:t>
            </a:r>
            <a:endParaRPr lang="en-US" altLang="ja-JP" sz="20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大野さんは、定年退職後にどのように感じていましたか。</a:t>
            </a:r>
            <a:endParaRPr lang="en-US" altLang="ja-JP" sz="20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大野さんの奥さんは、毎日どんなふうに過ごしているようですか。</a:t>
            </a:r>
            <a:endParaRPr lang="en-US" altLang="ja-JP" sz="20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大野さんはイベントに参加して、どんなことに驚きましたか。</a:t>
            </a:r>
            <a:endParaRPr lang="en-US" altLang="ja-JP" sz="20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このイベントの準備は、どのくらい続きますか。</a:t>
            </a:r>
            <a:endParaRPr lang="en-US" altLang="ja-JP" sz="20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近藤さんはどんな性格ですか。</a:t>
            </a:r>
            <a:endParaRPr lang="en-US" altLang="ja-JP" sz="20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62F123-0B62-4802-9DED-EC910704D42D}"/>
              </a:ext>
            </a:extLst>
          </p:cNvPr>
          <p:cNvSpPr txBox="1"/>
          <p:nvPr/>
        </p:nvSpPr>
        <p:spPr>
          <a:xfrm>
            <a:off x="21155" y="0"/>
            <a:ext cx="849085" cy="36811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CD30</a:t>
            </a:r>
          </a:p>
        </p:txBody>
      </p:sp>
    </p:spTree>
    <p:extLst>
      <p:ext uri="{BB962C8B-B14F-4D97-AF65-F5344CB8AC3E}">
        <p14:creationId xmlns:p14="http://schemas.microsoft.com/office/powerpoint/2010/main" val="103072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980767-23B2-4F60-9FEA-C31427431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05" y="0"/>
            <a:ext cx="997779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F0BC71-F129-40F0-B69C-B3DDDF410FF2}"/>
              </a:ext>
            </a:extLst>
          </p:cNvPr>
          <p:cNvSpPr txBox="1"/>
          <p:nvPr/>
        </p:nvSpPr>
        <p:spPr>
          <a:xfrm>
            <a:off x="21155" y="0"/>
            <a:ext cx="849085" cy="64389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CD30</a:t>
            </a:r>
          </a:p>
          <a:p>
            <a:r>
              <a:rPr lang="en-US" b="1" dirty="0"/>
              <a:t>P.94</a:t>
            </a:r>
          </a:p>
        </p:txBody>
      </p:sp>
    </p:spTree>
    <p:extLst>
      <p:ext uri="{BB962C8B-B14F-4D97-AF65-F5344CB8AC3E}">
        <p14:creationId xmlns:p14="http://schemas.microsoft.com/office/powerpoint/2010/main" val="37039758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30A832-01DF-49D0-A3CC-7252B2362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3" y="166232"/>
            <a:ext cx="10164594" cy="65255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7FAB9E-FC39-435F-892C-A14A941946EB}"/>
              </a:ext>
            </a:extLst>
          </p:cNvPr>
          <p:cNvSpPr txBox="1"/>
          <p:nvPr/>
        </p:nvSpPr>
        <p:spPr>
          <a:xfrm>
            <a:off x="21155" y="0"/>
            <a:ext cx="849085" cy="64389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CD30</a:t>
            </a:r>
          </a:p>
          <a:p>
            <a:r>
              <a:rPr lang="en-US" b="1" dirty="0"/>
              <a:t>P.94</a:t>
            </a:r>
          </a:p>
        </p:txBody>
      </p:sp>
    </p:spTree>
    <p:extLst>
      <p:ext uri="{BB962C8B-B14F-4D97-AF65-F5344CB8AC3E}">
        <p14:creationId xmlns:p14="http://schemas.microsoft.com/office/powerpoint/2010/main" val="42020339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8E425F9-FCF6-BE23-8C8E-ACC15A319C11}"/>
              </a:ext>
            </a:extLst>
          </p:cNvPr>
          <p:cNvSpPr/>
          <p:nvPr/>
        </p:nvSpPr>
        <p:spPr>
          <a:xfrm>
            <a:off x="161799" y="1233463"/>
            <a:ext cx="11700452" cy="4245647"/>
          </a:xfrm>
          <a:prstGeom prst="flowChartAlternateProcess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A64B31">
                    <a:lumMod val="75000"/>
                  </a:srgbClr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Arial"/>
                <a:sym typeface="Arial"/>
              </a:rPr>
              <a:t>Part 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313752">
                    <a:lumMod val="50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 </a:t>
            </a:r>
            <a:endParaRPr kumimoji="0" lang="en-US" sz="9600" b="1" i="0" u="none" strike="noStrike" kern="0" cap="none" spc="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1F271D">
                  <a:lumMod val="90000"/>
                  <a:lumOff val="10000"/>
                </a:srgbClr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pic>
        <p:nvPicPr>
          <p:cNvPr id="2" name="Google Shape;368;p40">
            <a:extLst>
              <a:ext uri="{FF2B5EF4-FFF2-40B4-BE49-F238E27FC236}">
                <a16:creationId xmlns:a16="http://schemas.microsoft.com/office/drawing/2014/main" id="{D86EED46-F645-F758-804D-C983D8CE15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3328" y="2787120"/>
            <a:ext cx="3955573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13478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041" y="1003051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noProof="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迎える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1041" y="2018441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感動する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1041" y="2982976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若々しい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1041" y="4008563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若者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1041" y="4973098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持ち上げる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3" name="Flowchart: Punched Tape 12"/>
          <p:cNvSpPr/>
          <p:nvPr/>
        </p:nvSpPr>
        <p:spPr>
          <a:xfrm>
            <a:off x="5072958" y="0"/>
            <a:ext cx="1834836" cy="869513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+mn-cs"/>
                <a:sym typeface="Arial"/>
              </a:rPr>
              <a:t>言葉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+mn-cs"/>
              <a:sym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91745" y="1053906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孫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91745" y="2069296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気象庁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91745" y="3033831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暖冬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91745" y="4059418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期待する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91745" y="5023953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親孝行する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568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2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26356" y="2841890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予想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6356" y="1881129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混む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6356" y="869513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立派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3" name="Flowchart: Punched Tape 12"/>
          <p:cNvSpPr/>
          <p:nvPr/>
        </p:nvSpPr>
        <p:spPr>
          <a:xfrm>
            <a:off x="5072958" y="0"/>
            <a:ext cx="1834836" cy="869513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+mn-cs"/>
                <a:sym typeface="Arial"/>
              </a:rPr>
              <a:t>言葉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+mn-cs"/>
              <a:sym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57060" y="2892745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泳ぐ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57060" y="1931984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囲む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57060" y="920368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悲しい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8F3C61-B4B2-4778-93FE-A73E7E671A23}"/>
              </a:ext>
            </a:extLst>
          </p:cNvPr>
          <p:cNvSpPr txBox="1"/>
          <p:nvPr/>
        </p:nvSpPr>
        <p:spPr>
          <a:xfrm>
            <a:off x="326356" y="3853506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緊張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122DBE-D0F2-4F32-AA4D-079149932A8A}"/>
              </a:ext>
            </a:extLst>
          </p:cNvPr>
          <p:cNvSpPr txBox="1"/>
          <p:nvPr/>
        </p:nvSpPr>
        <p:spPr>
          <a:xfrm>
            <a:off x="6457060" y="3878807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驚く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8E5105-479E-4923-A31E-5FA9344567B0}"/>
              </a:ext>
            </a:extLst>
          </p:cNvPr>
          <p:cNvSpPr txBox="1"/>
          <p:nvPr/>
        </p:nvSpPr>
        <p:spPr>
          <a:xfrm>
            <a:off x="326356" y="4814014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noProof="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涙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15DC7C-ED2B-40E8-BF50-95D6439FE8B3}"/>
              </a:ext>
            </a:extLst>
          </p:cNvPr>
          <p:cNvSpPr txBox="1"/>
          <p:nvPr/>
        </p:nvSpPr>
        <p:spPr>
          <a:xfrm>
            <a:off x="6457060" y="4864869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運ぶ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29E137-0899-4602-B569-E0E13CF84AAE}"/>
              </a:ext>
            </a:extLst>
          </p:cNvPr>
          <p:cNvSpPr txBox="1"/>
          <p:nvPr/>
        </p:nvSpPr>
        <p:spPr>
          <a:xfrm>
            <a:off x="326356" y="5774523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altLang="en-US" sz="48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親しい</a:t>
            </a:r>
            <a:endParaRPr lang="en-US" sz="48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DB460E-D8B3-46B2-B56A-6B292E9A5621}"/>
              </a:ext>
            </a:extLst>
          </p:cNvPr>
          <p:cNvSpPr txBox="1"/>
          <p:nvPr/>
        </p:nvSpPr>
        <p:spPr>
          <a:xfrm>
            <a:off x="6457060" y="5825378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ja-JP" altLang="en-US" sz="4800" noProof="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描く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342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3" grpId="0" animBg="1"/>
      <p:bldP spid="23" grpId="0" animBg="1"/>
      <p:bldP spid="24" grpId="0" animBg="1"/>
      <p:bldP spid="25" grpId="0" animBg="1"/>
      <p:bldP spid="38" grpId="0" animBg="1"/>
      <p:bldP spid="39" grpId="0" animBg="1"/>
      <p:bldP spid="40" grpId="0" animBg="1"/>
      <p:bldP spid="41" grpId="0" animBg="1"/>
      <p:bldP spid="14" grpId="0" animBg="1"/>
      <p:bldP spid="1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8E425F9-FCF6-BE23-8C8E-ACC15A319C11}"/>
              </a:ext>
            </a:extLst>
          </p:cNvPr>
          <p:cNvSpPr/>
          <p:nvPr/>
        </p:nvSpPr>
        <p:spPr>
          <a:xfrm>
            <a:off x="245774" y="1627334"/>
            <a:ext cx="11700452" cy="4245647"/>
          </a:xfrm>
          <a:prstGeom prst="flowChartAlternateProcess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99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A64B31">
                    <a:lumMod val="75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文法</a:t>
            </a:r>
            <a:endParaRPr kumimoji="0" lang="en-US" sz="19900" b="1" i="0" u="none" strike="noStrike" kern="0" cap="none" spc="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1F271D">
                  <a:lumMod val="90000"/>
                  <a:lumOff val="10000"/>
                </a:srgbClr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pic>
        <p:nvPicPr>
          <p:cNvPr id="2" name="Google Shape;368;p40">
            <a:extLst>
              <a:ext uri="{FF2B5EF4-FFF2-40B4-BE49-F238E27FC236}">
                <a16:creationId xmlns:a16="http://schemas.microsoft.com/office/drawing/2014/main" id="{D86EED46-F645-F758-804D-C983D8CE15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4120" y="2404565"/>
            <a:ext cx="3955573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53655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AA1CBE-387E-E12D-6EF0-5AD75E945F46}"/>
              </a:ext>
            </a:extLst>
          </p:cNvPr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43E67F-F4CC-A588-AB96-ACAE06704702}"/>
              </a:ext>
            </a:extLst>
          </p:cNvPr>
          <p:cNvGrpSpPr/>
          <p:nvPr/>
        </p:nvGrpSpPr>
        <p:grpSpPr>
          <a:xfrm>
            <a:off x="1887583" y="0"/>
            <a:ext cx="9400749" cy="1339403"/>
            <a:chOff x="1371091" y="443059"/>
            <a:chExt cx="6243408" cy="7164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8C2B9-EB2B-9A83-6C16-3729F852DB7E}"/>
                </a:ext>
              </a:extLst>
            </p:cNvPr>
            <p:cNvSpPr/>
            <p:nvPr/>
          </p:nvSpPr>
          <p:spPr>
            <a:xfrm>
              <a:off x="1721518" y="544397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72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73181-1E48-EC63-1BE3-BAACEFB90B63}"/>
                </a:ext>
              </a:extLst>
            </p:cNvPr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 ～ に反し（て）／</a:t>
              </a:r>
              <a:endParaRPr kumimoji="0" lang="en-US" altLang="ja-JP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～に反する／～に反した</a:t>
              </a:r>
              <a:endPara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657071-37DA-B580-7080-76FA04B3C3D9}"/>
                </a:ext>
              </a:extLst>
            </p:cNvPr>
            <p:cNvSpPr/>
            <p:nvPr/>
          </p:nvSpPr>
          <p:spPr>
            <a:xfrm>
              <a:off x="1371091" y="443059"/>
              <a:ext cx="668018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sz="1872" dirty="0">
                  <a:solidFill>
                    <a:srgbClr val="FFFF00"/>
                  </a:solidFill>
                  <a:latin typeface="Snap ITC" panose="04040A07060A02020202" pitchFamily="82" charset="0"/>
                </a:rPr>
                <a:t>4</a:t>
              </a:r>
              <a:r>
                <a:rPr kumimoji="0" lang="en-US" sz="1872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/>
                </a:rPr>
                <a:t>.</a:t>
              </a:r>
              <a:r>
                <a:rPr lang="en-US" sz="1872" dirty="0">
                  <a:solidFill>
                    <a:srgbClr val="FFFF00"/>
                  </a:solidFill>
                  <a:latin typeface="Snap ITC" panose="04040A07060A02020202" pitchFamily="82" charset="0"/>
                </a:rPr>
                <a:t>1</a:t>
              </a:r>
              <a:endParaRPr kumimoji="0" lang="en-US" sz="1872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nap ITC" panose="04040A07060A02020202" pitchFamily="82" charset="0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43" name="Google Shape;1514;p52">
            <a:extLst>
              <a:ext uri="{FF2B5EF4-FFF2-40B4-BE49-F238E27FC236}">
                <a16:creationId xmlns:a16="http://schemas.microsoft.com/office/drawing/2014/main" id="{EA4F89EF-63D6-8FA5-0368-7BED7D8C98A4}"/>
              </a:ext>
            </a:extLst>
          </p:cNvPr>
          <p:cNvSpPr/>
          <p:nvPr/>
        </p:nvSpPr>
        <p:spPr>
          <a:xfrm>
            <a:off x="6438378" y="508714"/>
            <a:ext cx="4790743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 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～とは反対に。</a:t>
            </a:r>
            <a:endParaRPr kumimoji="0" lang="pt-BR" altLang="ja-JP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4" name="Google Shape;1514;p52">
            <a:extLst>
              <a:ext uri="{FF2B5EF4-FFF2-40B4-BE49-F238E27FC236}">
                <a16:creationId xmlns:a16="http://schemas.microsoft.com/office/drawing/2014/main" id="{122D302F-CA8D-7A92-6FB2-2D32C01F2B01}"/>
              </a:ext>
            </a:extLst>
          </p:cNvPr>
          <p:cNvSpPr/>
          <p:nvPr/>
        </p:nvSpPr>
        <p:spPr>
          <a:xfrm>
            <a:off x="1770845" y="1545844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：　　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 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Ｎ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＋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～ に反し（て）／～に反する／～に反した</a:t>
            </a:r>
          </a:p>
          <a:p>
            <a:pPr lvl="0" defTabSz="685800">
              <a:defRPr/>
            </a:pP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</p:txBody>
      </p:sp>
      <p:sp>
        <p:nvSpPr>
          <p:cNvPr id="19" name="Google Shape;1514;p52">
            <a:extLst>
              <a:ext uri="{FF2B5EF4-FFF2-40B4-BE49-F238E27FC236}">
                <a16:creationId xmlns:a16="http://schemas.microsoft.com/office/drawing/2014/main" id="{51698956-C16B-603C-1BE5-BF3E054E10C9}"/>
              </a:ext>
            </a:extLst>
          </p:cNvPr>
          <p:cNvSpPr/>
          <p:nvPr/>
        </p:nvSpPr>
        <p:spPr>
          <a:xfrm>
            <a:off x="1578277" y="2686945"/>
            <a:ext cx="10028071" cy="48222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lang="ja-JP" altLang="en-US" sz="3200" dirty="0">
                <a:solidFill>
                  <a:srgbClr val="FF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よく一緒に使う言葉：期待、予想、規則、指示など</a:t>
            </a:r>
            <a:endParaRPr kumimoji="0" lang="en-US" altLang="ja-JP" sz="4000" b="0" i="0" u="none" strike="noStrike" kern="0" cap="none" spc="0" normalizeH="0" baseline="0" noProof="0" dirty="0">
              <a:ln>
                <a:noFill/>
              </a:ln>
              <a:solidFill>
                <a:srgbClr val="313752"/>
              </a:solidFill>
              <a:effectLst/>
              <a:uLnTx/>
              <a:uFillTx/>
              <a:latin typeface="SVN-Comic Sans MS" panose="02040603050506020204" pitchFamily="18" charset="0"/>
              <a:cs typeface="Arial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67570F-F5DC-5E0E-A297-B908DD8C1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45" y="3320187"/>
            <a:ext cx="11432143" cy="134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7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1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2E2811-2903-6EA1-4AB3-FFEFCB923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23" y="1868115"/>
            <a:ext cx="11828554" cy="230546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DC3CD060-26CE-C640-2E3C-12F2F981C1B8}"/>
              </a:ext>
            </a:extLst>
          </p:cNvPr>
          <p:cNvSpPr/>
          <p:nvPr/>
        </p:nvSpPr>
        <p:spPr>
          <a:xfrm>
            <a:off x="2801432" y="3188813"/>
            <a:ext cx="555170" cy="5159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92" b="0" i="0" u="none" strike="noStrike" kern="0" cap="none" spc="0" normalizeH="0" baseline="0" noProof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77241B-B154-D80B-B377-E53B751CEC1D}"/>
              </a:ext>
            </a:extLst>
          </p:cNvPr>
          <p:cNvSpPr/>
          <p:nvPr/>
        </p:nvSpPr>
        <p:spPr>
          <a:xfrm>
            <a:off x="7553046" y="2622056"/>
            <a:ext cx="555170" cy="5159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92" b="0" i="0" u="none" strike="noStrike" kern="0" cap="none" spc="0" normalizeH="0" baseline="0" noProof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4FB9EF8-DBF4-F507-AB13-BA12885B5787}"/>
              </a:ext>
            </a:extLst>
          </p:cNvPr>
          <p:cNvSpPr/>
          <p:nvPr/>
        </p:nvSpPr>
        <p:spPr>
          <a:xfrm>
            <a:off x="3079017" y="2204045"/>
            <a:ext cx="555170" cy="5159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792" b="0" i="0" u="none" strike="noStrike" kern="0" cap="none" spc="0" normalizeH="0" baseline="0" noProof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0588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AA1CBE-387E-E12D-6EF0-5AD75E945F46}"/>
              </a:ext>
            </a:extLst>
          </p:cNvPr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43E67F-F4CC-A588-AB96-ACAE06704702}"/>
              </a:ext>
            </a:extLst>
          </p:cNvPr>
          <p:cNvGrpSpPr/>
          <p:nvPr/>
        </p:nvGrpSpPr>
        <p:grpSpPr>
          <a:xfrm>
            <a:off x="1887583" y="276059"/>
            <a:ext cx="9400749" cy="1063344"/>
            <a:chOff x="1371091" y="443059"/>
            <a:chExt cx="6243408" cy="7164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8C2B9-EB2B-9A83-6C16-3729F852DB7E}"/>
                </a:ext>
              </a:extLst>
            </p:cNvPr>
            <p:cNvSpPr/>
            <p:nvPr/>
          </p:nvSpPr>
          <p:spPr>
            <a:xfrm>
              <a:off x="1721518" y="544397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72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73181-1E48-EC63-1BE3-BAACEFB90B63}"/>
                </a:ext>
              </a:extLst>
            </p:cNvPr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 ～ うちに</a:t>
              </a:r>
              <a:endPara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657071-37DA-B580-7080-76FA04B3C3D9}"/>
                </a:ext>
              </a:extLst>
            </p:cNvPr>
            <p:cNvSpPr/>
            <p:nvPr/>
          </p:nvSpPr>
          <p:spPr>
            <a:xfrm>
              <a:off x="1371091" y="443059"/>
              <a:ext cx="668018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72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/>
                </a:rPr>
                <a:t>4.2</a:t>
              </a:r>
            </a:p>
          </p:txBody>
        </p:sp>
      </p:grpSp>
      <p:sp>
        <p:nvSpPr>
          <p:cNvPr id="43" name="Google Shape;1514;p52">
            <a:extLst>
              <a:ext uri="{FF2B5EF4-FFF2-40B4-BE49-F238E27FC236}">
                <a16:creationId xmlns:a16="http://schemas.microsoft.com/office/drawing/2014/main" id="{EA4F89EF-63D6-8FA5-0368-7BED7D8C98A4}"/>
              </a:ext>
            </a:extLst>
          </p:cNvPr>
          <p:cNvSpPr/>
          <p:nvPr/>
        </p:nvSpPr>
        <p:spPr>
          <a:xfrm>
            <a:off x="5370666" y="508714"/>
            <a:ext cx="5858455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 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～している間に、変化が起こる</a:t>
            </a:r>
            <a:endParaRPr kumimoji="0" lang="pt-BR" altLang="ja-JP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4" name="Google Shape;1514;p52">
            <a:extLst>
              <a:ext uri="{FF2B5EF4-FFF2-40B4-BE49-F238E27FC236}">
                <a16:creationId xmlns:a16="http://schemas.microsoft.com/office/drawing/2014/main" id="{122D302F-CA8D-7A92-6FB2-2D32C01F2B01}"/>
              </a:ext>
            </a:extLst>
          </p:cNvPr>
          <p:cNvSpPr/>
          <p:nvPr/>
        </p:nvSpPr>
        <p:spPr>
          <a:xfrm>
            <a:off x="1770845" y="1545844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：　　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 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V-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辞書形・テ形いる・ナイ形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＋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うちに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8A6805-8DFF-9922-1D72-83E870B8A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82" y="3333211"/>
            <a:ext cx="11452335" cy="131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00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585834-6D33-4DBD-8C75-0BB319E7338D}"/>
              </a:ext>
            </a:extLst>
          </p:cNvPr>
          <p:cNvSpPr txBox="1">
            <a:spLocks/>
          </p:cNvSpPr>
          <p:nvPr/>
        </p:nvSpPr>
        <p:spPr>
          <a:xfrm>
            <a:off x="992023" y="203807"/>
            <a:ext cx="11001983" cy="615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11118" marR="0" lvl="0" indent="-407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1222236" marR="0" lvl="1" indent="-407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833354" marR="0" lvl="2" indent="-407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2444472" marR="0" lvl="3" indent="-407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3055590" marR="0" lvl="4" indent="-407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3666708" marR="0" lvl="5" indent="-407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4277825" marR="0" lvl="6" indent="-407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4888943" marR="0" lvl="7" indent="-407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5500061" marR="0" lvl="8" indent="-4074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38100" indent="0">
              <a:buFont typeface="DM Sans"/>
              <a:buNone/>
            </a:pPr>
            <a:r>
              <a:rPr lang="ja-JP" altLang="en-US" sz="2800" b="1" dirty="0">
                <a:solidFill>
                  <a:schemeClr val="tx1">
                    <a:lumMod val="50000"/>
                  </a:schemeClr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１．他のことに気を（　　）うちに、ご飯を食べる時間がなくなってしまった。</a:t>
            </a:r>
            <a:endParaRPr lang="en-US" altLang="ja-JP" sz="2800" b="1" dirty="0">
              <a:solidFill>
                <a:schemeClr val="tx1">
                  <a:lumMod val="50000"/>
                </a:schemeClr>
              </a:solidFill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38100" indent="0">
              <a:buFont typeface="DM Sans"/>
              <a:buNone/>
            </a:pPr>
            <a:endParaRPr lang="en-US" altLang="ja-JP" sz="2800" b="1" dirty="0">
              <a:solidFill>
                <a:schemeClr val="tx1">
                  <a:lumMod val="50000"/>
                </a:schemeClr>
              </a:solidFill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38100" indent="0">
              <a:buNone/>
            </a:pPr>
            <a:r>
              <a:rPr lang="en-US" altLang="ja-JP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A.</a:t>
            </a:r>
            <a:r>
              <a:rPr lang="ja-JP" altLang="en-US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とられた　　</a:t>
            </a:r>
            <a:r>
              <a:rPr lang="en-US" altLang="ja-JP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B.</a:t>
            </a:r>
            <a:r>
              <a:rPr lang="ja-JP" altLang="en-US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とられない　　</a:t>
            </a:r>
            <a:r>
              <a:rPr lang="en-US" altLang="ja-JP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C.</a:t>
            </a:r>
            <a:r>
              <a:rPr lang="ja-JP" altLang="en-US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とられている</a:t>
            </a:r>
            <a:endParaRPr lang="en-US" altLang="ja-JP" sz="2800" b="1" dirty="0">
              <a:solidFill>
                <a:srgbClr val="C00000"/>
              </a:solidFill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495300" indent="-457200">
              <a:buAutoNum type="alphaUcPeriod"/>
            </a:pPr>
            <a:endParaRPr lang="en-US" altLang="ja-JP" sz="2800" b="1" dirty="0">
              <a:solidFill>
                <a:srgbClr val="C00000"/>
              </a:solidFill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38100" indent="0">
              <a:buFont typeface="DM Sans"/>
              <a:buNone/>
            </a:pPr>
            <a:r>
              <a:rPr lang="en-US" altLang="ja-JP" sz="2800" b="1" dirty="0">
                <a:solidFill>
                  <a:schemeClr val="tx1">
                    <a:lumMod val="50000"/>
                  </a:schemeClr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2</a:t>
            </a:r>
            <a:r>
              <a:rPr lang="ja-JP" altLang="en-US" sz="2800" b="1" dirty="0">
                <a:solidFill>
                  <a:schemeClr val="tx1">
                    <a:lumMod val="50000"/>
                  </a:schemeClr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．先生の説明を聞いている（　　）だんだん分かってきた。</a:t>
            </a:r>
            <a:endParaRPr lang="en-US" altLang="ja-JP" sz="2800" b="1" dirty="0">
              <a:solidFill>
                <a:schemeClr val="tx1">
                  <a:lumMod val="50000"/>
                </a:schemeClr>
              </a:solidFill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38100" indent="0">
              <a:buFont typeface="DM Sans"/>
              <a:buNone/>
            </a:pPr>
            <a:endParaRPr lang="en-US" altLang="ja-JP" sz="2800" b="1" dirty="0">
              <a:solidFill>
                <a:schemeClr val="tx1">
                  <a:lumMod val="50000"/>
                </a:schemeClr>
              </a:solidFill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38100" indent="0">
              <a:buFont typeface="DM Sans"/>
              <a:buNone/>
            </a:pPr>
            <a:r>
              <a:rPr lang="en-US" altLang="ja-JP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A.</a:t>
            </a:r>
            <a:r>
              <a:rPr lang="ja-JP" altLang="en-US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うちに　　　</a:t>
            </a:r>
            <a:r>
              <a:rPr lang="en-US" altLang="ja-JP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B.</a:t>
            </a:r>
            <a:r>
              <a:rPr lang="ja-JP" altLang="en-US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につけ　　</a:t>
            </a:r>
            <a:r>
              <a:rPr lang="en-US" altLang="ja-JP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C.</a:t>
            </a:r>
            <a:r>
              <a:rPr lang="ja-JP" altLang="en-US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とちゅうで</a:t>
            </a:r>
            <a:endParaRPr lang="en-US" altLang="ja-JP" sz="2800" b="1" dirty="0">
              <a:solidFill>
                <a:srgbClr val="C00000"/>
              </a:solidFill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38100" indent="0">
              <a:buFont typeface="DM Sans"/>
              <a:buNone/>
            </a:pPr>
            <a:endParaRPr lang="en-US" altLang="ja-JP" sz="2800" b="1" dirty="0">
              <a:solidFill>
                <a:srgbClr val="C00000"/>
              </a:solidFill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38100" indent="0">
              <a:buFont typeface="DM Sans"/>
              <a:buNone/>
            </a:pPr>
            <a:r>
              <a:rPr lang="en-US" altLang="ja-JP" sz="2800" b="1" dirty="0">
                <a:solidFill>
                  <a:schemeClr val="tx1">
                    <a:lumMod val="50000"/>
                  </a:schemeClr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3</a:t>
            </a:r>
            <a:r>
              <a:rPr lang="ja-JP" altLang="en-US" sz="2800" b="1" dirty="0">
                <a:solidFill>
                  <a:schemeClr val="tx1">
                    <a:lumMod val="50000"/>
                  </a:schemeClr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．今朝（　　）、のどが痛かった。</a:t>
            </a:r>
            <a:endParaRPr lang="en-US" altLang="ja-JP" sz="2800" b="1" dirty="0">
              <a:solidFill>
                <a:schemeClr val="tx1">
                  <a:lumMod val="50000"/>
                </a:schemeClr>
              </a:solidFill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38100" indent="0">
              <a:buFont typeface="DM Sans"/>
              <a:buNone/>
            </a:pPr>
            <a:endParaRPr lang="en-US" altLang="ja-JP" sz="2800" b="1" dirty="0">
              <a:solidFill>
                <a:schemeClr val="tx1">
                  <a:lumMod val="50000"/>
                </a:schemeClr>
              </a:solidFill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marL="38100" indent="0">
              <a:buFont typeface="DM Sans"/>
              <a:buNone/>
            </a:pPr>
            <a:r>
              <a:rPr lang="en-US" altLang="ja-JP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A.</a:t>
            </a:r>
            <a:r>
              <a:rPr lang="ja-JP" altLang="en-US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起きたとき　　</a:t>
            </a:r>
            <a:r>
              <a:rPr lang="en-US" altLang="ja-JP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B.</a:t>
            </a:r>
            <a:r>
              <a:rPr lang="ja-JP" altLang="en-US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起きた場合　</a:t>
            </a:r>
            <a:r>
              <a:rPr lang="en-US" altLang="ja-JP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C.</a:t>
            </a:r>
            <a:r>
              <a:rPr lang="ja-JP" altLang="en-US" sz="2800" b="1" dirty="0">
                <a:solidFill>
                  <a:srgbClr val="C0000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起きているうちに</a:t>
            </a:r>
            <a:endParaRPr lang="en-US" altLang="ja-JP" sz="2800" b="1" dirty="0">
              <a:solidFill>
                <a:srgbClr val="C00000"/>
              </a:solidFill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5F36ED-1984-46D3-AC48-8C7BDF94CC37}"/>
              </a:ext>
            </a:extLst>
          </p:cNvPr>
          <p:cNvSpPr/>
          <p:nvPr/>
        </p:nvSpPr>
        <p:spPr>
          <a:xfrm>
            <a:off x="6327346" y="1421271"/>
            <a:ext cx="2819400" cy="68580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F2DB90-BB58-4E59-B27F-25381723ABC5}"/>
              </a:ext>
            </a:extLst>
          </p:cNvPr>
          <p:cNvSpPr/>
          <p:nvPr/>
        </p:nvSpPr>
        <p:spPr>
          <a:xfrm>
            <a:off x="301558" y="3280248"/>
            <a:ext cx="2819400" cy="68580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7C171EE-9FEC-4D58-B1D0-ACF07E79A16A}"/>
              </a:ext>
            </a:extLst>
          </p:cNvPr>
          <p:cNvSpPr/>
          <p:nvPr/>
        </p:nvSpPr>
        <p:spPr>
          <a:xfrm>
            <a:off x="593387" y="5109048"/>
            <a:ext cx="2819400" cy="68580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8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AA1CBE-387E-E12D-6EF0-5AD75E945F46}"/>
              </a:ext>
            </a:extLst>
          </p:cNvPr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43E67F-F4CC-A588-AB96-ACAE06704702}"/>
              </a:ext>
            </a:extLst>
          </p:cNvPr>
          <p:cNvGrpSpPr/>
          <p:nvPr/>
        </p:nvGrpSpPr>
        <p:grpSpPr>
          <a:xfrm>
            <a:off x="1260262" y="0"/>
            <a:ext cx="10130828" cy="1339403"/>
            <a:chOff x="1371091" y="443059"/>
            <a:chExt cx="6385587" cy="7164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8C2B9-EB2B-9A83-6C16-3729F852DB7E}"/>
                </a:ext>
              </a:extLst>
            </p:cNvPr>
            <p:cNvSpPr/>
            <p:nvPr/>
          </p:nvSpPr>
          <p:spPr>
            <a:xfrm>
              <a:off x="1721518" y="544397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872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73181-1E48-EC63-1BE3-BAACEFB90B63}"/>
                </a:ext>
              </a:extLst>
            </p:cNvPr>
            <p:cNvSpPr/>
            <p:nvPr/>
          </p:nvSpPr>
          <p:spPr>
            <a:xfrm>
              <a:off x="1831156" y="669302"/>
              <a:ext cx="5925522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 </a:t>
              </a:r>
              <a:r>
                <a:rPr kumimoji="0" lang="ja-JP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/>
                </a:rPr>
                <a:t>～ からして</a:t>
              </a:r>
              <a:endPara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657071-37DA-B580-7080-76FA04B3C3D9}"/>
                </a:ext>
              </a:extLst>
            </p:cNvPr>
            <p:cNvSpPr/>
            <p:nvPr/>
          </p:nvSpPr>
          <p:spPr>
            <a:xfrm>
              <a:off x="1371091" y="443059"/>
              <a:ext cx="668018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72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/>
                </a:rPr>
                <a:t>4.2</a:t>
              </a:r>
            </a:p>
          </p:txBody>
        </p:sp>
      </p:grpSp>
      <p:sp>
        <p:nvSpPr>
          <p:cNvPr id="43" name="Google Shape;1514;p52">
            <a:extLst>
              <a:ext uri="{FF2B5EF4-FFF2-40B4-BE49-F238E27FC236}">
                <a16:creationId xmlns:a16="http://schemas.microsoft.com/office/drawing/2014/main" id="{EA4F89EF-63D6-8FA5-0368-7BED7D8C98A4}"/>
              </a:ext>
            </a:extLst>
          </p:cNvPr>
          <p:cNvSpPr/>
          <p:nvPr/>
        </p:nvSpPr>
        <p:spPr>
          <a:xfrm>
            <a:off x="4743344" y="508714"/>
            <a:ext cx="6188395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/>
                <a:sym typeface="Arial"/>
              </a:rPr>
              <a:t>  </a:t>
            </a:r>
            <a:r>
              <a:rPr lang="ja-JP" altLang="en-US" sz="2800" dirty="0">
                <a:latin typeface="SVN-Comic Sans MS" panose="02040603050506020204" pitchFamily="18" charset="0"/>
                <a:ea typeface="UD Digi Kyokasho N-B" panose="02020700000000000000" pitchFamily="17" charset="-128"/>
              </a:rPr>
              <a:t>～だけ見ても（だから、それ以外も   　　もちろん）</a:t>
            </a:r>
            <a:endParaRPr kumimoji="0" lang="pt-BR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4" name="Google Shape;1514;p52">
            <a:extLst>
              <a:ext uri="{FF2B5EF4-FFF2-40B4-BE49-F238E27FC236}">
                <a16:creationId xmlns:a16="http://schemas.microsoft.com/office/drawing/2014/main" id="{122D302F-CA8D-7A92-6FB2-2D32C01F2B01}"/>
              </a:ext>
            </a:extLst>
          </p:cNvPr>
          <p:cNvSpPr/>
          <p:nvPr/>
        </p:nvSpPr>
        <p:spPr>
          <a:xfrm>
            <a:off x="-290017" y="1223780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：　　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 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N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/>
                <a:sym typeface="Arial"/>
              </a:rPr>
              <a:t>＋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からして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/>
              <a:sym typeface="Arial"/>
            </a:endParaRPr>
          </a:p>
        </p:txBody>
      </p:sp>
      <p:sp>
        <p:nvSpPr>
          <p:cNvPr id="19" name="Google Shape;1514;p52">
            <a:extLst>
              <a:ext uri="{FF2B5EF4-FFF2-40B4-BE49-F238E27FC236}">
                <a16:creationId xmlns:a16="http://schemas.microsoft.com/office/drawing/2014/main" id="{51698956-C16B-603C-1BE5-BF3E054E10C9}"/>
              </a:ext>
            </a:extLst>
          </p:cNvPr>
          <p:cNvSpPr/>
          <p:nvPr/>
        </p:nvSpPr>
        <p:spPr>
          <a:xfrm>
            <a:off x="1578277" y="2581773"/>
            <a:ext cx="10028071" cy="751438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algn="ctr" defTabSz="685800">
              <a:defRPr/>
            </a:pPr>
            <a:r>
              <a: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意味</a:t>
            </a:r>
            <a:r>
              <a: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：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13752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lang="en-US" altLang="ja-JP" sz="2400" dirty="0">
                <a:solidFill>
                  <a:srgbClr val="313752"/>
                </a:solidFill>
                <a:latin typeface="SVN-Comic Sans MS" panose="02040603050506020204" pitchFamily="18" charset="0"/>
              </a:rPr>
              <a:t>1 </a:t>
            </a:r>
            <a:r>
              <a:rPr lang="ja-JP" altLang="en-US" sz="2400" dirty="0">
                <a:solidFill>
                  <a:srgbClr val="313752"/>
                </a:solidFill>
                <a:latin typeface="SVN-Comic Sans MS" panose="02040603050506020204" pitchFamily="18" charset="0"/>
              </a:rPr>
              <a:t>つの例を出して、他のことも普通と 違うということを 表</a:t>
            </a:r>
          </a:p>
          <a:p>
            <a:pPr lvl="0" defTabSz="685800">
              <a:defRPr/>
            </a:pPr>
            <a:r>
              <a:rPr lang="ja-JP" altLang="en-US" sz="2400" dirty="0">
                <a:solidFill>
                  <a:srgbClr val="313752"/>
                </a:solidFill>
                <a:latin typeface="SVN-Comic Sans MS" panose="02040603050506020204" pitchFamily="18" charset="0"/>
              </a:rPr>
              <a:t>現する</a:t>
            </a:r>
            <a:endParaRPr kumimoji="0" lang="vi-VN" altLang="ja-JP" sz="2400" b="0" i="0" u="none" strike="noStrike" kern="0" cap="none" spc="0" normalizeH="0" baseline="0" noProof="0" dirty="0">
              <a:ln>
                <a:noFill/>
              </a:ln>
              <a:solidFill>
                <a:srgbClr val="313752"/>
              </a:solidFill>
              <a:effectLst/>
              <a:uLnTx/>
              <a:uFillTx/>
              <a:latin typeface="SVN-Comic Sans MS" panose="02040603050506020204" pitchFamily="18" charset="0"/>
              <a:cs typeface="Arial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51A11F-A0BD-7666-DC2D-D1CA8DBE6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345" y="3638375"/>
            <a:ext cx="9840394" cy="271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27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1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/>
            <a:fld id="{B6F15528-21DE-4FAA-801E-634DDDAF4B2B}" type="slidenum">
              <a:rPr lang="en-US">
                <a:solidFill>
                  <a:srgbClr val="ECC1C8"/>
                </a:solidFill>
              </a:rPr>
              <a:pPr defTabSz="1219170"/>
              <a:t>54</a:t>
            </a:fld>
            <a:endParaRPr lang="en-US">
              <a:solidFill>
                <a:srgbClr val="ECC1C8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45" y="450202"/>
            <a:ext cx="11480800" cy="5551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4"/>
          <p:cNvSpPr/>
          <p:nvPr/>
        </p:nvSpPr>
        <p:spPr>
          <a:xfrm>
            <a:off x="4470400" y="990600"/>
            <a:ext cx="2133600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1867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8000" y="2413000"/>
            <a:ext cx="2438400" cy="812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1867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Oval 7"/>
          <p:cNvSpPr/>
          <p:nvPr/>
        </p:nvSpPr>
        <p:spPr>
          <a:xfrm>
            <a:off x="8534400" y="3733800"/>
            <a:ext cx="2438400" cy="812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1867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Oval 8"/>
          <p:cNvSpPr/>
          <p:nvPr/>
        </p:nvSpPr>
        <p:spPr>
          <a:xfrm>
            <a:off x="8331200" y="5054600"/>
            <a:ext cx="3149600" cy="812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1867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382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32 Track 32">
            <a:hlinkClick r:id="" action="ppaction://media"/>
            <a:extLst>
              <a:ext uri="{FF2B5EF4-FFF2-40B4-BE49-F238E27FC236}">
                <a16:creationId xmlns:a16="http://schemas.microsoft.com/office/drawing/2014/main" id="{8F65586C-91DC-4239-9375-0F59850136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30015" y="261735"/>
            <a:ext cx="487363" cy="4873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2AA0E6-626C-43A2-BE9F-291F1F93D576}"/>
              </a:ext>
            </a:extLst>
          </p:cNvPr>
          <p:cNvSpPr txBox="1"/>
          <p:nvPr/>
        </p:nvSpPr>
        <p:spPr>
          <a:xfrm>
            <a:off x="1772816" y="150257"/>
            <a:ext cx="6750566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3200" b="1" dirty="0"/>
              <a:t>話を聞いて、質問に答えてください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B5973-E615-47FF-8D38-E17A1009C78C}"/>
              </a:ext>
            </a:extLst>
          </p:cNvPr>
          <p:cNvSpPr txBox="1"/>
          <p:nvPr/>
        </p:nvSpPr>
        <p:spPr>
          <a:xfrm>
            <a:off x="21155" y="0"/>
            <a:ext cx="849085" cy="36811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CD32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1864DE-772F-4334-8387-E8A0A75244B0}"/>
              </a:ext>
            </a:extLst>
          </p:cNvPr>
          <p:cNvSpPr/>
          <p:nvPr/>
        </p:nvSpPr>
        <p:spPr>
          <a:xfrm>
            <a:off x="1843861" y="558111"/>
            <a:ext cx="8738290" cy="6149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/>
              <a:t>女の人は夏休みにどこへ行きましたか。</a:t>
            </a:r>
            <a:endParaRPr lang="en-US" altLang="ja-JP" sz="20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/>
              <a:t>電車が混んでいると思っていましたが、実際はどうでしたか。</a:t>
            </a:r>
            <a:endParaRPr lang="en-US" altLang="ja-JP" sz="20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/>
              <a:t>最初のころ、女の人はどんな気持ちでしたか。</a:t>
            </a:r>
            <a:endParaRPr lang="en-US" altLang="ja-JP" sz="20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/>
              <a:t>海に行った日は、どんな気持ちになりましたか。海で何をしましたか。</a:t>
            </a:r>
            <a:endParaRPr lang="en-US" altLang="ja-JP" sz="20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/>
              <a:t>女の人の故郷はどんな所ですか。</a:t>
            </a:r>
            <a:endParaRPr lang="en-US" altLang="ja-JP" sz="20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/>
              <a:t>ホストファミリーのおばあさんは何歳ですか。</a:t>
            </a:r>
            <a:endParaRPr lang="en-US" altLang="ja-JP" sz="20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/>
              <a:t>女の人は畑で何をしましたか。</a:t>
            </a:r>
            <a:endParaRPr lang="en-US" altLang="ja-JP" sz="20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/>
              <a:t>帰るとき、女の人の気持ちはどうでしたか。</a:t>
            </a:r>
            <a:endParaRPr lang="en-US" altLang="ja-JP" sz="20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/>
              <a:t>帰ったあと、ホストファミリーから何が届きましたか。</a:t>
            </a:r>
            <a:endParaRPr lang="en-US" altLang="ja-JP" sz="20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000" dirty="0"/>
              <a:t>女の人はホームステイをして、どのように感じましたか。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6745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8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72EA12-4F52-DC58-B682-CAFE8ACDA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352" y="62870"/>
            <a:ext cx="9273250" cy="67322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55576A-6308-445A-B23A-41F7FE292B6A}"/>
              </a:ext>
            </a:extLst>
          </p:cNvPr>
          <p:cNvSpPr txBox="1"/>
          <p:nvPr/>
        </p:nvSpPr>
        <p:spPr>
          <a:xfrm>
            <a:off x="10975294" y="62870"/>
            <a:ext cx="1089188" cy="6507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CD32</a:t>
            </a:r>
          </a:p>
          <a:p>
            <a:r>
              <a:rPr lang="en-US" b="1" dirty="0"/>
              <a:t>P.96</a:t>
            </a:r>
          </a:p>
        </p:txBody>
      </p:sp>
    </p:spTree>
    <p:extLst>
      <p:ext uri="{BB962C8B-B14F-4D97-AF65-F5344CB8AC3E}">
        <p14:creationId xmlns:p14="http://schemas.microsoft.com/office/powerpoint/2010/main" val="10278987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26356" y="1931984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緊張する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6356" y="869513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出会う </a:t>
            </a:r>
            <a:r>
              <a:rPr kumimoji="0" lang="en-US" altLang="ja-JP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- </a:t>
            </a: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知り合う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38399" y="1931984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見つめ直す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38399" y="971223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実感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6356" y="5825126"/>
            <a:ext cx="5645798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驚く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8F3C61-B4B2-4778-93FE-A73E7E671A23}"/>
              </a:ext>
            </a:extLst>
          </p:cNvPr>
          <p:cNvSpPr txBox="1"/>
          <p:nvPr/>
        </p:nvSpPr>
        <p:spPr>
          <a:xfrm>
            <a:off x="326356" y="2943600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体験する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122DBE-D0F2-4F32-AA4D-079149932A8A}"/>
              </a:ext>
            </a:extLst>
          </p:cNvPr>
          <p:cNvSpPr txBox="1"/>
          <p:nvPr/>
        </p:nvSpPr>
        <p:spPr>
          <a:xfrm>
            <a:off x="6438399" y="2918046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視野が広がる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8E5105-479E-4923-A31E-5FA9344567B0}"/>
              </a:ext>
            </a:extLst>
          </p:cNvPr>
          <p:cNvSpPr txBox="1"/>
          <p:nvPr/>
        </p:nvSpPr>
        <p:spPr>
          <a:xfrm>
            <a:off x="326356" y="3904108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話しかける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15DC7C-ED2B-40E8-BF50-95D6439FE8B3}"/>
              </a:ext>
            </a:extLst>
          </p:cNvPr>
          <p:cNvSpPr txBox="1"/>
          <p:nvPr/>
        </p:nvSpPr>
        <p:spPr>
          <a:xfrm>
            <a:off x="6438399" y="3904108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貴重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29E137-0899-4602-B569-E0E13CF84AAE}"/>
              </a:ext>
            </a:extLst>
          </p:cNvPr>
          <p:cNvSpPr txBox="1"/>
          <p:nvPr/>
        </p:nvSpPr>
        <p:spPr>
          <a:xfrm>
            <a:off x="326356" y="4864617"/>
            <a:ext cx="5645799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触れるー触る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DB460E-D8B3-46B2-B56A-6B292E9A5621}"/>
              </a:ext>
            </a:extLst>
          </p:cNvPr>
          <p:cNvSpPr txBox="1"/>
          <p:nvPr/>
        </p:nvSpPr>
        <p:spPr>
          <a:xfrm>
            <a:off x="6438399" y="4864617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新鮮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2736A5-584B-4D02-8DDF-8A55D6C807B6}"/>
              </a:ext>
            </a:extLst>
          </p:cNvPr>
          <p:cNvSpPr txBox="1"/>
          <p:nvPr/>
        </p:nvSpPr>
        <p:spPr>
          <a:xfrm>
            <a:off x="3237998" y="99483"/>
            <a:ext cx="6438123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&gt;&gt;&gt;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交流の体験を述べるときに使う言葉・表現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B48B87-008B-4BDB-955E-A16AEA6D9B98}"/>
              </a:ext>
            </a:extLst>
          </p:cNvPr>
          <p:cNvSpPr txBox="1"/>
          <p:nvPr/>
        </p:nvSpPr>
        <p:spPr>
          <a:xfrm>
            <a:off x="6438399" y="5825125"/>
            <a:ext cx="535549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/>
                <a:sym typeface="Arial"/>
              </a:rPr>
              <a:t>充実する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458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23" grpId="0" animBg="1"/>
      <p:bldP spid="24" grpId="0" animBg="1"/>
      <p:bldP spid="25" grpId="0" animBg="1"/>
      <p:bldP spid="38" grpId="0" animBg="1"/>
      <p:bldP spid="39" grpId="0" animBg="1"/>
      <p:bldP spid="40" grpId="0" animBg="1"/>
      <p:bldP spid="41" grpId="0" animBg="1"/>
      <p:bldP spid="14" grpId="0" animBg="1"/>
      <p:bldP spid="15" grpId="0" animBg="1"/>
      <p:bldP spid="1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8E425F9-FCF6-BE23-8C8E-ACC15A319C11}"/>
              </a:ext>
            </a:extLst>
          </p:cNvPr>
          <p:cNvSpPr/>
          <p:nvPr/>
        </p:nvSpPr>
        <p:spPr>
          <a:xfrm>
            <a:off x="395063" y="1196141"/>
            <a:ext cx="11700452" cy="4245647"/>
          </a:xfrm>
          <a:prstGeom prst="flowChartAlternateProcess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A64B31">
                    <a:lumMod val="75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sym typeface="Arial"/>
              </a:rPr>
              <a:t>知って楽しむ</a:t>
            </a:r>
            <a:r>
              <a:rPr kumimoji="0" lang="en-US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313752">
                    <a:lumMod val="50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sym typeface="Arial"/>
              </a:rPr>
              <a:t> </a:t>
            </a:r>
            <a:endParaRPr kumimoji="0" lang="en-US" sz="9600" b="1" i="0" u="none" strike="noStrike" kern="0" cap="none" spc="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1F271D">
                  <a:lumMod val="90000"/>
                  <a:lumOff val="10000"/>
                </a:srgbClr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/>
            </a:endParaRPr>
          </a:p>
        </p:txBody>
      </p:sp>
      <p:pic>
        <p:nvPicPr>
          <p:cNvPr id="2" name="Google Shape;368;p40">
            <a:extLst>
              <a:ext uri="{FF2B5EF4-FFF2-40B4-BE49-F238E27FC236}">
                <a16:creationId xmlns:a16="http://schemas.microsoft.com/office/drawing/2014/main" id="{D86EED46-F645-F758-804D-C983D8CE15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3328" y="2787120"/>
            <a:ext cx="3955573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80203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ACF83F-F200-2E15-DC26-7420A31D9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773" y="439069"/>
            <a:ext cx="11846393" cy="569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5603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98A44B-DE6F-171B-08F0-0D8AB1614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372" y="372053"/>
            <a:ext cx="11771229" cy="599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01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>
            <a:extLst>
              <a:ext uri="{FF2B5EF4-FFF2-40B4-BE49-F238E27FC236}">
                <a16:creationId xmlns:a16="http://schemas.microsoft.com/office/drawing/2014/main" id="{9F273204-DED6-9EA7-6D0D-E936632BF6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6938A0-1AAC-A2D0-2805-CAEDA8381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17" y="705256"/>
            <a:ext cx="11587565" cy="565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824403"/>
      </p:ext>
    </p:extLst>
  </p:cSld>
  <p:clrMapOvr>
    <a:masterClrMapping/>
  </p:clrMapOvr>
</p:sld>
</file>

<file path=ppt/theme/theme1.xml><?xml version="1.0" encoding="utf-8"?>
<a:theme xmlns:a="http://schemas.openxmlformats.org/drawingml/2006/main" name="Patents and Trademark Agency by Slidesgo">
  <a:themeElements>
    <a:clrScheme name="Simple Light">
      <a:dk1>
        <a:srgbClr val="1F271D"/>
      </a:dk1>
      <a:lt1>
        <a:srgbClr val="F6F3EA"/>
      </a:lt1>
      <a:dk2>
        <a:srgbClr val="DBCCBA"/>
      </a:dk2>
      <a:lt2>
        <a:srgbClr val="A64B31"/>
      </a:lt2>
      <a:accent1>
        <a:srgbClr val="C27B38"/>
      </a:accent1>
      <a:accent2>
        <a:srgbClr val="9C5022"/>
      </a:accent2>
      <a:accent3>
        <a:srgbClr val="7A5F2E"/>
      </a:accent3>
      <a:accent4>
        <a:srgbClr val="533D15"/>
      </a:accent4>
      <a:accent5>
        <a:srgbClr val="783013"/>
      </a:accent5>
      <a:accent6>
        <a:srgbClr val="3D4C83"/>
      </a:accent6>
      <a:hlink>
        <a:srgbClr val="1F27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phelia template">
  <a:themeElements>
    <a:clrScheme name="Custom 347">
      <a:dk1>
        <a:srgbClr val="4D4A56"/>
      </a:dk1>
      <a:lt1>
        <a:srgbClr val="FFFFFF"/>
      </a:lt1>
      <a:dk2>
        <a:srgbClr val="888394"/>
      </a:dk2>
      <a:lt2>
        <a:srgbClr val="E7E7EC"/>
      </a:lt2>
      <a:accent1>
        <a:srgbClr val="ECC1C8"/>
      </a:accent1>
      <a:accent2>
        <a:srgbClr val="E48DA3"/>
      </a:accent2>
      <a:accent3>
        <a:srgbClr val="AEA4CC"/>
      </a:accent3>
      <a:accent4>
        <a:srgbClr val="8F86AC"/>
      </a:accent4>
      <a:accent5>
        <a:srgbClr val="F0DFAE"/>
      </a:accent5>
      <a:accent6>
        <a:srgbClr val="E0B88E"/>
      </a:accent6>
      <a:hlink>
        <a:srgbClr val="4D4A56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atents and Trademark Agency by Slidesgo">
  <a:themeElements>
    <a:clrScheme name="Simple Light">
      <a:dk1>
        <a:srgbClr val="1F271D"/>
      </a:dk1>
      <a:lt1>
        <a:srgbClr val="F6F3EA"/>
      </a:lt1>
      <a:dk2>
        <a:srgbClr val="DBCCBA"/>
      </a:dk2>
      <a:lt2>
        <a:srgbClr val="A64B31"/>
      </a:lt2>
      <a:accent1>
        <a:srgbClr val="C27B38"/>
      </a:accent1>
      <a:accent2>
        <a:srgbClr val="9C5022"/>
      </a:accent2>
      <a:accent3>
        <a:srgbClr val="7A5F2E"/>
      </a:accent3>
      <a:accent4>
        <a:srgbClr val="533D15"/>
      </a:accent4>
      <a:accent5>
        <a:srgbClr val="783013"/>
      </a:accent5>
      <a:accent6>
        <a:srgbClr val="3D4C83"/>
      </a:accent6>
      <a:hlink>
        <a:srgbClr val="1F27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4689</TotalTime>
  <Words>2134</Words>
  <Application>Microsoft Office PowerPoint</Application>
  <PresentationFormat>Widescreen</PresentationFormat>
  <Paragraphs>332</Paragraphs>
  <Slides>61</Slides>
  <Notes>41</Notes>
  <HiddenSlides>0</HiddenSlides>
  <MMClips>2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61</vt:i4>
      </vt:variant>
    </vt:vector>
  </HeadingPairs>
  <TitlesOfParts>
    <vt:vector size="83" baseType="lpstr">
      <vt:lpstr>Tinos</vt:lpstr>
      <vt:lpstr>UD Digi Kyokasho N-B</vt:lpstr>
      <vt:lpstr>HGSeikaishotaiPRO</vt:lpstr>
      <vt:lpstr>HGPKyokashotai</vt:lpstr>
      <vt:lpstr>Times New Roman</vt:lpstr>
      <vt:lpstr>Arial</vt:lpstr>
      <vt:lpstr>UD Digi Kyokasho NP-R</vt:lpstr>
      <vt:lpstr>HGPSoeiPresenceEB</vt:lpstr>
      <vt:lpstr>HGGyoshotai</vt:lpstr>
      <vt:lpstr>DM Sans</vt:lpstr>
      <vt:lpstr>SVN-Comic Sans MS</vt:lpstr>
      <vt:lpstr>EPSON 太明朝体Ｂ</vt:lpstr>
      <vt:lpstr>NtMotoyaKyotai</vt:lpstr>
      <vt:lpstr>Snap ITC</vt:lpstr>
      <vt:lpstr>Tahoma</vt:lpstr>
      <vt:lpstr>HGPSoeiKakupoptai</vt:lpstr>
      <vt:lpstr>Outfit</vt:lpstr>
      <vt:lpstr>HGMinchoE</vt:lpstr>
      <vt:lpstr>Playfair Display</vt:lpstr>
      <vt:lpstr>Patents and Trademark Agency by Slidesgo</vt:lpstr>
      <vt:lpstr>Ophelia template</vt:lpstr>
      <vt:lpstr>1_Patents and Trademark Agency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Patents and Trademark Agency</dc:title>
  <dc:creator>Gnome</dc:creator>
  <cp:lastModifiedBy>ThanhThuy</cp:lastModifiedBy>
  <cp:revision>110</cp:revision>
  <dcterms:modified xsi:type="dcterms:W3CDTF">2026-05-25T10:19:59Z</dcterms:modified>
</cp:coreProperties>
</file>